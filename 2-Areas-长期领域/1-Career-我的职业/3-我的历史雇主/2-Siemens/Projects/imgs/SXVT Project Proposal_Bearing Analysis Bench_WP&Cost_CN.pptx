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4"/>
  </p:notesMasterIdLst>
  <p:handoutMasterIdLst>
    <p:handoutMasterId r:id="rId15"/>
  </p:handoutMasterIdLst>
  <p:sldIdLst>
    <p:sldId id="352" r:id="rId6"/>
    <p:sldId id="8704" r:id="rId7"/>
    <p:sldId id="2076136830" r:id="rId8"/>
    <p:sldId id="2076136833" r:id="rId9"/>
    <p:sldId id="2076136834" r:id="rId10"/>
    <p:sldId id="2076136835" r:id="rId11"/>
    <p:sldId id="8580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1B0C8B-735F-402F-8D8E-F8FE65326622}">
          <p14:sldIdLst>
            <p14:sldId id="352"/>
          </p14:sldIdLst>
        </p14:section>
        <p14:section name="Technical Support and Edge Computing Suits" id="{BD72F06B-D188-4C52-9BEB-495FE0908EE5}">
          <p14:sldIdLst>
            <p14:sldId id="8704"/>
            <p14:sldId id="2076136830"/>
            <p14:sldId id="2076136833"/>
            <p14:sldId id="2076136834"/>
            <p14:sldId id="2076136835"/>
            <p14:sldId id="8580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  <p:cmAuthor id="2" name="Zhou, Wen Jing (T RDA IOT INW-CN)" initials="ZWJ(RII" lastIdx="1" clrIdx="1">
    <p:extLst>
      <p:ext uri="{19B8F6BF-5375-455C-9EA6-DF929625EA0E}">
        <p15:presenceInfo xmlns:p15="http://schemas.microsoft.com/office/powerpoint/2012/main" userId="S::zhou.wenjing@siemens.com::f3b98f43-05aa-4729-9efd-14d5d18dc6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B9B9"/>
    <a:srgbClr val="009999"/>
    <a:srgbClr val="41AAAA"/>
    <a:srgbClr val="7DBCD3"/>
    <a:srgbClr val="006666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3792" autoAdjust="0"/>
  </p:normalViewPr>
  <p:slideViewPr>
    <p:cSldViewPr snapToGrid="0" showGuides="1">
      <p:cViewPr varScale="1">
        <p:scale>
          <a:sx n="58" d="100"/>
          <a:sy n="58" d="100"/>
        </p:scale>
        <p:origin x="964" y="1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7" d="100"/>
          <a:sy n="47" d="100"/>
        </p:scale>
        <p:origin x="278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40EDD8-3F17-4C0D-8DFF-922ECFF4557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AA2DE070-538C-45CB-A868-CDB587DE5A4B}">
      <dgm:prSet phldrT="[Text]"/>
      <dgm:spPr>
        <a:solidFill>
          <a:srgbClr val="4BB9B9">
            <a:alpha val="67000"/>
          </a:srgbClr>
        </a:solidFill>
      </dgm:spPr>
      <dgm:t>
        <a:bodyPr/>
        <a:lstStyle/>
        <a:p>
          <a:r>
            <a:rPr lang="en-US" b="1" dirty="0"/>
            <a:t>Outer Fault</a:t>
          </a:r>
          <a:endParaRPr lang="en-US" dirty="0"/>
        </a:p>
      </dgm:t>
    </dgm:pt>
    <dgm:pt modelId="{0C23F6D5-64BA-4C94-9DC6-B4642ED192CB}" type="parTrans" cxnId="{834E3A2D-F254-4DB8-990B-80EC3A7F7C61}">
      <dgm:prSet/>
      <dgm:spPr/>
      <dgm:t>
        <a:bodyPr/>
        <a:lstStyle/>
        <a:p>
          <a:endParaRPr lang="en-US"/>
        </a:p>
      </dgm:t>
    </dgm:pt>
    <dgm:pt modelId="{3A3D9DD2-FD16-473A-98E7-57D0AF5B83BA}" type="sibTrans" cxnId="{834E3A2D-F254-4DB8-990B-80EC3A7F7C61}">
      <dgm:prSet/>
      <dgm:spPr/>
      <dgm:t>
        <a:bodyPr/>
        <a:lstStyle/>
        <a:p>
          <a:endParaRPr lang="en-US"/>
        </a:p>
      </dgm:t>
    </dgm:pt>
    <dgm:pt modelId="{E7F42B66-8887-4C21-9F7B-4E03A434CAA9}">
      <dgm:prSet phldrT="[Text]"/>
      <dgm:spPr>
        <a:solidFill>
          <a:schemeClr val="accent3">
            <a:lumMod val="60000"/>
            <a:lumOff val="40000"/>
            <a:alpha val="46000"/>
          </a:schemeClr>
        </a:solidFill>
      </dgm:spPr>
      <dgm:t>
        <a:bodyPr/>
        <a:lstStyle/>
        <a:p>
          <a:pPr marL="0" indent="0"/>
          <a:r>
            <a:rPr lang="en-US" b="1" dirty="0"/>
            <a:t>Inner Fault</a:t>
          </a:r>
          <a:endParaRPr lang="en-US" dirty="0"/>
        </a:p>
      </dgm:t>
    </dgm:pt>
    <dgm:pt modelId="{8F2B03A6-8C38-4CDA-AE66-FF388CA60EB1}" type="parTrans" cxnId="{42EFE9EF-2922-4019-8F11-08C9BAD3423C}">
      <dgm:prSet/>
      <dgm:spPr/>
      <dgm:t>
        <a:bodyPr/>
        <a:lstStyle/>
        <a:p>
          <a:endParaRPr lang="en-US"/>
        </a:p>
      </dgm:t>
    </dgm:pt>
    <dgm:pt modelId="{C4EA5C69-CFFE-41D9-8D92-F51E067E111E}" type="sibTrans" cxnId="{42EFE9EF-2922-4019-8F11-08C9BAD3423C}">
      <dgm:prSet/>
      <dgm:spPr/>
      <dgm:t>
        <a:bodyPr/>
        <a:lstStyle/>
        <a:p>
          <a:endParaRPr lang="en-US"/>
        </a:p>
      </dgm:t>
    </dgm:pt>
    <dgm:pt modelId="{65925E04-94F4-457A-8110-460D18F5E5E3}">
      <dgm:prSet phldrT="[Text]"/>
      <dgm:spPr>
        <a:solidFill>
          <a:schemeClr val="accent4">
            <a:lumMod val="40000"/>
            <a:lumOff val="60000"/>
            <a:alpha val="50000"/>
          </a:schemeClr>
        </a:solidFill>
      </dgm:spPr>
      <dgm:t>
        <a:bodyPr/>
        <a:lstStyle/>
        <a:p>
          <a:r>
            <a:rPr lang="en-US" b="1" dirty="0"/>
            <a:t>Ball Fault</a:t>
          </a:r>
          <a:endParaRPr lang="en-US" dirty="0"/>
        </a:p>
      </dgm:t>
    </dgm:pt>
    <dgm:pt modelId="{DC4F2CC7-0139-4A6A-951D-3BCD50EA4DB1}" type="parTrans" cxnId="{DC2F7C41-4945-4867-A04C-8F8F3CEEEEF2}">
      <dgm:prSet/>
      <dgm:spPr/>
      <dgm:t>
        <a:bodyPr/>
        <a:lstStyle/>
        <a:p>
          <a:endParaRPr lang="en-US"/>
        </a:p>
      </dgm:t>
    </dgm:pt>
    <dgm:pt modelId="{FFA220C2-696A-4F1B-B86B-496DFCD32FBE}" type="sibTrans" cxnId="{DC2F7C41-4945-4867-A04C-8F8F3CEEEEF2}">
      <dgm:prSet/>
      <dgm:spPr/>
      <dgm:t>
        <a:bodyPr/>
        <a:lstStyle/>
        <a:p>
          <a:endParaRPr lang="en-US"/>
        </a:p>
      </dgm:t>
    </dgm:pt>
    <dgm:pt modelId="{F4856496-1057-45A6-A330-DF79316E2423}">
      <dgm:prSet/>
      <dgm:spPr>
        <a:solidFill>
          <a:srgbClr val="50BED7">
            <a:alpha val="51000"/>
          </a:srgbClr>
        </a:solidFill>
      </dgm:spPr>
      <dgm:t>
        <a:bodyPr/>
        <a:lstStyle/>
        <a:p>
          <a:r>
            <a:rPr lang="en-US" b="1" dirty="0"/>
            <a:t>Cage Fault</a:t>
          </a:r>
        </a:p>
      </dgm:t>
    </dgm:pt>
    <dgm:pt modelId="{85661932-9501-4599-B731-49886EBB80FD}" type="parTrans" cxnId="{5F28E81F-3CEE-4481-B349-5BA215B34907}">
      <dgm:prSet/>
      <dgm:spPr/>
      <dgm:t>
        <a:bodyPr/>
        <a:lstStyle/>
        <a:p>
          <a:endParaRPr lang="en-US"/>
        </a:p>
      </dgm:t>
    </dgm:pt>
    <dgm:pt modelId="{D4E72043-46CD-4E32-B1FB-784D76FAD9BE}" type="sibTrans" cxnId="{5F28E81F-3CEE-4481-B349-5BA215B34907}">
      <dgm:prSet/>
      <dgm:spPr/>
      <dgm:t>
        <a:bodyPr/>
        <a:lstStyle/>
        <a:p>
          <a:endParaRPr lang="en-US"/>
        </a:p>
      </dgm:t>
    </dgm:pt>
    <dgm:pt modelId="{7EDE5ABD-6817-4393-A152-B3A4AAA41A51}" type="pres">
      <dgm:prSet presAssocID="{0840EDD8-3F17-4C0D-8DFF-922ECFF45579}" presName="compositeShape" presStyleCnt="0">
        <dgm:presLayoutVars>
          <dgm:chMax val="7"/>
          <dgm:dir/>
          <dgm:resizeHandles val="exact"/>
        </dgm:presLayoutVars>
      </dgm:prSet>
      <dgm:spPr/>
    </dgm:pt>
    <dgm:pt modelId="{27D03F6B-C3D2-4B62-A867-B40AB22732B9}" type="pres">
      <dgm:prSet presAssocID="{AA2DE070-538C-45CB-A868-CDB587DE5A4B}" presName="circ1" presStyleLbl="vennNode1" presStyleIdx="0" presStyleCnt="4"/>
      <dgm:spPr/>
    </dgm:pt>
    <dgm:pt modelId="{8D223F70-049C-4BB2-A52B-E7CB0931EAE5}" type="pres">
      <dgm:prSet presAssocID="{AA2DE070-538C-45CB-A868-CDB587DE5A4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7E8CD24-2048-460A-9CF7-A231C6DC9E02}" type="pres">
      <dgm:prSet presAssocID="{E7F42B66-8887-4C21-9F7B-4E03A434CAA9}" presName="circ2" presStyleLbl="vennNode1" presStyleIdx="1" presStyleCnt="4"/>
      <dgm:spPr/>
    </dgm:pt>
    <dgm:pt modelId="{6CD7C71F-9CAB-4DE5-975B-C2C5FC0CA8EF}" type="pres">
      <dgm:prSet presAssocID="{E7F42B66-8887-4C21-9F7B-4E03A434CAA9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5D1A652-43A3-4ABF-B5C6-72F658CE66B4}" type="pres">
      <dgm:prSet presAssocID="{F4856496-1057-45A6-A330-DF79316E2423}" presName="circ3" presStyleLbl="vennNode1" presStyleIdx="2" presStyleCnt="4"/>
      <dgm:spPr/>
    </dgm:pt>
    <dgm:pt modelId="{1E357393-A819-41D9-8183-96CECC1424C0}" type="pres">
      <dgm:prSet presAssocID="{F4856496-1057-45A6-A330-DF79316E242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88280EE-5897-4055-987A-B5FDF031A8D2}" type="pres">
      <dgm:prSet presAssocID="{65925E04-94F4-457A-8110-460D18F5E5E3}" presName="circ4" presStyleLbl="vennNode1" presStyleIdx="3" presStyleCnt="4" custLinFactNeighborX="-51923" custLinFactNeighborY="-4802"/>
      <dgm:spPr/>
    </dgm:pt>
    <dgm:pt modelId="{5D2B45F4-CF1B-4FF6-8503-F30D4E758B8F}" type="pres">
      <dgm:prSet presAssocID="{65925E04-94F4-457A-8110-460D18F5E5E3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55A5501-7445-47B8-B597-0150400592F8}" type="presOf" srcId="{AA2DE070-538C-45CB-A868-CDB587DE5A4B}" destId="{8D223F70-049C-4BB2-A52B-E7CB0931EAE5}" srcOrd="1" destOrd="0" presId="urn:microsoft.com/office/officeart/2005/8/layout/venn1"/>
    <dgm:cxn modelId="{21959E09-6A05-4B6F-B86B-AD136E575FE3}" type="presOf" srcId="{E7F42B66-8887-4C21-9F7B-4E03A434CAA9}" destId="{6CD7C71F-9CAB-4DE5-975B-C2C5FC0CA8EF}" srcOrd="1" destOrd="0" presId="urn:microsoft.com/office/officeart/2005/8/layout/venn1"/>
    <dgm:cxn modelId="{90E50318-CCD5-4B64-8A67-BB9F0FAC137C}" type="presOf" srcId="{65925E04-94F4-457A-8110-460D18F5E5E3}" destId="{488280EE-5897-4055-987A-B5FDF031A8D2}" srcOrd="0" destOrd="0" presId="urn:microsoft.com/office/officeart/2005/8/layout/venn1"/>
    <dgm:cxn modelId="{5F28E81F-3CEE-4481-B349-5BA215B34907}" srcId="{0840EDD8-3F17-4C0D-8DFF-922ECFF45579}" destId="{F4856496-1057-45A6-A330-DF79316E2423}" srcOrd="2" destOrd="0" parTransId="{85661932-9501-4599-B731-49886EBB80FD}" sibTransId="{D4E72043-46CD-4E32-B1FB-784D76FAD9BE}"/>
    <dgm:cxn modelId="{834E3A2D-F254-4DB8-990B-80EC3A7F7C61}" srcId="{0840EDD8-3F17-4C0D-8DFF-922ECFF45579}" destId="{AA2DE070-538C-45CB-A868-CDB587DE5A4B}" srcOrd="0" destOrd="0" parTransId="{0C23F6D5-64BA-4C94-9DC6-B4642ED192CB}" sibTransId="{3A3D9DD2-FD16-473A-98E7-57D0AF5B83BA}"/>
    <dgm:cxn modelId="{A9E37133-4753-4441-89CE-35E2A6C493AD}" type="presOf" srcId="{E7F42B66-8887-4C21-9F7B-4E03A434CAA9}" destId="{97E8CD24-2048-460A-9CF7-A231C6DC9E02}" srcOrd="0" destOrd="0" presId="urn:microsoft.com/office/officeart/2005/8/layout/venn1"/>
    <dgm:cxn modelId="{8F56B53A-7D1F-48CC-8136-A62046803B18}" type="presOf" srcId="{65925E04-94F4-457A-8110-460D18F5E5E3}" destId="{5D2B45F4-CF1B-4FF6-8503-F30D4E758B8F}" srcOrd="1" destOrd="0" presId="urn:microsoft.com/office/officeart/2005/8/layout/venn1"/>
    <dgm:cxn modelId="{DC2F7C41-4945-4867-A04C-8F8F3CEEEEF2}" srcId="{0840EDD8-3F17-4C0D-8DFF-922ECFF45579}" destId="{65925E04-94F4-457A-8110-460D18F5E5E3}" srcOrd="3" destOrd="0" parTransId="{DC4F2CC7-0139-4A6A-951D-3BCD50EA4DB1}" sibTransId="{FFA220C2-696A-4F1B-B86B-496DFCD32FBE}"/>
    <dgm:cxn modelId="{099BB872-0804-41E7-8105-9D171C5A426C}" type="presOf" srcId="{0840EDD8-3F17-4C0D-8DFF-922ECFF45579}" destId="{7EDE5ABD-6817-4393-A152-B3A4AAA41A51}" srcOrd="0" destOrd="0" presId="urn:microsoft.com/office/officeart/2005/8/layout/venn1"/>
    <dgm:cxn modelId="{D527518E-4E1A-4BA2-B762-B293086F0E69}" type="presOf" srcId="{AA2DE070-538C-45CB-A868-CDB587DE5A4B}" destId="{27D03F6B-C3D2-4B62-A867-B40AB22732B9}" srcOrd="0" destOrd="0" presId="urn:microsoft.com/office/officeart/2005/8/layout/venn1"/>
    <dgm:cxn modelId="{1A42CD97-C040-41A2-8BA4-484BBB4D061A}" type="presOf" srcId="{F4856496-1057-45A6-A330-DF79316E2423}" destId="{35D1A652-43A3-4ABF-B5C6-72F658CE66B4}" srcOrd="0" destOrd="0" presId="urn:microsoft.com/office/officeart/2005/8/layout/venn1"/>
    <dgm:cxn modelId="{8D16D2C1-AFED-4417-90C2-6D00A1971A8C}" type="presOf" srcId="{F4856496-1057-45A6-A330-DF79316E2423}" destId="{1E357393-A819-41D9-8183-96CECC1424C0}" srcOrd="1" destOrd="0" presId="urn:microsoft.com/office/officeart/2005/8/layout/venn1"/>
    <dgm:cxn modelId="{42EFE9EF-2922-4019-8F11-08C9BAD3423C}" srcId="{0840EDD8-3F17-4C0D-8DFF-922ECFF45579}" destId="{E7F42B66-8887-4C21-9F7B-4E03A434CAA9}" srcOrd="1" destOrd="0" parTransId="{8F2B03A6-8C38-4CDA-AE66-FF388CA60EB1}" sibTransId="{C4EA5C69-CFFE-41D9-8D92-F51E067E111E}"/>
    <dgm:cxn modelId="{413E5EEE-0540-4192-B5C1-7147E742DB7F}" type="presParOf" srcId="{7EDE5ABD-6817-4393-A152-B3A4AAA41A51}" destId="{27D03F6B-C3D2-4B62-A867-B40AB22732B9}" srcOrd="0" destOrd="0" presId="urn:microsoft.com/office/officeart/2005/8/layout/venn1"/>
    <dgm:cxn modelId="{A320F8DC-11D6-44D4-9297-82EF5CB362EC}" type="presParOf" srcId="{7EDE5ABD-6817-4393-A152-B3A4AAA41A51}" destId="{8D223F70-049C-4BB2-A52B-E7CB0931EAE5}" srcOrd="1" destOrd="0" presId="urn:microsoft.com/office/officeart/2005/8/layout/venn1"/>
    <dgm:cxn modelId="{98F5EA3B-611B-4858-8165-47404DA18469}" type="presParOf" srcId="{7EDE5ABD-6817-4393-A152-B3A4AAA41A51}" destId="{97E8CD24-2048-460A-9CF7-A231C6DC9E02}" srcOrd="2" destOrd="0" presId="urn:microsoft.com/office/officeart/2005/8/layout/venn1"/>
    <dgm:cxn modelId="{EB4BB55E-2BAF-4BD1-84AC-B040536D20E7}" type="presParOf" srcId="{7EDE5ABD-6817-4393-A152-B3A4AAA41A51}" destId="{6CD7C71F-9CAB-4DE5-975B-C2C5FC0CA8EF}" srcOrd="3" destOrd="0" presId="urn:microsoft.com/office/officeart/2005/8/layout/venn1"/>
    <dgm:cxn modelId="{D158EC58-5187-46A6-8932-216A144A5839}" type="presParOf" srcId="{7EDE5ABD-6817-4393-A152-B3A4AAA41A51}" destId="{35D1A652-43A3-4ABF-B5C6-72F658CE66B4}" srcOrd="4" destOrd="0" presId="urn:microsoft.com/office/officeart/2005/8/layout/venn1"/>
    <dgm:cxn modelId="{C00AD5F3-34CB-4268-8139-40FCEE561DB9}" type="presParOf" srcId="{7EDE5ABD-6817-4393-A152-B3A4AAA41A51}" destId="{1E357393-A819-41D9-8183-96CECC1424C0}" srcOrd="5" destOrd="0" presId="urn:microsoft.com/office/officeart/2005/8/layout/venn1"/>
    <dgm:cxn modelId="{CC4BAD54-01FE-4D6B-BE4D-BD1C8CCC6A14}" type="presParOf" srcId="{7EDE5ABD-6817-4393-A152-B3A4AAA41A51}" destId="{488280EE-5897-4055-987A-B5FDF031A8D2}" srcOrd="6" destOrd="0" presId="urn:microsoft.com/office/officeart/2005/8/layout/venn1"/>
    <dgm:cxn modelId="{CC4B64A1-7A36-47BF-BEA5-5CE1FA2F81C8}" type="presParOf" srcId="{7EDE5ABD-6817-4393-A152-B3A4AAA41A51}" destId="{5D2B45F4-CF1B-4FF6-8503-F30D4E758B8F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03F6B-C3D2-4B62-A867-B40AB22732B9}">
      <dsp:nvSpPr>
        <dsp:cNvPr id="0" name=""/>
        <dsp:cNvSpPr/>
      </dsp:nvSpPr>
      <dsp:spPr>
        <a:xfrm>
          <a:off x="433362" y="276380"/>
          <a:ext cx="938952" cy="938952"/>
        </a:xfrm>
        <a:prstGeom prst="ellipse">
          <a:avLst/>
        </a:prstGeom>
        <a:solidFill>
          <a:srgbClr val="4BB9B9">
            <a:alpha val="67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Outer Fault</a:t>
          </a:r>
          <a:endParaRPr lang="en-US" sz="1100" kern="1200" dirty="0"/>
        </a:p>
      </dsp:txBody>
      <dsp:txXfrm>
        <a:off x="541703" y="402778"/>
        <a:ext cx="722271" cy="297936"/>
      </dsp:txXfrm>
    </dsp:sp>
    <dsp:sp modelId="{97E8CD24-2048-460A-9CF7-A231C6DC9E02}">
      <dsp:nvSpPr>
        <dsp:cNvPr id="0" name=""/>
        <dsp:cNvSpPr/>
      </dsp:nvSpPr>
      <dsp:spPr>
        <a:xfrm>
          <a:off x="848668" y="691686"/>
          <a:ext cx="938952" cy="938952"/>
        </a:xfrm>
        <a:prstGeom prst="ellipse">
          <a:avLst/>
        </a:prstGeom>
        <a:solidFill>
          <a:schemeClr val="accent3">
            <a:lumMod val="60000"/>
            <a:lumOff val="40000"/>
            <a:alpha val="46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Inner Fault</a:t>
          </a:r>
          <a:endParaRPr lang="en-US" sz="1100" kern="1200" dirty="0"/>
        </a:p>
      </dsp:txBody>
      <dsp:txXfrm>
        <a:off x="1354258" y="800027"/>
        <a:ext cx="361135" cy="722271"/>
      </dsp:txXfrm>
    </dsp:sp>
    <dsp:sp modelId="{35D1A652-43A3-4ABF-B5C6-72F658CE66B4}">
      <dsp:nvSpPr>
        <dsp:cNvPr id="0" name=""/>
        <dsp:cNvSpPr/>
      </dsp:nvSpPr>
      <dsp:spPr>
        <a:xfrm>
          <a:off x="433362" y="1106992"/>
          <a:ext cx="938952" cy="938952"/>
        </a:xfrm>
        <a:prstGeom prst="ellipse">
          <a:avLst/>
        </a:prstGeom>
        <a:solidFill>
          <a:srgbClr val="50BED7">
            <a:alpha val="51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Cage Fault</a:t>
          </a:r>
        </a:p>
      </dsp:txBody>
      <dsp:txXfrm>
        <a:off x="541703" y="1621610"/>
        <a:ext cx="722271" cy="297936"/>
      </dsp:txXfrm>
    </dsp:sp>
    <dsp:sp modelId="{488280EE-5897-4055-987A-B5FDF031A8D2}">
      <dsp:nvSpPr>
        <dsp:cNvPr id="0" name=""/>
        <dsp:cNvSpPr/>
      </dsp:nvSpPr>
      <dsp:spPr>
        <a:xfrm>
          <a:off x="0" y="646598"/>
          <a:ext cx="938952" cy="938952"/>
        </a:xfrm>
        <a:prstGeom prst="ellipse">
          <a:avLst/>
        </a:prstGeom>
        <a:solidFill>
          <a:schemeClr val="accent4">
            <a:lumMod val="40000"/>
            <a:lumOff val="60000"/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Ball Fault</a:t>
          </a:r>
          <a:endParaRPr lang="en-US" sz="1100" kern="1200" dirty="0"/>
        </a:p>
      </dsp:txBody>
      <dsp:txXfrm>
        <a:off x="72227" y="754938"/>
        <a:ext cx="361135" cy="7222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4/27/2022</a:t>
            </a:fld>
            <a:endParaRPr lang="en-US" sz="1050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</a:rPr>
              <a:t>Hand out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 dirty="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3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892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4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141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5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183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6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67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7" Type="http://schemas.openxmlformats.org/officeDocument/2006/relationships/image" Target="../media/image30.emf"/><Relationship Id="rId2" Type="http://schemas.openxmlformats.org/officeDocument/2006/relationships/customXml" Target="../../customXml/item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1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9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7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86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Zhou Wenjing | T RDA IOT INW-CN | 2021-02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941FC10-A7C1-4D71-803C-9509392A94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1928777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941FC10-A7C1-4D71-803C-9509392A9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FA2B0FB-06C5-4E9D-8744-57CE89397B7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667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199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374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2021 | Zhou Wen Jing | T RDA IOT INW-CN | 2021-02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48" r:id="rId19"/>
    <p:sldLayoutId id="2147483749" r:id="rId20"/>
    <p:sldLayoutId id="2147483750" r:id="rId21"/>
    <p:sldLayoutId id="2147483745" r:id="rId22"/>
    <p:sldLayoutId id="2147483746" r:id="rId23"/>
    <p:sldLayoutId id="2147483747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4" r:id="rId31"/>
    <p:sldLayoutId id="2147483708" r:id="rId32"/>
    <p:sldLayoutId id="2147483655" r:id="rId33"/>
    <p:sldLayoutId id="2147483742" r:id="rId34"/>
    <p:sldLayoutId id="2147483677" r:id="rId35"/>
    <p:sldLayoutId id="2147483709" r:id="rId36"/>
    <p:sldLayoutId id="2147483751" r:id="rId37"/>
    <p:sldLayoutId id="2147483691" r:id="rId38"/>
    <p:sldLayoutId id="2147483752" r:id="rId39"/>
    <p:sldLayoutId id="2147483692" r:id="rId40"/>
    <p:sldLayoutId id="2147483650" r:id="rId41"/>
    <p:sldLayoutId id="2147483665" r:id="rId42"/>
    <p:sldLayoutId id="2147483666" r:id="rId43"/>
    <p:sldLayoutId id="2147483697" r:id="rId44"/>
    <p:sldLayoutId id="2147483698" r:id="rId45"/>
    <p:sldLayoutId id="2147483652" r:id="rId46"/>
    <p:sldLayoutId id="2147483680" r:id="rId47"/>
    <p:sldLayoutId id="2147483694" r:id="rId48"/>
    <p:sldLayoutId id="2147483687" r:id="rId49"/>
    <p:sldLayoutId id="2147483681" r:id="rId50"/>
    <p:sldLayoutId id="2147483690" r:id="rId51"/>
    <p:sldLayoutId id="2147483711" r:id="rId52"/>
    <p:sldLayoutId id="2147483682" r:id="rId53"/>
    <p:sldLayoutId id="2147483678" r:id="rId54"/>
    <p:sldLayoutId id="2147483754" r:id="rId5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50.xml"/><Relationship Id="rId7" Type="http://schemas.openxmlformats.org/officeDocument/2006/relationships/diagramColors" Target="../diagrams/colors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32.png"/><Relationship Id="rId4" Type="http://schemas.openxmlformats.org/officeDocument/2006/relationships/diagramData" Target="../diagrams/data1.xml"/><Relationship Id="rId9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33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6.xml"/><Relationship Id="rId7" Type="http://schemas.openxmlformats.org/officeDocument/2006/relationships/image" Target="../media/image33.emf"/><Relationship Id="rId12" Type="http://schemas.openxmlformats.org/officeDocument/2006/relationships/image" Target="../media/image38.JP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37.png"/><Relationship Id="rId5" Type="http://schemas.openxmlformats.org/officeDocument/2006/relationships/notesSlide" Target="../notesSlides/notesSlide2.xml"/><Relationship Id="rId10" Type="http://schemas.openxmlformats.org/officeDocument/2006/relationships/image" Target="../media/image36.png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tags" Target="../tags/tag8.xml"/><Relationship Id="rId7" Type="http://schemas.openxmlformats.org/officeDocument/2006/relationships/oleObject" Target="../embeddings/oleObject2.bin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5.xml"/><Relationship Id="rId10" Type="http://schemas.openxmlformats.org/officeDocument/2006/relationships/image" Target="../media/image40.png"/><Relationship Id="rId4" Type="http://schemas.openxmlformats.org/officeDocument/2006/relationships/tags" Target="../tags/tag9.xml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11.xml"/><Relationship Id="rId7" Type="http://schemas.openxmlformats.org/officeDocument/2006/relationships/image" Target="../media/image33.emf"/><Relationship Id="rId12" Type="http://schemas.openxmlformats.org/officeDocument/2006/relationships/image" Target="../media/image45.png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4.pn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43.png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17" y="1489752"/>
            <a:ext cx="11684517" cy="393954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Technical support and edge-computing suits for bearing </a:t>
            </a:r>
            <a:r>
              <a:rPr lang="en-US" altLang="zh-CN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</a:t>
            </a:r>
            <a:br>
              <a:rPr 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4800" b="0" dirty="0"/>
            </a:br>
            <a:r>
              <a:rPr lang="en-US" sz="3200" b="0" dirty="0"/>
              <a:t>SXVT X-Ray Tube Project</a:t>
            </a:r>
            <a:br>
              <a:rPr lang="en-US" altLang="zh-CN" sz="4800" b="0" dirty="0"/>
            </a:br>
            <a:r>
              <a:rPr lang="en-US" altLang="zh-CN" sz="3200" b="0" dirty="0"/>
              <a:t>T CED INW-CN  |  April,2022</a:t>
            </a:r>
            <a:endParaRPr lang="en-US" sz="3200" b="0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AB7F661-939E-4A89-B29B-F0C08FB449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2022 | YU HE | T </a:t>
            </a:r>
            <a:r>
              <a:rPr lang="en-US" altLang="zh-CN" dirty="0"/>
              <a:t>CED </a:t>
            </a:r>
            <a:r>
              <a:rPr lang="en-US" dirty="0"/>
              <a:t>INW-CN </a:t>
            </a:r>
          </a:p>
        </p:txBody>
      </p:sp>
    </p:spTree>
    <p:extLst>
      <p:ext uri="{BB962C8B-B14F-4D97-AF65-F5344CB8AC3E}">
        <p14:creationId xmlns:p14="http://schemas.microsoft.com/office/powerpoint/2010/main" val="132084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46F99A-F938-43D3-BD31-1635E1191F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2399" y="1702799"/>
            <a:ext cx="11019037" cy="4104000"/>
          </a:xfrm>
        </p:spPr>
        <p:txBody>
          <a:bodyPr/>
          <a:lstStyle/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Technical support and edge-computing suits for bearing analysis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4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F0009E-D18D-43A1-85A0-F780AFFECF86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0" name="Footer Placeholder 3">
              <a:extLst>
                <a:ext uri="{FF2B5EF4-FFF2-40B4-BE49-F238E27FC236}">
                  <a16:creationId xmlns:a16="http://schemas.microsoft.com/office/drawing/2014/main" id="{67590D47-D0DC-490E-BDEC-7215119CED21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" name="Slide Number Placeholder 3">
              <a:extLst>
                <a:ext uri="{FF2B5EF4-FFF2-40B4-BE49-F238E27FC236}">
                  <a16:creationId xmlns:a16="http://schemas.microsoft.com/office/drawing/2014/main" id="{B1B5D4CC-229A-47B5-BF07-3E24CAF121F9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2</a:t>
              </a:fld>
              <a:endParaRPr lang="en-US" sz="900" dirty="0"/>
            </a:p>
          </p:txBody>
        </p:sp>
      </p:grpSp>
      <p:graphicFrame>
        <p:nvGraphicFramePr>
          <p:cNvPr id="8" name="Diagramm 6">
            <a:extLst>
              <a:ext uri="{FF2B5EF4-FFF2-40B4-BE49-F238E27FC236}">
                <a16:creationId xmlns:a16="http://schemas.microsoft.com/office/drawing/2014/main" id="{2E125FB3-D1B0-49F5-9A4F-3CC0162010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9874358"/>
              </p:ext>
            </p:extLst>
          </p:nvPr>
        </p:nvGraphicFramePr>
        <p:xfrm>
          <a:off x="5022341" y="3861506"/>
          <a:ext cx="1805678" cy="2322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bearingSimulator.wmv">
            <a:hlinkClick r:id="" action="ppaction://media"/>
            <a:extLst>
              <a:ext uri="{FF2B5EF4-FFF2-40B4-BE49-F238E27FC236}">
                <a16:creationId xmlns:a16="http://schemas.microsoft.com/office/drawing/2014/main" id="{946ED6D7-7B44-4DB4-8A7D-46C05974FC6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053921" y="4039172"/>
            <a:ext cx="3470859" cy="1821704"/>
          </a:xfrm>
          <a:prstGeom prst="rect">
            <a:avLst/>
          </a:prstGeom>
        </p:spPr>
      </p:pic>
      <p:sp>
        <p:nvSpPr>
          <p:cNvPr id="13" name="Rechteck 2169">
            <a:extLst>
              <a:ext uri="{FF2B5EF4-FFF2-40B4-BE49-F238E27FC236}">
                <a16:creationId xmlns:a16="http://schemas.microsoft.com/office/drawing/2014/main" id="{FB9D4313-0147-4DC8-9AD2-002DB2CD3B89}"/>
              </a:ext>
            </a:extLst>
          </p:cNvPr>
          <p:cNvSpPr>
            <a:spLocks/>
          </p:cNvSpPr>
          <p:nvPr/>
        </p:nvSpPr>
        <p:spPr bwMode="gray">
          <a:xfrm>
            <a:off x="1059162" y="6199125"/>
            <a:ext cx="3175028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Bearing Analysis Bench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330D1-FBBA-4868-BD9F-0CEB73CABA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7220" y="4117318"/>
            <a:ext cx="2262294" cy="1945007"/>
          </a:xfrm>
          <a:prstGeom prst="rect">
            <a:avLst/>
          </a:prstGeom>
        </p:spPr>
      </p:pic>
      <p:sp>
        <p:nvSpPr>
          <p:cNvPr id="14" name="Rechteck 2169">
            <a:extLst>
              <a:ext uri="{FF2B5EF4-FFF2-40B4-BE49-F238E27FC236}">
                <a16:creationId xmlns:a16="http://schemas.microsoft.com/office/drawing/2014/main" id="{CC149DE6-33A9-4DAB-AD6E-75638F78BDF4}"/>
              </a:ext>
            </a:extLst>
          </p:cNvPr>
          <p:cNvSpPr>
            <a:spLocks/>
          </p:cNvSpPr>
          <p:nvPr/>
        </p:nvSpPr>
        <p:spPr bwMode="gray">
          <a:xfrm>
            <a:off x="5781261" y="6207079"/>
            <a:ext cx="5043176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Based on FMEA (Failure Mode and Effects Analysis) theory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34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1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428874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Introduction 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22" name="Rechteck 2169">
            <a:extLst>
              <a:ext uri="{FF2B5EF4-FFF2-40B4-BE49-F238E27FC236}">
                <a16:creationId xmlns:a16="http://schemas.microsoft.com/office/drawing/2014/main" id="{CBDE902B-3653-4AC1-B98D-63A5A0543B0A}"/>
              </a:ext>
            </a:extLst>
          </p:cNvPr>
          <p:cNvSpPr>
            <a:spLocks/>
          </p:cNvSpPr>
          <p:nvPr/>
        </p:nvSpPr>
        <p:spPr bwMode="gray">
          <a:xfrm>
            <a:off x="1209445" y="1401206"/>
            <a:ext cx="9366748" cy="195833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u="sng" dirty="0">
                <a:solidFill>
                  <a:srgbClr val="333333"/>
                </a:solidFill>
              </a:rPr>
              <a:t>Background</a:t>
            </a:r>
          </a:p>
          <a:p>
            <a:pPr algn="l" rtl="0"/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At present, the 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standard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 for bearing focus on its 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size parameters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</a:p>
          <a:p>
            <a:pPr algn="l" rtl="0"/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Lack of understand about the performance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of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bearing after each process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, can’t do targeted analysis and validation.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The bearing is the core component of the XAT, which is expensive and requires a vacuum test environment, so planning to build up a 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test bench for bearing analysis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285750" indent="-285750" algn="l" rtl="0">
              <a:spcBef>
                <a:spcPts val="300"/>
              </a:spcBef>
              <a:buFontTx/>
              <a:buChar char="-"/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hteck 2169">
            <a:extLst>
              <a:ext uri="{FF2B5EF4-FFF2-40B4-BE49-F238E27FC236}">
                <a16:creationId xmlns:a16="http://schemas.microsoft.com/office/drawing/2014/main" id="{B26F26C5-5802-49FB-83DC-F66E51107F69}"/>
              </a:ext>
            </a:extLst>
          </p:cNvPr>
          <p:cNvSpPr>
            <a:spLocks/>
          </p:cNvSpPr>
          <p:nvPr/>
        </p:nvSpPr>
        <p:spPr bwMode="gray">
          <a:xfrm>
            <a:off x="1209444" y="3498460"/>
            <a:ext cx="9216000" cy="17540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>
              <a:spcBef>
                <a:spcPts val="600"/>
              </a:spcBef>
            </a:pPr>
            <a:r>
              <a:rPr lang="en-US" altLang="zh-CN" sz="1400" b="1" u="sng" dirty="0">
                <a:solidFill>
                  <a:srgbClr val="333333"/>
                </a:solidFill>
                <a:latin typeface="+mn-ea"/>
                <a:ea typeface="+mn-ea"/>
              </a:rPr>
              <a:t>Target</a:t>
            </a:r>
          </a:p>
          <a:p>
            <a:pPr algn="l" rtl="0">
              <a:spcBef>
                <a:spcPts val="6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协助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SXVT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构建针对轴承的试验台，此试验台将为生产过程中的轴承分析提供支持。</a:t>
            </a: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在试验台硬件基础上，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T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支持并协助提供对轴承信号进行分析的软件服务。</a:t>
            </a: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0E4241-D663-4D7D-AC47-0F1D1ED8B151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>
              <a:extLst>
                <a:ext uri="{FF2B5EF4-FFF2-40B4-BE49-F238E27FC236}">
                  <a16:creationId xmlns:a16="http://schemas.microsoft.com/office/drawing/2014/main" id="{30089872-6CBA-459D-845C-976EEACC2D3F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>
              <a:extLst>
                <a:ext uri="{FF2B5EF4-FFF2-40B4-BE49-F238E27FC236}">
                  <a16:creationId xmlns:a16="http://schemas.microsoft.com/office/drawing/2014/main" id="{9F34FCA9-4349-4C9D-9686-59BEBC230B4E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3</a:t>
              </a:fld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2023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2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428874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Technical support and edge-computing suits</a:t>
            </a:r>
            <a:br>
              <a:rPr lang="en-US" altLang="zh-CN" dirty="0"/>
            </a:b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0E4241-D663-4D7D-AC47-0F1D1ED8B151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>
              <a:extLst>
                <a:ext uri="{FF2B5EF4-FFF2-40B4-BE49-F238E27FC236}">
                  <a16:creationId xmlns:a16="http://schemas.microsoft.com/office/drawing/2014/main" id="{30089872-6CBA-459D-845C-976EEACC2D3F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>
              <a:extLst>
                <a:ext uri="{FF2B5EF4-FFF2-40B4-BE49-F238E27FC236}">
                  <a16:creationId xmlns:a16="http://schemas.microsoft.com/office/drawing/2014/main" id="{9F34FCA9-4349-4C9D-9686-59BEBC230B4E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4</a:t>
              </a:fld>
              <a:endParaRPr lang="en-US" sz="900" dirty="0"/>
            </a:p>
          </p:txBody>
        </p:sp>
      </p:grpSp>
      <p:sp>
        <p:nvSpPr>
          <p:cNvPr id="12" name="Rechteck 17">
            <a:extLst>
              <a:ext uri="{FF2B5EF4-FFF2-40B4-BE49-F238E27FC236}">
                <a16:creationId xmlns:a16="http://schemas.microsoft.com/office/drawing/2014/main" id="{DBAD64E0-A1D3-469C-837B-38534AE6A4D8}"/>
              </a:ext>
            </a:extLst>
          </p:cNvPr>
          <p:cNvSpPr>
            <a:spLocks/>
          </p:cNvSpPr>
          <p:nvPr/>
        </p:nvSpPr>
        <p:spPr bwMode="gray">
          <a:xfrm>
            <a:off x="554695" y="1178921"/>
            <a:ext cx="2995017" cy="373431"/>
          </a:xfrm>
          <a:prstGeom prst="rect">
            <a:avLst/>
          </a:prstGeom>
          <a:solidFill>
            <a:srgbClr val="4BB9B9"/>
          </a:solidFill>
          <a:ln w="19050">
            <a:solidFill>
              <a:srgbClr val="4BB9B9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基于机械理论驱动，</a:t>
            </a:r>
            <a:r>
              <a:rPr lang="en-US" altLang="zh-CN" sz="1400" b="1" dirty="0">
                <a:solidFill>
                  <a:schemeClr val="bg1"/>
                </a:solidFill>
              </a:rPr>
              <a:t>FMEA </a:t>
            </a:r>
            <a:r>
              <a:rPr lang="zh-CN" altLang="en-US" sz="1400" b="1" dirty="0">
                <a:solidFill>
                  <a:schemeClr val="bg1"/>
                </a:solidFill>
              </a:rPr>
              <a:t>分析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Rechteck 17">
            <a:extLst>
              <a:ext uri="{FF2B5EF4-FFF2-40B4-BE49-F238E27FC236}">
                <a16:creationId xmlns:a16="http://schemas.microsoft.com/office/drawing/2014/main" id="{1B187B6B-33C1-4B64-9430-F5300386104A}"/>
              </a:ext>
            </a:extLst>
          </p:cNvPr>
          <p:cNvSpPr>
            <a:spLocks/>
          </p:cNvSpPr>
          <p:nvPr/>
        </p:nvSpPr>
        <p:spPr bwMode="gray">
          <a:xfrm>
            <a:off x="554695" y="3319861"/>
            <a:ext cx="2995017" cy="373430"/>
          </a:xfrm>
          <a:prstGeom prst="rect">
            <a:avLst/>
          </a:prstGeom>
          <a:solidFill>
            <a:srgbClr val="005F87"/>
          </a:solidFill>
          <a:ln w="19050">
            <a:solidFill>
              <a:srgbClr val="005F87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技术支持 </a:t>
            </a:r>
            <a:r>
              <a:rPr lang="en-US" altLang="zh-CN" sz="1400" b="1" dirty="0">
                <a:solidFill>
                  <a:schemeClr val="bg1"/>
                </a:solidFill>
              </a:rPr>
              <a:t>WP1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" name="Gleichschenkliges Dreieck 75">
            <a:extLst>
              <a:ext uri="{FF2B5EF4-FFF2-40B4-BE49-F238E27FC236}">
                <a16:creationId xmlns:a16="http://schemas.microsoft.com/office/drawing/2014/main" id="{E4E2A50B-7CBE-4B6D-B291-2580E82BEDBC}"/>
              </a:ext>
            </a:extLst>
          </p:cNvPr>
          <p:cNvSpPr>
            <a:spLocks/>
          </p:cNvSpPr>
          <p:nvPr/>
        </p:nvSpPr>
        <p:spPr bwMode="gray">
          <a:xfrm rot="5400000">
            <a:off x="3313895" y="1298182"/>
            <a:ext cx="215264" cy="10774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9" dirty="0" err="1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6E37121-2867-4E3A-9DFC-821A90CA855A}"/>
              </a:ext>
            </a:extLst>
          </p:cNvPr>
          <p:cNvSpPr>
            <a:spLocks/>
          </p:cNvSpPr>
          <p:nvPr/>
        </p:nvSpPr>
        <p:spPr bwMode="gray">
          <a:xfrm>
            <a:off x="4205207" y="1178921"/>
            <a:ext cx="3152523" cy="373431"/>
          </a:xfrm>
          <a:prstGeom prst="rect">
            <a:avLst/>
          </a:prstGeom>
          <a:solidFill>
            <a:srgbClr val="4BB9B9"/>
          </a:solidFill>
          <a:ln w="19050">
            <a:solidFill>
              <a:srgbClr val="4BB9B9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建立数据分析，并辅助验证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9" name="Rechteck 17">
            <a:extLst>
              <a:ext uri="{FF2B5EF4-FFF2-40B4-BE49-F238E27FC236}">
                <a16:creationId xmlns:a16="http://schemas.microsoft.com/office/drawing/2014/main" id="{E987B4EE-6CFE-4CEE-B576-995843B41F9B}"/>
              </a:ext>
            </a:extLst>
          </p:cNvPr>
          <p:cNvSpPr>
            <a:spLocks/>
          </p:cNvSpPr>
          <p:nvPr/>
        </p:nvSpPr>
        <p:spPr bwMode="gray">
          <a:xfrm>
            <a:off x="4205207" y="3319861"/>
            <a:ext cx="3152523" cy="373430"/>
          </a:xfrm>
          <a:prstGeom prst="rect">
            <a:avLst/>
          </a:prstGeom>
          <a:solidFill>
            <a:srgbClr val="005F87"/>
          </a:solidFill>
          <a:ln w="19050">
            <a:solidFill>
              <a:srgbClr val="005F87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数据特征分析 </a:t>
            </a:r>
            <a:r>
              <a:rPr lang="en-US" altLang="zh-CN" sz="1400" b="1" dirty="0">
                <a:solidFill>
                  <a:schemeClr val="bg1"/>
                </a:solidFill>
              </a:rPr>
              <a:t>WP2</a:t>
            </a:r>
            <a:r>
              <a:rPr lang="zh-CN" altLang="en-US" sz="1400" b="1" dirty="0">
                <a:solidFill>
                  <a:schemeClr val="bg1"/>
                </a:solidFill>
              </a:rPr>
              <a:t> 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0" name="Gleichschenkliges Dreieck 75">
            <a:extLst>
              <a:ext uri="{FF2B5EF4-FFF2-40B4-BE49-F238E27FC236}">
                <a16:creationId xmlns:a16="http://schemas.microsoft.com/office/drawing/2014/main" id="{65411E97-5EB5-4060-A6CE-65B3CDB47C6F}"/>
              </a:ext>
            </a:extLst>
          </p:cNvPr>
          <p:cNvSpPr>
            <a:spLocks/>
          </p:cNvSpPr>
          <p:nvPr/>
        </p:nvSpPr>
        <p:spPr bwMode="gray">
          <a:xfrm rot="5400000">
            <a:off x="7070024" y="1298182"/>
            <a:ext cx="215264" cy="10774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9" dirty="0" err="1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B07064D3-FFA9-424C-AE34-541A5DE65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84" y="1726399"/>
            <a:ext cx="2741043" cy="133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feld 51">
            <a:extLst>
              <a:ext uri="{FF2B5EF4-FFF2-40B4-BE49-F238E27FC236}">
                <a16:creationId xmlns:a16="http://schemas.microsoft.com/office/drawing/2014/main" id="{D72530BF-7F77-4BAE-8B7B-8CA502070F74}"/>
              </a:ext>
            </a:extLst>
          </p:cNvPr>
          <p:cNvSpPr txBox="1">
            <a:spLocks/>
          </p:cNvSpPr>
          <p:nvPr/>
        </p:nvSpPr>
        <p:spPr bwMode="gray">
          <a:xfrm>
            <a:off x="411162" y="3896953"/>
            <a:ext cx="3257071" cy="21848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参与设计台硬件建造的讨论，给出相关建议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. </a:t>
            </a:r>
          </a:p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传感器选型、安装及顺线的讨论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.</a:t>
            </a:r>
          </a:p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推荐传感数据的采集方案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.</a:t>
            </a:r>
          </a:p>
          <a:p>
            <a:pPr marL="102870">
              <a:spcAft>
                <a:spcPts val="300"/>
              </a:spcAft>
              <a:tabLst>
                <a:tab pos="0" algn="l"/>
              </a:tabLst>
            </a:pP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 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600" dirty="0">
              <a:latin typeface="Arial" panose="020B0604020202020204" pitchFamily="34" charset="0"/>
              <a:ea typeface="Arial Unicode MS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dirty="0">
                <a:latin typeface="Arial" panose="020B0604020202020204" pitchFamily="34" charset="0"/>
                <a:ea typeface="Arial Unicode MS"/>
              </a:rPr>
              <a:t>	    </a:t>
            </a: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Arial" panose="020B0604020202020204" pitchFamily="34" charset="0"/>
              <a:ea typeface="Arial Unicode MS"/>
            </a:endParaRPr>
          </a:p>
        </p:txBody>
      </p:sp>
      <p:pic>
        <p:nvPicPr>
          <p:cNvPr id="24" name="Picture 337">
            <a:extLst>
              <a:ext uri="{FF2B5EF4-FFF2-40B4-BE49-F238E27FC236}">
                <a16:creationId xmlns:a16="http://schemas.microsoft.com/office/drawing/2014/main" id="{43FFC179-DAAD-47FB-88A6-DDD0CDBBB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35956" y="1726399"/>
            <a:ext cx="1677735" cy="129807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C0C476B-7B69-4EB6-BF26-A087F9157D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917" y="2086770"/>
            <a:ext cx="1461609" cy="10365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Textfeld 51">
            <a:extLst>
              <a:ext uri="{FF2B5EF4-FFF2-40B4-BE49-F238E27FC236}">
                <a16:creationId xmlns:a16="http://schemas.microsoft.com/office/drawing/2014/main" id="{0A526ADE-8E4D-412E-B4F7-DCF232609BE6}"/>
              </a:ext>
            </a:extLst>
          </p:cNvPr>
          <p:cNvSpPr txBox="1">
            <a:spLocks/>
          </p:cNvSpPr>
          <p:nvPr/>
        </p:nvSpPr>
        <p:spPr bwMode="gray">
          <a:xfrm>
            <a:off x="4141381" y="3865246"/>
            <a:ext cx="3090145" cy="21848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定义数据特征变量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.</a:t>
            </a:r>
          </a:p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如采纳西门子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T</a:t>
            </a: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的数采方案，则由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T</a:t>
            </a: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完成数据采集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.</a:t>
            </a:r>
          </a:p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基于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X-Tools</a:t>
            </a: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搭建数据分析流，进行故障频率追踪，并验证追踪。</a:t>
            </a: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数据展示基于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X-Tools</a:t>
            </a: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，存储方式为文件存储。</a:t>
            </a: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攥写说明文档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&amp;</a:t>
            </a: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培训。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 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600" dirty="0">
              <a:latin typeface="Arial" panose="020B0604020202020204" pitchFamily="34" charset="0"/>
              <a:ea typeface="Arial Unicode MS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dirty="0">
                <a:latin typeface="Arial" panose="020B0604020202020204" pitchFamily="34" charset="0"/>
                <a:ea typeface="Arial Unicode MS"/>
              </a:rPr>
              <a:t>	    </a:t>
            </a: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Arial" panose="020B0604020202020204" pitchFamily="34" charset="0"/>
              <a:ea typeface="Arial Unicode MS"/>
            </a:endParaRPr>
          </a:p>
        </p:txBody>
      </p:sp>
      <p:sp>
        <p:nvSpPr>
          <p:cNvPr id="28" name="Rechteck 17">
            <a:extLst>
              <a:ext uri="{FF2B5EF4-FFF2-40B4-BE49-F238E27FC236}">
                <a16:creationId xmlns:a16="http://schemas.microsoft.com/office/drawing/2014/main" id="{EE425165-EF34-47C8-B6E6-6DEADE15DA52}"/>
              </a:ext>
            </a:extLst>
          </p:cNvPr>
          <p:cNvSpPr>
            <a:spLocks/>
          </p:cNvSpPr>
          <p:nvPr/>
        </p:nvSpPr>
        <p:spPr bwMode="gray">
          <a:xfrm>
            <a:off x="7967295" y="1178921"/>
            <a:ext cx="3152523" cy="373431"/>
          </a:xfrm>
          <a:prstGeom prst="rect">
            <a:avLst/>
          </a:prstGeom>
          <a:solidFill>
            <a:srgbClr val="4BB9B9"/>
          </a:solidFill>
          <a:ln w="19050">
            <a:solidFill>
              <a:srgbClr val="4BB9B9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边缘计算服务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9" name="Rechteck 17">
            <a:extLst>
              <a:ext uri="{FF2B5EF4-FFF2-40B4-BE49-F238E27FC236}">
                <a16:creationId xmlns:a16="http://schemas.microsoft.com/office/drawing/2014/main" id="{1BC15456-5F87-413B-937F-B068F31A042F}"/>
              </a:ext>
            </a:extLst>
          </p:cNvPr>
          <p:cNvSpPr>
            <a:spLocks/>
          </p:cNvSpPr>
          <p:nvPr/>
        </p:nvSpPr>
        <p:spPr bwMode="gray">
          <a:xfrm>
            <a:off x="7967295" y="3319861"/>
            <a:ext cx="3152523" cy="373430"/>
          </a:xfrm>
          <a:prstGeom prst="rect">
            <a:avLst/>
          </a:prstGeom>
          <a:solidFill>
            <a:srgbClr val="005F87"/>
          </a:solidFill>
          <a:ln w="19050">
            <a:solidFill>
              <a:srgbClr val="005F87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提供集成机器学习算法的应用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3" name="Textfeld 51">
            <a:extLst>
              <a:ext uri="{FF2B5EF4-FFF2-40B4-BE49-F238E27FC236}">
                <a16:creationId xmlns:a16="http://schemas.microsoft.com/office/drawing/2014/main" id="{30035183-4E6A-4557-8642-F14AED2AA85E}"/>
              </a:ext>
            </a:extLst>
          </p:cNvPr>
          <p:cNvSpPr txBox="1">
            <a:spLocks/>
          </p:cNvSpPr>
          <p:nvPr/>
        </p:nvSpPr>
        <p:spPr bwMode="gray">
          <a:xfrm>
            <a:off x="7821604" y="3865246"/>
            <a:ext cx="3443904" cy="21848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285750" indent="-18288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提供应用服务，以支持工程师工作和跟踪分析结果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. </a:t>
            </a: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主要包含：</a:t>
            </a: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 marL="845820" lvl="1" indent="-285750">
              <a:spcAft>
                <a:spcPts val="300"/>
              </a:spcAft>
              <a:buFontTx/>
              <a:buChar char="-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特征数据的数据库模式存储</a:t>
            </a: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 marL="845820" lvl="1" indent="-285750">
              <a:spcAft>
                <a:spcPts val="300"/>
              </a:spcAft>
              <a:buFontTx/>
              <a:buChar char="-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管理数据样本，并为数据 打标签</a:t>
            </a: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 marL="845820" lvl="1" indent="-285750">
              <a:spcAft>
                <a:spcPts val="300"/>
              </a:spcAft>
              <a:buFontTx/>
              <a:buChar char="-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集成多类机器学习算法，可以选择不同算法进行对样本的训练</a:t>
            </a: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 marL="845820" lvl="1" indent="-285750">
              <a:spcAft>
                <a:spcPts val="300"/>
              </a:spcAft>
              <a:buFontTx/>
              <a:buChar char="-"/>
              <a:tabLst>
                <a:tab pos="0" algn="l"/>
              </a:tabLst>
            </a:pPr>
            <a:r>
              <a:rPr lang="zh-CN" altLang="en-US" sz="1400" dirty="0">
                <a:latin typeface="Arial" panose="020B0604020202020204" pitchFamily="34" charset="0"/>
                <a:ea typeface="Arial Unicode MS"/>
              </a:rPr>
              <a:t>支持数据查询和展示（展示模式待定）</a:t>
            </a: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 marL="102870">
              <a:spcAft>
                <a:spcPts val="300"/>
              </a:spcAft>
              <a:tabLst>
                <a:tab pos="0" algn="l"/>
              </a:tabLst>
            </a:pP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 marL="102870">
              <a:spcAft>
                <a:spcPts val="300"/>
              </a:spcAft>
              <a:tabLst>
                <a:tab pos="0" algn="l"/>
              </a:tabLst>
            </a:pPr>
            <a:endParaRPr lang="en-US" altLang="zh-CN" sz="1400" dirty="0">
              <a:latin typeface="Arial" panose="020B0604020202020204" pitchFamily="34" charset="0"/>
              <a:ea typeface="Arial Unicode MS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 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600" dirty="0">
              <a:latin typeface="Arial" panose="020B0604020202020204" pitchFamily="34" charset="0"/>
              <a:ea typeface="Arial Unicode MS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dirty="0">
                <a:latin typeface="Arial" panose="020B0604020202020204" pitchFamily="34" charset="0"/>
                <a:ea typeface="Arial Unicode MS"/>
              </a:rPr>
              <a:t>	    </a:t>
            </a: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Arial" panose="020B0604020202020204" pitchFamily="34" charset="0"/>
              <a:ea typeface="Arial Unicode M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749ECC0-671A-4D59-9CA8-5433D2B239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67295" y="1750923"/>
            <a:ext cx="1917770" cy="102532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41B645-52F4-4997-8F41-D59FD4A7BE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39707" y="2086770"/>
            <a:ext cx="2290715" cy="103651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D390F4-99EB-41E8-9F0D-24C284254596}"/>
              </a:ext>
            </a:extLst>
          </p:cNvPr>
          <p:cNvSpPr/>
          <p:nvPr/>
        </p:nvSpPr>
        <p:spPr>
          <a:xfrm>
            <a:off x="411162" y="859316"/>
            <a:ext cx="7201493" cy="5398265"/>
          </a:xfrm>
          <a:prstGeom prst="rect">
            <a:avLst/>
          </a:prstGeom>
          <a:noFill/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0" name="Rechteck 17">
            <a:extLst>
              <a:ext uri="{FF2B5EF4-FFF2-40B4-BE49-F238E27FC236}">
                <a16:creationId xmlns:a16="http://schemas.microsoft.com/office/drawing/2014/main" id="{261B488D-9278-409F-84DF-1186E40342DA}"/>
              </a:ext>
            </a:extLst>
          </p:cNvPr>
          <p:cNvSpPr>
            <a:spLocks/>
          </p:cNvSpPr>
          <p:nvPr/>
        </p:nvSpPr>
        <p:spPr bwMode="gray">
          <a:xfrm>
            <a:off x="3078294" y="5843941"/>
            <a:ext cx="1824212" cy="378130"/>
          </a:xfrm>
          <a:prstGeom prst="rect">
            <a:avLst/>
          </a:prstGeom>
          <a:solidFill>
            <a:srgbClr val="FFC000"/>
          </a:solidFill>
          <a:ln w="19050">
            <a:noFill/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Prototype 1.0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829A9A-100B-4F87-BE23-AEC29367E2B7}"/>
              </a:ext>
            </a:extLst>
          </p:cNvPr>
          <p:cNvSpPr/>
          <p:nvPr/>
        </p:nvSpPr>
        <p:spPr>
          <a:xfrm>
            <a:off x="7817579" y="859316"/>
            <a:ext cx="3554867" cy="5398265"/>
          </a:xfrm>
          <a:prstGeom prst="rect">
            <a:avLst/>
          </a:prstGeom>
          <a:noFill/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2" name="Rechteck 17">
            <a:extLst>
              <a:ext uri="{FF2B5EF4-FFF2-40B4-BE49-F238E27FC236}">
                <a16:creationId xmlns:a16="http://schemas.microsoft.com/office/drawing/2014/main" id="{57428F85-B252-47C0-9010-426169441140}"/>
              </a:ext>
            </a:extLst>
          </p:cNvPr>
          <p:cNvSpPr>
            <a:spLocks/>
          </p:cNvSpPr>
          <p:nvPr/>
        </p:nvSpPr>
        <p:spPr bwMode="gray">
          <a:xfrm>
            <a:off x="8827263" y="5842379"/>
            <a:ext cx="1824212" cy="378130"/>
          </a:xfrm>
          <a:prstGeom prst="rect">
            <a:avLst/>
          </a:prstGeom>
          <a:solidFill>
            <a:srgbClr val="FFC000"/>
          </a:solidFill>
          <a:ln w="19050">
            <a:noFill/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Prototype 2.0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ECD89C-446E-4F43-8090-F44D84103213}"/>
              </a:ext>
            </a:extLst>
          </p:cNvPr>
          <p:cNvSpPr/>
          <p:nvPr/>
        </p:nvSpPr>
        <p:spPr>
          <a:xfrm>
            <a:off x="2159306" y="3343076"/>
            <a:ext cx="1262222" cy="327716"/>
          </a:xfrm>
          <a:prstGeom prst="roundRect">
            <a:avLst/>
          </a:prstGeom>
          <a:solidFill>
            <a:srgbClr val="FFD7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zh-CN" altLang="en-US" sz="1600" dirty="0"/>
              <a:t>￥</a:t>
            </a:r>
            <a:r>
              <a:rPr lang="en-US" altLang="zh-CN" sz="1600" dirty="0"/>
              <a:t>50,000</a:t>
            </a:r>
            <a:endParaRPr lang="en-US" sz="16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0A7B4E5-C37B-49CB-87FB-1B8C6BEC30AE}"/>
              </a:ext>
            </a:extLst>
          </p:cNvPr>
          <p:cNvSpPr/>
          <p:nvPr/>
        </p:nvSpPr>
        <p:spPr>
          <a:xfrm>
            <a:off x="6017632" y="3342718"/>
            <a:ext cx="1262222" cy="327716"/>
          </a:xfrm>
          <a:prstGeom prst="roundRect">
            <a:avLst/>
          </a:prstGeom>
          <a:solidFill>
            <a:srgbClr val="FFD7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zh-CN" altLang="en-US" sz="1600" dirty="0"/>
              <a:t>￥</a:t>
            </a:r>
            <a:r>
              <a:rPr lang="en-US" altLang="zh-CN" sz="1600" dirty="0"/>
              <a:t>200,000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691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/>
      <p:bldP spid="33" grpId="0"/>
      <p:bldP spid="5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5" name="think-cell Slide" r:id="rId7" imgW="400" imgH="393" progId="TCLayout.ActiveDocument.1">
                  <p:embed/>
                </p:oleObj>
              </mc:Choice>
              <mc:Fallback>
                <p:oleObj name="think-cell Slide" r:id="rId7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428874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Prototype 1.0-WP1 </a:t>
            </a:r>
            <a:r>
              <a:rPr lang="zh-CN" altLang="en-US" dirty="0"/>
              <a:t>技术支持</a:t>
            </a:r>
            <a:r>
              <a:rPr lang="en-US" altLang="zh-CN" dirty="0"/>
              <a:t>-</a:t>
            </a:r>
            <a:r>
              <a:rPr lang="zh-CN" altLang="en-US" dirty="0"/>
              <a:t>数采方案</a:t>
            </a:r>
            <a:br>
              <a:rPr lang="en-US" altLang="zh-CN" dirty="0"/>
            </a:b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0E4241-D663-4D7D-AC47-0F1D1ED8B151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>
              <a:extLst>
                <a:ext uri="{FF2B5EF4-FFF2-40B4-BE49-F238E27FC236}">
                  <a16:creationId xmlns:a16="http://schemas.microsoft.com/office/drawing/2014/main" id="{30089872-6CBA-459D-845C-976EEACC2D3F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>
              <a:extLst>
                <a:ext uri="{FF2B5EF4-FFF2-40B4-BE49-F238E27FC236}">
                  <a16:creationId xmlns:a16="http://schemas.microsoft.com/office/drawing/2014/main" id="{9F34FCA9-4349-4C9D-9686-59BEBC230B4E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5</a:t>
              </a:fld>
              <a:endParaRPr lang="en-US" sz="900" dirty="0"/>
            </a:p>
          </p:txBody>
        </p:sp>
      </p:grpSp>
      <p:pic>
        <p:nvPicPr>
          <p:cNvPr id="34" name="Grafik 18">
            <a:extLst>
              <a:ext uri="{FF2B5EF4-FFF2-40B4-BE49-F238E27FC236}">
                <a16:creationId xmlns:a16="http://schemas.microsoft.com/office/drawing/2014/main" id="{D3F14177-D803-47E6-9C5A-DA985F91B8A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863" y="1429668"/>
            <a:ext cx="2148656" cy="119809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2E48242-7FCA-437E-8765-6460AA6E03B2}"/>
              </a:ext>
            </a:extLst>
          </p:cNvPr>
          <p:cNvSpPr txBox="1"/>
          <p:nvPr/>
        </p:nvSpPr>
        <p:spPr>
          <a:xfrm>
            <a:off x="2745495" y="2841629"/>
            <a:ext cx="21480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  <a:ea typeface="Microsoft YaHei"/>
              </a:rPr>
              <a:t>PLC 1200 + SM1281</a:t>
            </a: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graphicFrame>
        <p:nvGraphicFramePr>
          <p:cNvPr id="36" name="Table 12">
            <a:extLst>
              <a:ext uri="{FF2B5EF4-FFF2-40B4-BE49-F238E27FC236}">
                <a16:creationId xmlns:a16="http://schemas.microsoft.com/office/drawing/2014/main" id="{79B395C9-29C3-47E5-9326-F1E20A334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703835"/>
              </p:ext>
            </p:extLst>
          </p:nvPr>
        </p:nvGraphicFramePr>
        <p:xfrm>
          <a:off x="1311401" y="4075957"/>
          <a:ext cx="9569197" cy="13411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45130">
                  <a:extLst>
                    <a:ext uri="{9D8B030D-6E8A-4147-A177-3AD203B41FA5}">
                      <a16:colId xmlns:a16="http://schemas.microsoft.com/office/drawing/2014/main" val="2985795571"/>
                    </a:ext>
                  </a:extLst>
                </a:gridCol>
                <a:gridCol w="1577881">
                  <a:extLst>
                    <a:ext uri="{9D8B030D-6E8A-4147-A177-3AD203B41FA5}">
                      <a16:colId xmlns:a16="http://schemas.microsoft.com/office/drawing/2014/main" val="2217865113"/>
                    </a:ext>
                  </a:extLst>
                </a:gridCol>
                <a:gridCol w="862021">
                  <a:extLst>
                    <a:ext uri="{9D8B030D-6E8A-4147-A177-3AD203B41FA5}">
                      <a16:colId xmlns:a16="http://schemas.microsoft.com/office/drawing/2014/main" val="1928686279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3844564437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3501727022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3468345452"/>
                    </a:ext>
                  </a:extLst>
                </a:gridCol>
                <a:gridCol w="1394461">
                  <a:extLst>
                    <a:ext uri="{9D8B030D-6E8A-4147-A177-3AD203B41FA5}">
                      <a16:colId xmlns:a16="http://schemas.microsoft.com/office/drawing/2014/main" val="3489795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Price</a:t>
                      </a:r>
                    </a:p>
                    <a:p>
                      <a:r>
                        <a:rPr lang="en-US" sz="1400" dirty="0"/>
                        <a:t>(RMB)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sensor conn.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Sampling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RawData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06315"/>
                  </a:ext>
                </a:extLst>
              </a:tr>
              <a:tr h="259080">
                <a:tc rowSpan="2">
                  <a:txBody>
                    <a:bodyPr/>
                    <a:lstStyle/>
                    <a:p>
                      <a:r>
                        <a:rPr lang="en-US" altLang="zh-CN" sz="1400" dirty="0"/>
                        <a:t>PLC +SM1281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SM1281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PLC program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X-Tools or storge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928648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S7-1200 PLC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~5000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Max. connect 7 SM1281modules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7143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FA32371-B0AE-4EE7-83CB-C90051EA68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5716" y="794900"/>
            <a:ext cx="2787267" cy="262368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5F3382B-182B-41D3-8423-3E6E9BA43C4A}"/>
              </a:ext>
            </a:extLst>
          </p:cNvPr>
          <p:cNvSpPr txBox="1"/>
          <p:nvPr/>
        </p:nvSpPr>
        <p:spPr>
          <a:xfrm>
            <a:off x="1352107" y="5667902"/>
            <a:ext cx="79858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Microsoft YaHei"/>
              </a:rPr>
              <a:t>Note:  the Hardware</a:t>
            </a:r>
            <a:r>
              <a:rPr lang="zh-CN" altLang="en-US" sz="1600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Microsoft YaHei"/>
              </a:rPr>
              <a:t>price is reference</a:t>
            </a:r>
            <a:r>
              <a:rPr lang="zh-CN" altLang="en-US" sz="1600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Microsoft YaHei"/>
              </a:rPr>
              <a:t>and CMS X-Tools software is more than 15kRMB</a:t>
            </a:r>
          </a:p>
        </p:txBody>
      </p:sp>
    </p:spTree>
    <p:extLst>
      <p:ext uri="{BB962C8B-B14F-4D97-AF65-F5344CB8AC3E}">
        <p14:creationId xmlns:p14="http://schemas.microsoft.com/office/powerpoint/2010/main" val="427159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9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428874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Prototype 1.0-WP2 </a:t>
            </a:r>
            <a:r>
              <a:rPr lang="zh-CN" altLang="en-US" dirty="0"/>
              <a:t>基于</a:t>
            </a:r>
            <a:r>
              <a:rPr lang="en-US" altLang="zh-CN" dirty="0"/>
              <a:t>X-Tools</a:t>
            </a:r>
            <a:r>
              <a:rPr lang="zh-CN" altLang="en-US" dirty="0"/>
              <a:t>的数据特征分析</a:t>
            </a:r>
            <a:br>
              <a:rPr lang="en-US" altLang="zh-CN" dirty="0"/>
            </a:b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0E4241-D663-4D7D-AC47-0F1D1ED8B151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>
              <a:extLst>
                <a:ext uri="{FF2B5EF4-FFF2-40B4-BE49-F238E27FC236}">
                  <a16:creationId xmlns:a16="http://schemas.microsoft.com/office/drawing/2014/main" id="{30089872-6CBA-459D-845C-976EEACC2D3F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>
              <a:extLst>
                <a:ext uri="{FF2B5EF4-FFF2-40B4-BE49-F238E27FC236}">
                  <a16:creationId xmlns:a16="http://schemas.microsoft.com/office/drawing/2014/main" id="{9F34FCA9-4349-4C9D-9686-59BEBC230B4E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6</a:t>
              </a:fld>
              <a:endParaRPr lang="en-US" sz="9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39EAE59-57B1-4B41-9598-EE5DB9B271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324" y="1522667"/>
            <a:ext cx="4850749" cy="2706473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1FA7545A-A075-4EC4-AD7E-E3BD1AF8C016}"/>
              </a:ext>
            </a:extLst>
          </p:cNvPr>
          <p:cNvSpPr>
            <a:spLocks/>
          </p:cNvSpPr>
          <p:nvPr/>
        </p:nvSpPr>
        <p:spPr bwMode="gray">
          <a:xfrm>
            <a:off x="560248" y="4431709"/>
            <a:ext cx="4354899" cy="373431"/>
          </a:xfrm>
          <a:prstGeom prst="rect">
            <a:avLst/>
          </a:prstGeom>
          <a:solidFill>
            <a:srgbClr val="4BB9B9"/>
          </a:solidFill>
          <a:ln w="19050">
            <a:solidFill>
              <a:srgbClr val="4BB9B9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基于</a:t>
            </a:r>
            <a:r>
              <a:rPr lang="en-US" altLang="zh-CN" sz="1400" b="1" dirty="0">
                <a:solidFill>
                  <a:schemeClr val="bg1"/>
                </a:solidFill>
              </a:rPr>
              <a:t>FMEA </a:t>
            </a:r>
            <a:r>
              <a:rPr lang="zh-CN" altLang="en-US" sz="1400" b="1" dirty="0">
                <a:solidFill>
                  <a:schemeClr val="bg1"/>
                </a:solidFill>
              </a:rPr>
              <a:t>构建数据分析流，输出监控的特征数据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00ECD0-15C3-4F4E-8556-DDCFE6989D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9783" y="716874"/>
            <a:ext cx="3562345" cy="2697626"/>
          </a:xfrm>
          <a:prstGeom prst="rect">
            <a:avLst/>
          </a:prstGeom>
        </p:spPr>
      </p:pic>
      <p:sp>
        <p:nvSpPr>
          <p:cNvPr id="19" name="Rechteck 17">
            <a:extLst>
              <a:ext uri="{FF2B5EF4-FFF2-40B4-BE49-F238E27FC236}">
                <a16:creationId xmlns:a16="http://schemas.microsoft.com/office/drawing/2014/main" id="{3EAF9CC1-52ED-4CF6-8CD5-99B8249BA2E0}"/>
              </a:ext>
            </a:extLst>
          </p:cNvPr>
          <p:cNvSpPr>
            <a:spLocks/>
          </p:cNvSpPr>
          <p:nvPr/>
        </p:nvSpPr>
        <p:spPr bwMode="gray">
          <a:xfrm>
            <a:off x="6096000" y="3429000"/>
            <a:ext cx="4372071" cy="381642"/>
          </a:xfrm>
          <a:prstGeom prst="rect">
            <a:avLst/>
          </a:prstGeom>
          <a:solidFill>
            <a:srgbClr val="4BB9B9"/>
          </a:solidFill>
          <a:ln w="19050">
            <a:solidFill>
              <a:srgbClr val="4BB9B9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测试中实时监测，随意拖动监测变量进行观测比对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0913FF-FBDB-4DA9-BCF4-602293940C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3091" y="4043400"/>
            <a:ext cx="2987521" cy="1434827"/>
          </a:xfrm>
          <a:prstGeom prst="rect">
            <a:avLst/>
          </a:prstGeom>
        </p:spPr>
      </p:pic>
      <p:sp>
        <p:nvSpPr>
          <p:cNvPr id="21" name="Rechteck 17">
            <a:extLst>
              <a:ext uri="{FF2B5EF4-FFF2-40B4-BE49-F238E27FC236}">
                <a16:creationId xmlns:a16="http://schemas.microsoft.com/office/drawing/2014/main" id="{EB8022B0-6098-4213-9703-752476590065}"/>
              </a:ext>
            </a:extLst>
          </p:cNvPr>
          <p:cNvSpPr>
            <a:spLocks/>
          </p:cNvSpPr>
          <p:nvPr/>
        </p:nvSpPr>
        <p:spPr bwMode="gray">
          <a:xfrm>
            <a:off x="6113172" y="5647745"/>
            <a:ext cx="4354899" cy="373431"/>
          </a:xfrm>
          <a:prstGeom prst="rect">
            <a:avLst/>
          </a:prstGeom>
          <a:solidFill>
            <a:srgbClr val="4BB9B9"/>
          </a:solidFill>
          <a:ln w="19050">
            <a:solidFill>
              <a:srgbClr val="4BB9B9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数据文件存储模式，支持数据导入追溯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5A3F82-69C9-4068-82F8-598FA95378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3443" y="4089882"/>
            <a:ext cx="3070132" cy="14305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29DE4A-E063-4EE3-A366-61230F1FA1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695" y="5099817"/>
            <a:ext cx="4471305" cy="105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6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3373"/>
          <a:ext cx="1586" cy="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3" name="Objekt 1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3373"/>
                        <a:ext cx="1586" cy="1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Freeform 10">
            <a:extLst>
              <a:ext uri="{FF2B5EF4-FFF2-40B4-BE49-F238E27FC236}">
                <a16:creationId xmlns:a16="http://schemas.microsoft.com/office/drawing/2014/main" id="{5DE8E61E-EEF5-4B33-BF97-CAB03B81F2C9}"/>
              </a:ext>
            </a:extLst>
          </p:cNvPr>
          <p:cNvSpPr/>
          <p:nvPr/>
        </p:nvSpPr>
        <p:spPr bwMode="auto">
          <a:xfrm>
            <a:off x="660653" y="586165"/>
            <a:ext cx="3912225" cy="3290987"/>
          </a:xfrm>
          <a:custGeom>
            <a:avLst/>
            <a:gdLst>
              <a:gd name="connsiteX0" fmla="*/ 0 w 7170801"/>
              <a:gd name="connsiteY0" fmla="*/ 0 h 6032118"/>
              <a:gd name="connsiteX1" fmla="*/ 7170801 w 7170801"/>
              <a:gd name="connsiteY1" fmla="*/ 7572 h 6032118"/>
              <a:gd name="connsiteX2" fmla="*/ 6573992 w 7170801"/>
              <a:gd name="connsiteY2" fmla="*/ 5131398 h 6032118"/>
              <a:gd name="connsiteX3" fmla="*/ 2970687 w 7170801"/>
              <a:gd name="connsiteY3" fmla="*/ 5131398 h 6032118"/>
              <a:gd name="connsiteX4" fmla="*/ 1602497 w 7170801"/>
              <a:gd name="connsiteY4" fmla="*/ 6032118 h 6032118"/>
              <a:gd name="connsiteX5" fmla="*/ 1602497 w 7170801"/>
              <a:gd name="connsiteY5" fmla="*/ 5131398 h 6032118"/>
              <a:gd name="connsiteX6" fmla="*/ 484094 w 7170801"/>
              <a:gd name="connsiteY6" fmla="*/ 5131398 h 603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0801" h="6032118">
                <a:moveTo>
                  <a:pt x="0" y="0"/>
                </a:moveTo>
                <a:lnTo>
                  <a:pt x="7170801" y="7572"/>
                </a:lnTo>
                <a:lnTo>
                  <a:pt x="6573992" y="5131398"/>
                </a:lnTo>
                <a:lnTo>
                  <a:pt x="2970687" y="5131398"/>
                </a:lnTo>
                <a:lnTo>
                  <a:pt x="1602497" y="6032118"/>
                </a:lnTo>
                <a:lnTo>
                  <a:pt x="1602497" y="5131398"/>
                </a:lnTo>
                <a:lnTo>
                  <a:pt x="484094" y="5131398"/>
                </a:lnTo>
                <a:close/>
              </a:path>
            </a:pathLst>
          </a:custGeom>
          <a:solidFill>
            <a:srgbClr val="CDD9E1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86" name="Freeform 9">
            <a:extLst>
              <a:ext uri="{FF2B5EF4-FFF2-40B4-BE49-F238E27FC236}">
                <a16:creationId xmlns:a16="http://schemas.microsoft.com/office/drawing/2014/main" id="{8EB4F48C-C696-4BD1-8FD6-34E9A53D4AF5}"/>
              </a:ext>
            </a:extLst>
          </p:cNvPr>
          <p:cNvSpPr/>
          <p:nvPr/>
        </p:nvSpPr>
        <p:spPr bwMode="auto">
          <a:xfrm>
            <a:off x="3612269" y="2601396"/>
            <a:ext cx="4354965" cy="3060704"/>
          </a:xfrm>
          <a:custGeom>
            <a:avLst/>
            <a:gdLst>
              <a:gd name="connsiteX0" fmla="*/ 0 w 4357233"/>
              <a:gd name="connsiteY0" fmla="*/ 0 h 3062298"/>
              <a:gd name="connsiteX1" fmla="*/ 4357233 w 4357233"/>
              <a:gd name="connsiteY1" fmla="*/ 0 h 3062298"/>
              <a:gd name="connsiteX2" fmla="*/ 4061717 w 4357233"/>
              <a:gd name="connsiteY2" fmla="*/ 2542701 h 3062298"/>
              <a:gd name="connsiteX3" fmla="*/ 1670637 w 4357233"/>
              <a:gd name="connsiteY3" fmla="*/ 2542700 h 3062298"/>
              <a:gd name="connsiteX4" fmla="*/ 883104 w 4357233"/>
              <a:gd name="connsiteY4" fmla="*/ 3062298 h 3062298"/>
              <a:gd name="connsiteX5" fmla="*/ 883104 w 4357233"/>
              <a:gd name="connsiteY5" fmla="*/ 2542700 h 3062298"/>
              <a:gd name="connsiteX6" fmla="*/ 239350 w 4357233"/>
              <a:gd name="connsiteY6" fmla="*/ 2542700 h 306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7233" h="3062298">
                <a:moveTo>
                  <a:pt x="0" y="0"/>
                </a:moveTo>
                <a:lnTo>
                  <a:pt x="4357233" y="0"/>
                </a:lnTo>
                <a:lnTo>
                  <a:pt x="4061717" y="2542701"/>
                </a:lnTo>
                <a:lnTo>
                  <a:pt x="1670637" y="2542700"/>
                </a:lnTo>
                <a:lnTo>
                  <a:pt x="883104" y="3062298"/>
                </a:lnTo>
                <a:lnTo>
                  <a:pt x="883104" y="2542700"/>
                </a:lnTo>
                <a:lnTo>
                  <a:pt x="239350" y="2542700"/>
                </a:lnTo>
                <a:close/>
              </a:path>
            </a:pathLst>
          </a:custGeom>
          <a:solidFill>
            <a:srgbClr val="50BED7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87" name="Textfeld 2">
            <a:extLst>
              <a:ext uri="{FF2B5EF4-FFF2-40B4-BE49-F238E27FC236}">
                <a16:creationId xmlns:a16="http://schemas.microsoft.com/office/drawing/2014/main" id="{51997959-81F4-4657-B02F-E5A3A0A860A5}"/>
              </a:ext>
            </a:extLst>
          </p:cNvPr>
          <p:cNvSpPr txBox="1"/>
          <p:nvPr/>
        </p:nvSpPr>
        <p:spPr>
          <a:xfrm>
            <a:off x="1083410" y="1421607"/>
            <a:ext cx="3250157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399"/>
              </a:spcBef>
            </a:pPr>
            <a:r>
              <a:rPr lang="en-US" sz="4798" dirty="0">
                <a:solidFill>
                  <a:srgbClr val="00646E"/>
                </a:solidFill>
                <a:cs typeface="+mn-ea"/>
                <a:sym typeface="+mn-lt"/>
              </a:rPr>
              <a:t>Questions?</a:t>
            </a:r>
          </a:p>
        </p:txBody>
      </p:sp>
      <p:sp>
        <p:nvSpPr>
          <p:cNvPr id="89" name="Textfeld 2">
            <a:extLst>
              <a:ext uri="{FF2B5EF4-FFF2-40B4-BE49-F238E27FC236}">
                <a16:creationId xmlns:a16="http://schemas.microsoft.com/office/drawing/2014/main" id="{698F534C-48DA-4BBB-85C4-C92545AA254A}"/>
              </a:ext>
            </a:extLst>
          </p:cNvPr>
          <p:cNvSpPr txBox="1"/>
          <p:nvPr/>
        </p:nvSpPr>
        <p:spPr>
          <a:xfrm>
            <a:off x="4054474" y="3326897"/>
            <a:ext cx="3312825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399"/>
              </a:spcBef>
            </a:pPr>
            <a:r>
              <a:rPr lang="en-US" sz="4798" dirty="0">
                <a:solidFill>
                  <a:srgbClr val="FFFFFF"/>
                </a:solidFill>
                <a:cs typeface="+mn-ea"/>
                <a:sym typeface="+mn-lt"/>
              </a:rPr>
              <a:t>Answers!</a:t>
            </a:r>
          </a:p>
        </p:txBody>
      </p:sp>
      <p:grpSp>
        <p:nvGrpSpPr>
          <p:cNvPr id="91" name="Gruppieren 134">
            <a:extLst>
              <a:ext uri="{FF2B5EF4-FFF2-40B4-BE49-F238E27FC236}">
                <a16:creationId xmlns:a16="http://schemas.microsoft.com/office/drawing/2014/main" id="{F7870ADA-0F45-4D51-ABFA-20146F7C5ED1}"/>
              </a:ext>
            </a:extLst>
          </p:cNvPr>
          <p:cNvGrpSpPr/>
          <p:nvPr/>
        </p:nvGrpSpPr>
        <p:grpSpPr bwMode="gray">
          <a:xfrm>
            <a:off x="5880089" y="4415959"/>
            <a:ext cx="6328151" cy="1960727"/>
            <a:chOff x="3846455" y="4452590"/>
            <a:chExt cx="6087317" cy="2155882"/>
          </a:xfrm>
        </p:grpSpPr>
        <p:sp>
          <p:nvSpPr>
            <p:cNvPr id="92" name="Rectangle 1622">
              <a:extLst>
                <a:ext uri="{FF2B5EF4-FFF2-40B4-BE49-F238E27FC236}">
                  <a16:creationId xmlns:a16="http://schemas.microsoft.com/office/drawing/2014/main" id="{19FEFF4B-52B3-4D6C-BC6C-306242A389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26503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3" name="Rectangle 1623">
              <a:extLst>
                <a:ext uri="{FF2B5EF4-FFF2-40B4-BE49-F238E27FC236}">
                  <a16:creationId xmlns:a16="http://schemas.microsoft.com/office/drawing/2014/main" id="{5BF10F21-5E59-412A-97F0-62923CCF86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64099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4" name="Freeform 1997">
              <a:extLst>
                <a:ext uri="{FF2B5EF4-FFF2-40B4-BE49-F238E27FC236}">
                  <a16:creationId xmlns:a16="http://schemas.microsoft.com/office/drawing/2014/main" id="{AFB89CD5-544B-4C8D-9BBF-6E6615A12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8706101" y="5468223"/>
              <a:ext cx="166130" cy="26705"/>
            </a:xfrm>
            <a:custGeom>
              <a:avLst/>
              <a:gdLst>
                <a:gd name="T0" fmla="*/ 548 w 4846"/>
                <a:gd name="T1" fmla="*/ 0 h 779"/>
                <a:gd name="T2" fmla="*/ 0 w 4846"/>
                <a:gd name="T3" fmla="*/ 750 h 779"/>
                <a:gd name="T4" fmla="*/ 4846 w 4846"/>
                <a:gd name="T5" fmla="*/ 779 h 779"/>
                <a:gd name="T6" fmla="*/ 4846 w 4846"/>
                <a:gd name="T7" fmla="*/ 29 h 779"/>
                <a:gd name="T8" fmla="*/ 548 w 4846"/>
                <a:gd name="T9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6" h="779">
                  <a:moveTo>
                    <a:pt x="548" y="0"/>
                  </a:moveTo>
                  <a:lnTo>
                    <a:pt x="0" y="750"/>
                  </a:lnTo>
                  <a:lnTo>
                    <a:pt x="4846" y="779"/>
                  </a:lnTo>
                  <a:lnTo>
                    <a:pt x="4846" y="29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5" name="Freeform 1998">
              <a:extLst>
                <a:ext uri="{FF2B5EF4-FFF2-40B4-BE49-F238E27FC236}">
                  <a16:creationId xmlns:a16="http://schemas.microsoft.com/office/drawing/2014/main" id="{F9237FAD-F468-47A4-A89D-69B28C9A395A}"/>
                </a:ext>
              </a:extLst>
            </p:cNvPr>
            <p:cNvSpPr>
              <a:spLocks/>
            </p:cNvSpPr>
            <p:nvPr/>
          </p:nvSpPr>
          <p:spPr bwMode="gray">
            <a:xfrm>
              <a:off x="8872231" y="5469219"/>
              <a:ext cx="27700" cy="25711"/>
            </a:xfrm>
            <a:custGeom>
              <a:avLst/>
              <a:gdLst>
                <a:gd name="T0" fmla="*/ 0 w 808"/>
                <a:gd name="T1" fmla="*/ 0 h 750"/>
                <a:gd name="T2" fmla="*/ 808 w 808"/>
                <a:gd name="T3" fmla="*/ 346 h 750"/>
                <a:gd name="T4" fmla="*/ 0 w 808"/>
                <a:gd name="T5" fmla="*/ 750 h 750"/>
                <a:gd name="T6" fmla="*/ 0 w 808"/>
                <a:gd name="T7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8" h="750">
                  <a:moveTo>
                    <a:pt x="0" y="0"/>
                  </a:moveTo>
                  <a:lnTo>
                    <a:pt x="808" y="346"/>
                  </a:lnTo>
                  <a:lnTo>
                    <a:pt x="0" y="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6" name="Freeform 1999">
              <a:extLst>
                <a:ext uri="{FF2B5EF4-FFF2-40B4-BE49-F238E27FC236}">
                  <a16:creationId xmlns:a16="http://schemas.microsoft.com/office/drawing/2014/main" id="{C5CA0D76-FD54-4595-BD17-CA8FA01F95E7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774807"/>
              <a:ext cx="534933" cy="55365"/>
            </a:xfrm>
            <a:custGeom>
              <a:avLst/>
              <a:gdLst>
                <a:gd name="T0" fmla="*/ 485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5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7" name="Freeform 2000">
              <a:extLst>
                <a:ext uri="{FF2B5EF4-FFF2-40B4-BE49-F238E27FC236}">
                  <a16:creationId xmlns:a16="http://schemas.microsoft.com/office/drawing/2014/main" id="{09E0BBE6-47D3-4E6A-8E97-710320D50CD6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8" name="Freeform 2001">
              <a:extLst>
                <a:ext uri="{FF2B5EF4-FFF2-40B4-BE49-F238E27FC236}">
                  <a16:creationId xmlns:a16="http://schemas.microsoft.com/office/drawing/2014/main" id="{A2186172-B232-4DA9-9858-863D2C475394}"/>
                </a:ext>
              </a:extLst>
            </p:cNvPr>
            <p:cNvSpPr>
              <a:spLocks/>
            </p:cNvSpPr>
            <p:nvPr/>
          </p:nvSpPr>
          <p:spPr bwMode="gray">
            <a:xfrm>
              <a:off x="575656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9" name="Freeform 2002">
              <a:extLst>
                <a:ext uri="{FF2B5EF4-FFF2-40B4-BE49-F238E27FC236}">
                  <a16:creationId xmlns:a16="http://schemas.microsoft.com/office/drawing/2014/main" id="{213A3F6F-40BF-4980-9C06-752CD77527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0" name="Freeform 2003">
              <a:extLst>
                <a:ext uri="{FF2B5EF4-FFF2-40B4-BE49-F238E27FC236}">
                  <a16:creationId xmlns:a16="http://schemas.microsoft.com/office/drawing/2014/main" id="{BD0EA405-48FF-40A6-BEED-535581D605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24501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1" name="Freeform 2004">
              <a:extLst>
                <a:ext uri="{FF2B5EF4-FFF2-40B4-BE49-F238E27FC236}">
                  <a16:creationId xmlns:a16="http://schemas.microsoft.com/office/drawing/2014/main" id="{14508009-0B52-4528-A1D1-71C75B124E8C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246696"/>
              <a:ext cx="534933" cy="208673"/>
            </a:xfrm>
            <a:custGeom>
              <a:avLst/>
              <a:gdLst>
                <a:gd name="T0" fmla="*/ 404 w 541"/>
                <a:gd name="T1" fmla="*/ 0 h 211"/>
                <a:gd name="T2" fmla="*/ 136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4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2" name="Freeform 2005">
              <a:extLst>
                <a:ext uri="{FF2B5EF4-FFF2-40B4-BE49-F238E27FC236}">
                  <a16:creationId xmlns:a16="http://schemas.microsoft.com/office/drawing/2014/main" id="{08623B0E-46F3-436D-A676-E16050E82FF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03872" y="4895649"/>
              <a:ext cx="209633" cy="477648"/>
            </a:xfrm>
            <a:custGeom>
              <a:avLst/>
              <a:gdLst>
                <a:gd name="T0" fmla="*/ 0 w 6115"/>
                <a:gd name="T1" fmla="*/ 0 h 13933"/>
                <a:gd name="T2" fmla="*/ 0 w 6115"/>
                <a:gd name="T3" fmla="*/ 836 h 13933"/>
                <a:gd name="T4" fmla="*/ 1298 w 6115"/>
                <a:gd name="T5" fmla="*/ 7846 h 13933"/>
                <a:gd name="T6" fmla="*/ 2279 w 6115"/>
                <a:gd name="T7" fmla="*/ 11913 h 13933"/>
                <a:gd name="T8" fmla="*/ 3115 w 6115"/>
                <a:gd name="T9" fmla="*/ 13933 h 13933"/>
                <a:gd name="T10" fmla="*/ 4010 w 6115"/>
                <a:gd name="T11" fmla="*/ 12000 h 13933"/>
                <a:gd name="T12" fmla="*/ 6115 w 6115"/>
                <a:gd name="T13" fmla="*/ 778 h 13933"/>
                <a:gd name="T14" fmla="*/ 6115 w 6115"/>
                <a:gd name="T15" fmla="*/ 0 h 13933"/>
                <a:gd name="T16" fmla="*/ 0 w 6115"/>
                <a:gd name="T17" fmla="*/ 0 h 13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15" h="13933">
                  <a:moveTo>
                    <a:pt x="0" y="0"/>
                  </a:moveTo>
                  <a:lnTo>
                    <a:pt x="0" y="836"/>
                  </a:lnTo>
                  <a:lnTo>
                    <a:pt x="1298" y="7846"/>
                  </a:lnTo>
                  <a:lnTo>
                    <a:pt x="2279" y="11913"/>
                  </a:lnTo>
                  <a:lnTo>
                    <a:pt x="3115" y="13933"/>
                  </a:lnTo>
                  <a:lnTo>
                    <a:pt x="4010" y="12000"/>
                  </a:lnTo>
                  <a:lnTo>
                    <a:pt x="6115" y="778"/>
                  </a:lnTo>
                  <a:lnTo>
                    <a:pt x="61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3" name="Freeform 2006">
              <a:extLst>
                <a:ext uri="{FF2B5EF4-FFF2-40B4-BE49-F238E27FC236}">
                  <a16:creationId xmlns:a16="http://schemas.microsoft.com/office/drawing/2014/main" id="{957EA48C-D2BF-4D69-B561-9890133580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1709" y="4456533"/>
              <a:ext cx="353000" cy="510320"/>
            </a:xfrm>
            <a:custGeom>
              <a:avLst/>
              <a:gdLst>
                <a:gd name="T0" fmla="*/ 354 w 357"/>
                <a:gd name="T1" fmla="*/ 248 h 516"/>
                <a:gd name="T2" fmla="*/ 329 w 357"/>
                <a:gd name="T3" fmla="*/ 312 h 516"/>
                <a:gd name="T4" fmla="*/ 315 w 357"/>
                <a:gd name="T5" fmla="*/ 322 h 516"/>
                <a:gd name="T6" fmla="*/ 302 w 357"/>
                <a:gd name="T7" fmla="*/ 322 h 516"/>
                <a:gd name="T8" fmla="*/ 289 w 357"/>
                <a:gd name="T9" fmla="*/ 377 h 516"/>
                <a:gd name="T10" fmla="*/ 272 w 357"/>
                <a:gd name="T11" fmla="*/ 386 h 516"/>
                <a:gd name="T12" fmla="*/ 271 w 357"/>
                <a:gd name="T13" fmla="*/ 452 h 516"/>
                <a:gd name="T14" fmla="*/ 189 w 357"/>
                <a:gd name="T15" fmla="*/ 516 h 516"/>
                <a:gd name="T16" fmla="*/ 168 w 357"/>
                <a:gd name="T17" fmla="*/ 516 h 516"/>
                <a:gd name="T18" fmla="*/ 85 w 357"/>
                <a:gd name="T19" fmla="*/ 453 h 516"/>
                <a:gd name="T20" fmla="*/ 84 w 357"/>
                <a:gd name="T21" fmla="*/ 386 h 516"/>
                <a:gd name="T22" fmla="*/ 68 w 357"/>
                <a:gd name="T23" fmla="*/ 377 h 516"/>
                <a:gd name="T24" fmla="*/ 55 w 357"/>
                <a:gd name="T25" fmla="*/ 322 h 516"/>
                <a:gd name="T26" fmla="*/ 42 w 357"/>
                <a:gd name="T27" fmla="*/ 322 h 516"/>
                <a:gd name="T28" fmla="*/ 27 w 357"/>
                <a:gd name="T29" fmla="*/ 312 h 516"/>
                <a:gd name="T30" fmla="*/ 3 w 357"/>
                <a:gd name="T31" fmla="*/ 248 h 516"/>
                <a:gd name="T32" fmla="*/ 11 w 357"/>
                <a:gd name="T33" fmla="*/ 229 h 516"/>
                <a:gd name="T34" fmla="*/ 39 w 357"/>
                <a:gd name="T35" fmla="*/ 244 h 516"/>
                <a:gd name="T36" fmla="*/ 32 w 357"/>
                <a:gd name="T37" fmla="*/ 150 h 516"/>
                <a:gd name="T38" fmla="*/ 45 w 357"/>
                <a:gd name="T39" fmla="*/ 46 h 516"/>
                <a:gd name="T40" fmla="*/ 138 w 357"/>
                <a:gd name="T41" fmla="*/ 0 h 516"/>
                <a:gd name="T42" fmla="*/ 218 w 357"/>
                <a:gd name="T43" fmla="*/ 0 h 516"/>
                <a:gd name="T44" fmla="*/ 313 w 357"/>
                <a:gd name="T45" fmla="*/ 49 h 516"/>
                <a:gd name="T46" fmla="*/ 330 w 357"/>
                <a:gd name="T47" fmla="*/ 150 h 516"/>
                <a:gd name="T48" fmla="*/ 321 w 357"/>
                <a:gd name="T49" fmla="*/ 240 h 516"/>
                <a:gd name="T50" fmla="*/ 345 w 357"/>
                <a:gd name="T51" fmla="*/ 229 h 516"/>
                <a:gd name="T52" fmla="*/ 354 w 357"/>
                <a:gd name="T53" fmla="*/ 248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7" h="516">
                  <a:moveTo>
                    <a:pt x="354" y="248"/>
                  </a:moveTo>
                  <a:cubicBezTo>
                    <a:pt x="329" y="312"/>
                    <a:pt x="329" y="312"/>
                    <a:pt x="329" y="312"/>
                  </a:cubicBezTo>
                  <a:cubicBezTo>
                    <a:pt x="326" y="318"/>
                    <a:pt x="321" y="322"/>
                    <a:pt x="315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289" y="377"/>
                    <a:pt x="289" y="377"/>
                    <a:pt x="289" y="377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1" y="452"/>
                    <a:pt x="271" y="452"/>
                    <a:pt x="271" y="452"/>
                  </a:cubicBezTo>
                  <a:cubicBezTo>
                    <a:pt x="189" y="516"/>
                    <a:pt x="189" y="516"/>
                    <a:pt x="189" y="516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84" y="397"/>
                    <a:pt x="84" y="386"/>
                    <a:pt x="84" y="386"/>
                  </a:cubicBezTo>
                  <a:cubicBezTo>
                    <a:pt x="68" y="377"/>
                    <a:pt x="68" y="377"/>
                    <a:pt x="68" y="377"/>
                  </a:cubicBezTo>
                  <a:cubicBezTo>
                    <a:pt x="55" y="322"/>
                    <a:pt x="55" y="322"/>
                    <a:pt x="55" y="322"/>
                  </a:cubicBezTo>
                  <a:cubicBezTo>
                    <a:pt x="42" y="322"/>
                    <a:pt x="42" y="322"/>
                    <a:pt x="42" y="322"/>
                  </a:cubicBezTo>
                  <a:cubicBezTo>
                    <a:pt x="36" y="322"/>
                    <a:pt x="30" y="318"/>
                    <a:pt x="27" y="312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0" y="241"/>
                    <a:pt x="4" y="233"/>
                    <a:pt x="11" y="229"/>
                  </a:cubicBezTo>
                  <a:cubicBezTo>
                    <a:pt x="29" y="219"/>
                    <a:pt x="39" y="244"/>
                    <a:pt x="39" y="244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13" y="49"/>
                    <a:pt x="313" y="49"/>
                    <a:pt x="313" y="49"/>
                  </a:cubicBezTo>
                  <a:cubicBezTo>
                    <a:pt x="330" y="150"/>
                    <a:pt x="330" y="150"/>
                    <a:pt x="330" y="150"/>
                  </a:cubicBezTo>
                  <a:cubicBezTo>
                    <a:pt x="321" y="240"/>
                    <a:pt x="321" y="240"/>
                    <a:pt x="321" y="240"/>
                  </a:cubicBezTo>
                  <a:cubicBezTo>
                    <a:pt x="323" y="230"/>
                    <a:pt x="336" y="225"/>
                    <a:pt x="345" y="229"/>
                  </a:cubicBezTo>
                  <a:cubicBezTo>
                    <a:pt x="353" y="232"/>
                    <a:pt x="357" y="241"/>
                    <a:pt x="354" y="248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4" name="Freeform 2007">
              <a:extLst>
                <a:ext uri="{FF2B5EF4-FFF2-40B4-BE49-F238E27FC236}">
                  <a16:creationId xmlns:a16="http://schemas.microsoft.com/office/drawing/2014/main" id="{7BD747D3-A1F4-421B-A3E0-70C15B784662}"/>
                </a:ext>
              </a:extLst>
            </p:cNvPr>
            <p:cNvSpPr>
              <a:spLocks/>
            </p:cNvSpPr>
            <p:nvPr/>
          </p:nvSpPr>
          <p:spPr bwMode="gray">
            <a:xfrm>
              <a:off x="5858415" y="4452590"/>
              <a:ext cx="299589" cy="264038"/>
            </a:xfrm>
            <a:custGeom>
              <a:avLst/>
              <a:gdLst>
                <a:gd name="T0" fmla="*/ 8739 w 8739"/>
                <a:gd name="T1" fmla="*/ 4471 h 7702"/>
                <a:gd name="T2" fmla="*/ 8479 w 8739"/>
                <a:gd name="T3" fmla="*/ 7039 h 7702"/>
                <a:gd name="T4" fmla="*/ 8364 w 8739"/>
                <a:gd name="T5" fmla="*/ 7702 h 7702"/>
                <a:gd name="T6" fmla="*/ 8364 w 8739"/>
                <a:gd name="T7" fmla="*/ 7702 h 7702"/>
                <a:gd name="T8" fmla="*/ 7210 w 8739"/>
                <a:gd name="T9" fmla="*/ 3260 h 7702"/>
                <a:gd name="T10" fmla="*/ 7528 w 8739"/>
                <a:gd name="T11" fmla="*/ 2250 h 7702"/>
                <a:gd name="T12" fmla="*/ 6287 w 8739"/>
                <a:gd name="T13" fmla="*/ 1500 h 7702"/>
                <a:gd name="T14" fmla="*/ 3720 w 8739"/>
                <a:gd name="T15" fmla="*/ 2510 h 7702"/>
                <a:gd name="T16" fmla="*/ 1846 w 8739"/>
                <a:gd name="T17" fmla="*/ 2481 h 7702"/>
                <a:gd name="T18" fmla="*/ 1067 w 8739"/>
                <a:gd name="T19" fmla="*/ 2394 h 7702"/>
                <a:gd name="T20" fmla="*/ 1500 w 8739"/>
                <a:gd name="T21" fmla="*/ 3404 h 7702"/>
                <a:gd name="T22" fmla="*/ 403 w 8739"/>
                <a:gd name="T23" fmla="*/ 7702 h 7702"/>
                <a:gd name="T24" fmla="*/ 403 w 8739"/>
                <a:gd name="T25" fmla="*/ 7702 h 7702"/>
                <a:gd name="T26" fmla="*/ 259 w 8739"/>
                <a:gd name="T27" fmla="*/ 7039 h 7702"/>
                <a:gd name="T28" fmla="*/ 0 w 8739"/>
                <a:gd name="T29" fmla="*/ 4471 h 7702"/>
                <a:gd name="T30" fmla="*/ 375 w 8739"/>
                <a:gd name="T31" fmla="*/ 1356 h 7702"/>
                <a:gd name="T32" fmla="*/ 3201 w 8739"/>
                <a:gd name="T33" fmla="*/ 0 h 7702"/>
                <a:gd name="T34" fmla="*/ 5538 w 8739"/>
                <a:gd name="T35" fmla="*/ 0 h 7702"/>
                <a:gd name="T36" fmla="*/ 8393 w 8739"/>
                <a:gd name="T37" fmla="*/ 1356 h 7702"/>
                <a:gd name="T38" fmla="*/ 8739 w 8739"/>
                <a:gd name="T39" fmla="*/ 4471 h 7702"/>
                <a:gd name="T40" fmla="*/ 8739 w 8739"/>
                <a:gd name="T41" fmla="*/ 4471 h 7702"/>
                <a:gd name="T42" fmla="*/ 8739 w 8739"/>
                <a:gd name="T43" fmla="*/ 4471 h 7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39" h="7702">
                  <a:moveTo>
                    <a:pt x="8739" y="4471"/>
                  </a:moveTo>
                  <a:lnTo>
                    <a:pt x="8479" y="7039"/>
                  </a:lnTo>
                  <a:lnTo>
                    <a:pt x="8364" y="7702"/>
                  </a:lnTo>
                  <a:lnTo>
                    <a:pt x="8364" y="7702"/>
                  </a:lnTo>
                  <a:lnTo>
                    <a:pt x="7210" y="3260"/>
                  </a:lnTo>
                  <a:lnTo>
                    <a:pt x="7528" y="2250"/>
                  </a:lnTo>
                  <a:lnTo>
                    <a:pt x="6287" y="1500"/>
                  </a:lnTo>
                  <a:lnTo>
                    <a:pt x="3720" y="2510"/>
                  </a:lnTo>
                  <a:lnTo>
                    <a:pt x="1846" y="2481"/>
                  </a:lnTo>
                  <a:lnTo>
                    <a:pt x="1067" y="2394"/>
                  </a:lnTo>
                  <a:lnTo>
                    <a:pt x="1500" y="3404"/>
                  </a:lnTo>
                  <a:lnTo>
                    <a:pt x="403" y="7702"/>
                  </a:lnTo>
                  <a:lnTo>
                    <a:pt x="403" y="7702"/>
                  </a:lnTo>
                  <a:lnTo>
                    <a:pt x="259" y="7039"/>
                  </a:lnTo>
                  <a:lnTo>
                    <a:pt x="0" y="4471"/>
                  </a:lnTo>
                  <a:lnTo>
                    <a:pt x="375" y="1356"/>
                  </a:lnTo>
                  <a:lnTo>
                    <a:pt x="3201" y="0"/>
                  </a:lnTo>
                  <a:lnTo>
                    <a:pt x="5538" y="0"/>
                  </a:lnTo>
                  <a:lnTo>
                    <a:pt x="8393" y="1356"/>
                  </a:lnTo>
                  <a:lnTo>
                    <a:pt x="8739" y="4471"/>
                  </a:lnTo>
                  <a:lnTo>
                    <a:pt x="8739" y="4471"/>
                  </a:lnTo>
                  <a:lnTo>
                    <a:pt x="8739" y="4471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5" name="Freeform 2008">
              <a:extLst>
                <a:ext uri="{FF2B5EF4-FFF2-40B4-BE49-F238E27FC236}">
                  <a16:creationId xmlns:a16="http://schemas.microsoft.com/office/drawing/2014/main" id="{3A2D19F2-AC3F-4E67-A7CB-F2848414C3F1}"/>
                </a:ext>
              </a:extLst>
            </p:cNvPr>
            <p:cNvSpPr>
              <a:spLocks/>
            </p:cNvSpPr>
            <p:nvPr/>
          </p:nvSpPr>
          <p:spPr bwMode="gray">
            <a:xfrm>
              <a:off x="6018579" y="4875867"/>
              <a:ext cx="81077" cy="111725"/>
            </a:xfrm>
            <a:custGeom>
              <a:avLst/>
              <a:gdLst>
                <a:gd name="T0" fmla="*/ 2365 w 2365"/>
                <a:gd name="T1" fmla="*/ 1269 h 3259"/>
                <a:gd name="T2" fmla="*/ 548 w 2365"/>
                <a:gd name="T3" fmla="*/ 3259 h 3259"/>
                <a:gd name="T4" fmla="*/ 0 w 2365"/>
                <a:gd name="T5" fmla="*/ 1846 h 3259"/>
                <a:gd name="T6" fmla="*/ 2365 w 2365"/>
                <a:gd name="T7" fmla="*/ 0 h 3259"/>
                <a:gd name="T8" fmla="*/ 2365 w 2365"/>
                <a:gd name="T9" fmla="*/ 126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2365" y="1269"/>
                  </a:moveTo>
                  <a:lnTo>
                    <a:pt x="548" y="3259"/>
                  </a:lnTo>
                  <a:lnTo>
                    <a:pt x="0" y="1846"/>
                  </a:lnTo>
                  <a:lnTo>
                    <a:pt x="2365" y="0"/>
                  </a:lnTo>
                  <a:lnTo>
                    <a:pt x="2365" y="12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6" name="Freeform 2009">
              <a:extLst>
                <a:ext uri="{FF2B5EF4-FFF2-40B4-BE49-F238E27FC236}">
                  <a16:creationId xmlns:a16="http://schemas.microsoft.com/office/drawing/2014/main" id="{97B8DA8C-8CE5-4F4B-A326-5B42A712CF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956289" y="4939153"/>
              <a:ext cx="107782" cy="431163"/>
            </a:xfrm>
            <a:custGeom>
              <a:avLst/>
              <a:gdLst>
                <a:gd name="T0" fmla="*/ 3144 w 3144"/>
                <a:gd name="T1" fmla="*/ 8135 h 12577"/>
                <a:gd name="T2" fmla="*/ 1500 w 3144"/>
                <a:gd name="T3" fmla="*/ 12577 h 12577"/>
                <a:gd name="T4" fmla="*/ 0 w 3144"/>
                <a:gd name="T5" fmla="*/ 8135 h 12577"/>
                <a:gd name="T6" fmla="*/ 837 w 3144"/>
                <a:gd name="T7" fmla="*/ 2336 h 12577"/>
                <a:gd name="T8" fmla="*/ 635 w 3144"/>
                <a:gd name="T9" fmla="*/ 1413 h 12577"/>
                <a:gd name="T10" fmla="*/ 1183 w 3144"/>
                <a:gd name="T11" fmla="*/ 0 h 12577"/>
                <a:gd name="T12" fmla="*/ 1817 w 3144"/>
                <a:gd name="T13" fmla="*/ 0 h 12577"/>
                <a:gd name="T14" fmla="*/ 2365 w 3144"/>
                <a:gd name="T15" fmla="*/ 1413 h 12577"/>
                <a:gd name="T16" fmla="*/ 2163 w 3144"/>
                <a:gd name="T17" fmla="*/ 2336 h 12577"/>
                <a:gd name="T18" fmla="*/ 3144 w 3144"/>
                <a:gd name="T19" fmla="*/ 8135 h 12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4" h="12577">
                  <a:moveTo>
                    <a:pt x="3144" y="8135"/>
                  </a:moveTo>
                  <a:lnTo>
                    <a:pt x="1500" y="12577"/>
                  </a:lnTo>
                  <a:lnTo>
                    <a:pt x="0" y="8135"/>
                  </a:lnTo>
                  <a:lnTo>
                    <a:pt x="837" y="2336"/>
                  </a:lnTo>
                  <a:lnTo>
                    <a:pt x="635" y="1413"/>
                  </a:lnTo>
                  <a:lnTo>
                    <a:pt x="1183" y="0"/>
                  </a:lnTo>
                  <a:lnTo>
                    <a:pt x="1817" y="0"/>
                  </a:lnTo>
                  <a:lnTo>
                    <a:pt x="2365" y="1413"/>
                  </a:lnTo>
                  <a:lnTo>
                    <a:pt x="2163" y="2336"/>
                  </a:lnTo>
                  <a:lnTo>
                    <a:pt x="3144" y="8135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7" name="Freeform 2010">
              <a:extLst>
                <a:ext uri="{FF2B5EF4-FFF2-40B4-BE49-F238E27FC236}">
                  <a16:creationId xmlns:a16="http://schemas.microsoft.com/office/drawing/2014/main" id="{2209C59C-C8AD-40B7-8916-23BC62BECED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15768" y="4875867"/>
              <a:ext cx="81077" cy="111725"/>
            </a:xfrm>
            <a:custGeom>
              <a:avLst/>
              <a:gdLst>
                <a:gd name="T0" fmla="*/ 1817 w 2365"/>
                <a:gd name="T1" fmla="*/ 3259 h 3259"/>
                <a:gd name="T2" fmla="*/ 28 w 2365"/>
                <a:gd name="T3" fmla="*/ 1269 h 3259"/>
                <a:gd name="T4" fmla="*/ 0 w 2365"/>
                <a:gd name="T5" fmla="*/ 0 h 3259"/>
                <a:gd name="T6" fmla="*/ 2365 w 2365"/>
                <a:gd name="T7" fmla="*/ 1846 h 3259"/>
                <a:gd name="T8" fmla="*/ 1817 w 2365"/>
                <a:gd name="T9" fmla="*/ 325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1817" y="3259"/>
                  </a:moveTo>
                  <a:lnTo>
                    <a:pt x="28" y="1269"/>
                  </a:lnTo>
                  <a:lnTo>
                    <a:pt x="0" y="0"/>
                  </a:lnTo>
                  <a:lnTo>
                    <a:pt x="2365" y="1846"/>
                  </a:lnTo>
                  <a:lnTo>
                    <a:pt x="1817" y="3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8" name="Freeform 2011">
              <a:extLst>
                <a:ext uri="{FF2B5EF4-FFF2-40B4-BE49-F238E27FC236}">
                  <a16:creationId xmlns:a16="http://schemas.microsoft.com/office/drawing/2014/main" id="{B887865F-D762-43D7-BBB2-C88A27E94156}"/>
                </a:ext>
              </a:extLst>
            </p:cNvPr>
            <p:cNvSpPr>
              <a:spLocks/>
            </p:cNvSpPr>
            <p:nvPr/>
          </p:nvSpPr>
          <p:spPr bwMode="gray">
            <a:xfrm>
              <a:off x="5681417" y="4875867"/>
              <a:ext cx="651594" cy="829723"/>
            </a:xfrm>
            <a:custGeom>
              <a:avLst/>
              <a:gdLst>
                <a:gd name="T0" fmla="*/ 16152 w 19007"/>
                <a:gd name="T1" fmla="*/ 17943 h 24203"/>
                <a:gd name="T2" fmla="*/ 16123 w 19007"/>
                <a:gd name="T3" fmla="*/ 23510 h 24203"/>
                <a:gd name="T4" fmla="*/ 15661 w 19007"/>
                <a:gd name="T5" fmla="*/ 24203 h 24203"/>
                <a:gd name="T6" fmla="*/ 3374 w 19007"/>
                <a:gd name="T7" fmla="*/ 24203 h 24203"/>
                <a:gd name="T8" fmla="*/ 2913 w 19007"/>
                <a:gd name="T9" fmla="*/ 23510 h 24203"/>
                <a:gd name="T10" fmla="*/ 2884 w 19007"/>
                <a:gd name="T11" fmla="*/ 17885 h 24203"/>
                <a:gd name="T12" fmla="*/ 1211 w 19007"/>
                <a:gd name="T13" fmla="*/ 17077 h 24203"/>
                <a:gd name="T14" fmla="*/ 0 w 19007"/>
                <a:gd name="T15" fmla="*/ 14741 h 24203"/>
                <a:gd name="T16" fmla="*/ 432 w 19007"/>
                <a:gd name="T17" fmla="*/ 4644 h 24203"/>
                <a:gd name="T18" fmla="*/ 2048 w 19007"/>
                <a:gd name="T19" fmla="*/ 2279 h 24203"/>
                <a:gd name="T20" fmla="*/ 4701 w 19007"/>
                <a:gd name="T21" fmla="*/ 1096 h 24203"/>
                <a:gd name="T22" fmla="*/ 4730 w 19007"/>
                <a:gd name="T23" fmla="*/ 836 h 24203"/>
                <a:gd name="T24" fmla="*/ 6836 w 19007"/>
                <a:gd name="T25" fmla="*/ 0 h 24203"/>
                <a:gd name="T26" fmla="*/ 6864 w 19007"/>
                <a:gd name="T27" fmla="*/ 1269 h 24203"/>
                <a:gd name="T28" fmla="*/ 8191 w 19007"/>
                <a:gd name="T29" fmla="*/ 8740 h 24203"/>
                <a:gd name="T30" fmla="*/ 9518 w 19007"/>
                <a:gd name="T31" fmla="*/ 14423 h 24203"/>
                <a:gd name="T32" fmla="*/ 10874 w 19007"/>
                <a:gd name="T33" fmla="*/ 8740 h 24203"/>
                <a:gd name="T34" fmla="*/ 10874 w 19007"/>
                <a:gd name="T35" fmla="*/ 8711 h 24203"/>
                <a:gd name="T36" fmla="*/ 12172 w 19007"/>
                <a:gd name="T37" fmla="*/ 1269 h 24203"/>
                <a:gd name="T38" fmla="*/ 12200 w 19007"/>
                <a:gd name="T39" fmla="*/ 0 h 24203"/>
                <a:gd name="T40" fmla="*/ 14335 w 19007"/>
                <a:gd name="T41" fmla="*/ 836 h 24203"/>
                <a:gd name="T42" fmla="*/ 14364 w 19007"/>
                <a:gd name="T43" fmla="*/ 1096 h 24203"/>
                <a:gd name="T44" fmla="*/ 16988 w 19007"/>
                <a:gd name="T45" fmla="*/ 2279 h 24203"/>
                <a:gd name="T46" fmla="*/ 18575 w 19007"/>
                <a:gd name="T47" fmla="*/ 4644 h 24203"/>
                <a:gd name="T48" fmla="*/ 19007 w 19007"/>
                <a:gd name="T49" fmla="*/ 14741 h 24203"/>
                <a:gd name="T50" fmla="*/ 17854 w 19007"/>
                <a:gd name="T51" fmla="*/ 17077 h 24203"/>
                <a:gd name="T52" fmla="*/ 16152 w 19007"/>
                <a:gd name="T53" fmla="*/ 17943 h 24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007" h="24203">
                  <a:moveTo>
                    <a:pt x="16152" y="17943"/>
                  </a:moveTo>
                  <a:lnTo>
                    <a:pt x="16123" y="23510"/>
                  </a:lnTo>
                  <a:lnTo>
                    <a:pt x="15661" y="24203"/>
                  </a:lnTo>
                  <a:lnTo>
                    <a:pt x="3374" y="24203"/>
                  </a:lnTo>
                  <a:lnTo>
                    <a:pt x="2913" y="23510"/>
                  </a:lnTo>
                  <a:lnTo>
                    <a:pt x="2884" y="17885"/>
                  </a:lnTo>
                  <a:lnTo>
                    <a:pt x="1211" y="17077"/>
                  </a:lnTo>
                  <a:lnTo>
                    <a:pt x="0" y="14741"/>
                  </a:lnTo>
                  <a:lnTo>
                    <a:pt x="432" y="4644"/>
                  </a:lnTo>
                  <a:lnTo>
                    <a:pt x="2048" y="2279"/>
                  </a:lnTo>
                  <a:lnTo>
                    <a:pt x="4701" y="1096"/>
                  </a:lnTo>
                  <a:lnTo>
                    <a:pt x="4730" y="836"/>
                  </a:lnTo>
                  <a:lnTo>
                    <a:pt x="6836" y="0"/>
                  </a:lnTo>
                  <a:lnTo>
                    <a:pt x="6864" y="1269"/>
                  </a:lnTo>
                  <a:lnTo>
                    <a:pt x="8191" y="8740"/>
                  </a:lnTo>
                  <a:lnTo>
                    <a:pt x="9518" y="14423"/>
                  </a:lnTo>
                  <a:lnTo>
                    <a:pt x="10874" y="8740"/>
                  </a:lnTo>
                  <a:lnTo>
                    <a:pt x="10874" y="8711"/>
                  </a:lnTo>
                  <a:lnTo>
                    <a:pt x="12172" y="1269"/>
                  </a:lnTo>
                  <a:lnTo>
                    <a:pt x="12200" y="0"/>
                  </a:lnTo>
                  <a:lnTo>
                    <a:pt x="14335" y="836"/>
                  </a:lnTo>
                  <a:lnTo>
                    <a:pt x="14364" y="1096"/>
                  </a:lnTo>
                  <a:lnTo>
                    <a:pt x="16988" y="2279"/>
                  </a:lnTo>
                  <a:lnTo>
                    <a:pt x="18575" y="4644"/>
                  </a:lnTo>
                  <a:lnTo>
                    <a:pt x="19007" y="14741"/>
                  </a:lnTo>
                  <a:lnTo>
                    <a:pt x="17854" y="17077"/>
                  </a:lnTo>
                  <a:lnTo>
                    <a:pt x="16152" y="17943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9" name="Line 2012">
              <a:extLst>
                <a:ext uri="{FF2B5EF4-FFF2-40B4-BE49-F238E27FC236}">
                  <a16:creationId xmlns:a16="http://schemas.microsoft.com/office/drawing/2014/main" id="{27C9BE56-84DF-4B90-8302-C2F182D19EB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795130" y="5491946"/>
              <a:ext cx="0" cy="0"/>
            </a:xfrm>
            <a:prstGeom prst="line">
              <a:avLst/>
            </a:prstGeom>
            <a:noFill/>
            <a:ln w="5953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0" name="Freeform 2013">
              <a:extLst>
                <a:ext uri="{FF2B5EF4-FFF2-40B4-BE49-F238E27FC236}">
                  <a16:creationId xmlns:a16="http://schemas.microsoft.com/office/drawing/2014/main" id="{40057AD7-F5CB-42BF-BD30-B781D8E86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784228" y="5577994"/>
              <a:ext cx="446932" cy="196812"/>
            </a:xfrm>
            <a:custGeom>
              <a:avLst/>
              <a:gdLst>
                <a:gd name="T0" fmla="*/ 429 w 452"/>
                <a:gd name="T1" fmla="*/ 199 h 199"/>
                <a:gd name="T2" fmla="*/ 23 w 452"/>
                <a:gd name="T3" fmla="*/ 199 h 199"/>
                <a:gd name="T4" fmla="*/ 0 w 452"/>
                <a:gd name="T5" fmla="*/ 176 h 199"/>
                <a:gd name="T6" fmla="*/ 0 w 452"/>
                <a:gd name="T7" fmla="*/ 0 h 199"/>
                <a:gd name="T8" fmla="*/ 452 w 452"/>
                <a:gd name="T9" fmla="*/ 0 h 199"/>
                <a:gd name="T10" fmla="*/ 452 w 452"/>
                <a:gd name="T11" fmla="*/ 176 h 199"/>
                <a:gd name="T12" fmla="*/ 429 w 452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99">
                  <a:moveTo>
                    <a:pt x="429" y="199"/>
                  </a:moveTo>
                  <a:cubicBezTo>
                    <a:pt x="23" y="199"/>
                    <a:pt x="23" y="199"/>
                    <a:pt x="23" y="199"/>
                  </a:cubicBezTo>
                  <a:cubicBezTo>
                    <a:pt x="14" y="190"/>
                    <a:pt x="9" y="185"/>
                    <a:pt x="0" y="1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43" y="185"/>
                    <a:pt x="438" y="190"/>
                    <a:pt x="429" y="199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1" name="Freeform 2014">
              <a:extLst>
                <a:ext uri="{FF2B5EF4-FFF2-40B4-BE49-F238E27FC236}">
                  <a16:creationId xmlns:a16="http://schemas.microsoft.com/office/drawing/2014/main" id="{1EC2DCAC-7F2F-478E-966A-4AA9DDC8A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5797084" y="5609636"/>
              <a:ext cx="189853" cy="729860"/>
            </a:xfrm>
            <a:custGeom>
              <a:avLst/>
              <a:gdLst>
                <a:gd name="T0" fmla="*/ 0 w 192"/>
                <a:gd name="T1" fmla="*/ 47 h 738"/>
                <a:gd name="T2" fmla="*/ 0 w 192"/>
                <a:gd name="T3" fmla="*/ 95 h 738"/>
                <a:gd name="T4" fmla="*/ 0 w 192"/>
                <a:gd name="T5" fmla="*/ 98 h 738"/>
                <a:gd name="T6" fmla="*/ 61 w 192"/>
                <a:gd name="T7" fmla="*/ 738 h 738"/>
                <a:gd name="T8" fmla="*/ 192 w 192"/>
                <a:gd name="T9" fmla="*/ 738 h 738"/>
                <a:gd name="T10" fmla="*/ 192 w 192"/>
                <a:gd name="T11" fmla="*/ 37 h 738"/>
                <a:gd name="T12" fmla="*/ 155 w 192"/>
                <a:gd name="T13" fmla="*/ 0 h 738"/>
                <a:gd name="T14" fmla="*/ 47 w 192"/>
                <a:gd name="T15" fmla="*/ 0 h 738"/>
                <a:gd name="T16" fmla="*/ 0 w 192"/>
                <a:gd name="T17" fmla="*/ 47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38">
                  <a:moveTo>
                    <a:pt x="0" y="47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0" y="97"/>
                    <a:pt x="0" y="98"/>
                  </a:cubicBezTo>
                  <a:cubicBezTo>
                    <a:pt x="61" y="738"/>
                    <a:pt x="61" y="738"/>
                    <a:pt x="61" y="738"/>
                  </a:cubicBezTo>
                  <a:cubicBezTo>
                    <a:pt x="192" y="738"/>
                    <a:pt x="192" y="738"/>
                    <a:pt x="192" y="738"/>
                  </a:cubicBezTo>
                  <a:cubicBezTo>
                    <a:pt x="192" y="37"/>
                    <a:pt x="192" y="37"/>
                    <a:pt x="192" y="37"/>
                  </a:cubicBezTo>
                  <a:cubicBezTo>
                    <a:pt x="177" y="23"/>
                    <a:pt x="169" y="14"/>
                    <a:pt x="155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8" y="18"/>
                    <a:pt x="18" y="28"/>
                    <a:pt x="0" y="47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2" name="Freeform 2015">
              <a:extLst>
                <a:ext uri="{FF2B5EF4-FFF2-40B4-BE49-F238E27FC236}">
                  <a16:creationId xmlns:a16="http://schemas.microsoft.com/office/drawing/2014/main" id="{1A3DF324-AA09-462D-8557-931EBEAE441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6497" y="5609636"/>
              <a:ext cx="191806" cy="729860"/>
            </a:xfrm>
            <a:custGeom>
              <a:avLst/>
              <a:gdLst>
                <a:gd name="T0" fmla="*/ 0 w 194"/>
                <a:gd name="T1" fmla="*/ 35 h 738"/>
                <a:gd name="T2" fmla="*/ 0 w 194"/>
                <a:gd name="T3" fmla="*/ 738 h 738"/>
                <a:gd name="T4" fmla="*/ 131 w 194"/>
                <a:gd name="T5" fmla="*/ 738 h 738"/>
                <a:gd name="T6" fmla="*/ 194 w 194"/>
                <a:gd name="T7" fmla="*/ 98 h 738"/>
                <a:gd name="T8" fmla="*/ 194 w 194"/>
                <a:gd name="T9" fmla="*/ 95 h 738"/>
                <a:gd name="T10" fmla="*/ 194 w 194"/>
                <a:gd name="T11" fmla="*/ 45 h 738"/>
                <a:gd name="T12" fmla="*/ 149 w 194"/>
                <a:gd name="T13" fmla="*/ 0 h 738"/>
                <a:gd name="T14" fmla="*/ 35 w 194"/>
                <a:gd name="T15" fmla="*/ 0 h 738"/>
                <a:gd name="T16" fmla="*/ 0 w 194"/>
                <a:gd name="T17" fmla="*/ 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738">
                  <a:moveTo>
                    <a:pt x="0" y="35"/>
                  </a:moveTo>
                  <a:cubicBezTo>
                    <a:pt x="0" y="738"/>
                    <a:pt x="0" y="738"/>
                    <a:pt x="0" y="738"/>
                  </a:cubicBezTo>
                  <a:cubicBezTo>
                    <a:pt x="131" y="738"/>
                    <a:pt x="131" y="738"/>
                    <a:pt x="131" y="73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7"/>
                    <a:pt x="194" y="96"/>
                    <a:pt x="194" y="95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77" y="27"/>
                    <a:pt x="167" y="17"/>
                    <a:pt x="14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1" y="14"/>
                    <a:pt x="13" y="21"/>
                    <a:pt x="0" y="35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3" name="Freeform 2016">
              <a:extLst>
                <a:ext uri="{FF2B5EF4-FFF2-40B4-BE49-F238E27FC236}">
                  <a16:creationId xmlns:a16="http://schemas.microsoft.com/office/drawing/2014/main" id="{2041F163-2C26-4D20-B544-91961625ACFD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9446" y="6255436"/>
              <a:ext cx="174049" cy="84058"/>
            </a:xfrm>
            <a:custGeom>
              <a:avLst/>
              <a:gdLst>
                <a:gd name="T0" fmla="*/ 5077 w 5077"/>
                <a:gd name="T1" fmla="*/ 2452 h 2452"/>
                <a:gd name="T2" fmla="*/ 0 w 5077"/>
                <a:gd name="T3" fmla="*/ 2452 h 2452"/>
                <a:gd name="T4" fmla="*/ 0 w 5077"/>
                <a:gd name="T5" fmla="*/ 2336 h 2452"/>
                <a:gd name="T6" fmla="*/ 895 w 5077"/>
                <a:gd name="T7" fmla="*/ 0 h 2452"/>
                <a:gd name="T8" fmla="*/ 3952 w 5077"/>
                <a:gd name="T9" fmla="*/ 0 h 2452"/>
                <a:gd name="T10" fmla="*/ 5077 w 5077"/>
                <a:gd name="T11" fmla="*/ 2452 h 2452"/>
                <a:gd name="T12" fmla="*/ 5077 w 5077"/>
                <a:gd name="T13" fmla="*/ 2452 h 2452"/>
                <a:gd name="T14" fmla="*/ 5077 w 5077"/>
                <a:gd name="T15" fmla="*/ 2452 h 2452"/>
                <a:gd name="T16" fmla="*/ 5077 w 5077"/>
                <a:gd name="T17" fmla="*/ 2452 h 2452"/>
                <a:gd name="T18" fmla="*/ 5077 w 5077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77" h="2452">
                  <a:moveTo>
                    <a:pt x="5077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95" y="0"/>
                  </a:lnTo>
                  <a:lnTo>
                    <a:pt x="3952" y="0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4" name="Freeform 2017">
              <a:extLst>
                <a:ext uri="{FF2B5EF4-FFF2-40B4-BE49-F238E27FC236}">
                  <a16:creationId xmlns:a16="http://schemas.microsoft.com/office/drawing/2014/main" id="{D1B538EB-3853-41E3-8672-F456E0CE5E83}"/>
                </a:ext>
              </a:extLst>
            </p:cNvPr>
            <p:cNvSpPr>
              <a:spLocks/>
            </p:cNvSpPr>
            <p:nvPr/>
          </p:nvSpPr>
          <p:spPr bwMode="gray">
            <a:xfrm>
              <a:off x="5810934" y="6255436"/>
              <a:ext cx="173054" cy="84058"/>
            </a:xfrm>
            <a:custGeom>
              <a:avLst/>
              <a:gdLst>
                <a:gd name="T0" fmla="*/ 5048 w 5048"/>
                <a:gd name="T1" fmla="*/ 2336 h 2452"/>
                <a:gd name="T2" fmla="*/ 5048 w 5048"/>
                <a:gd name="T3" fmla="*/ 2452 h 2452"/>
                <a:gd name="T4" fmla="*/ 0 w 5048"/>
                <a:gd name="T5" fmla="*/ 2452 h 2452"/>
                <a:gd name="T6" fmla="*/ 1096 w 5048"/>
                <a:gd name="T7" fmla="*/ 0 h 2452"/>
                <a:gd name="T8" fmla="*/ 4182 w 5048"/>
                <a:gd name="T9" fmla="*/ 0 h 2452"/>
                <a:gd name="T10" fmla="*/ 5048 w 5048"/>
                <a:gd name="T11" fmla="*/ 2336 h 2452"/>
                <a:gd name="T12" fmla="*/ 5048 w 5048"/>
                <a:gd name="T13" fmla="*/ 2336 h 2452"/>
                <a:gd name="T14" fmla="*/ 5048 w 5048"/>
                <a:gd name="T15" fmla="*/ 2336 h 2452"/>
                <a:gd name="T16" fmla="*/ 5048 w 5048"/>
                <a:gd name="T17" fmla="*/ 2336 h 2452"/>
                <a:gd name="T18" fmla="*/ 5048 w 5048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336"/>
                  </a:moveTo>
                  <a:lnTo>
                    <a:pt x="5048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5" name="Freeform 2018">
              <a:extLst>
                <a:ext uri="{FF2B5EF4-FFF2-40B4-BE49-F238E27FC236}">
                  <a16:creationId xmlns:a16="http://schemas.microsoft.com/office/drawing/2014/main" id="{FFC6A90F-64EE-443F-948F-E2351524EC65}"/>
                </a:ext>
              </a:extLst>
            </p:cNvPr>
            <p:cNvSpPr>
              <a:spLocks/>
            </p:cNvSpPr>
            <p:nvPr/>
          </p:nvSpPr>
          <p:spPr bwMode="gray">
            <a:xfrm>
              <a:off x="6212375" y="5152762"/>
              <a:ext cx="29688" cy="368873"/>
            </a:xfrm>
            <a:custGeom>
              <a:avLst/>
              <a:gdLst>
                <a:gd name="T0" fmla="*/ 606 w 866"/>
                <a:gd name="T1" fmla="*/ 10760 h 10760"/>
                <a:gd name="T2" fmla="*/ 375 w 866"/>
                <a:gd name="T3" fmla="*/ 6779 h 10760"/>
                <a:gd name="T4" fmla="*/ 866 w 866"/>
                <a:gd name="T5" fmla="*/ 29 h 10760"/>
                <a:gd name="T6" fmla="*/ 491 w 866"/>
                <a:gd name="T7" fmla="*/ 0 h 10760"/>
                <a:gd name="T8" fmla="*/ 0 w 866"/>
                <a:gd name="T9" fmla="*/ 6779 h 10760"/>
                <a:gd name="T10" fmla="*/ 145 w 866"/>
                <a:gd name="T11" fmla="*/ 10760 h 10760"/>
                <a:gd name="T12" fmla="*/ 606 w 866"/>
                <a:gd name="T13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760">
                  <a:moveTo>
                    <a:pt x="606" y="10760"/>
                  </a:moveTo>
                  <a:lnTo>
                    <a:pt x="375" y="6779"/>
                  </a:lnTo>
                  <a:lnTo>
                    <a:pt x="866" y="29"/>
                  </a:lnTo>
                  <a:lnTo>
                    <a:pt x="491" y="0"/>
                  </a:lnTo>
                  <a:lnTo>
                    <a:pt x="0" y="6779"/>
                  </a:lnTo>
                  <a:lnTo>
                    <a:pt x="145" y="10760"/>
                  </a:lnTo>
                  <a:lnTo>
                    <a:pt x="606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6" name="Freeform 2019">
              <a:extLst>
                <a:ext uri="{FF2B5EF4-FFF2-40B4-BE49-F238E27FC236}">
                  <a16:creationId xmlns:a16="http://schemas.microsoft.com/office/drawing/2014/main" id="{BBB83026-9A9E-4DAA-9B3F-4A15255D785D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8633" y="4920366"/>
              <a:ext cx="339150" cy="601269"/>
            </a:xfrm>
            <a:custGeom>
              <a:avLst/>
              <a:gdLst>
                <a:gd name="T0" fmla="*/ 4759 w 9893"/>
                <a:gd name="T1" fmla="*/ 13154 h 17539"/>
                <a:gd name="T2" fmla="*/ 4759 w 9893"/>
                <a:gd name="T3" fmla="*/ 13154 h 17539"/>
                <a:gd name="T4" fmla="*/ 4759 w 9893"/>
                <a:gd name="T5" fmla="*/ 17539 h 17539"/>
                <a:gd name="T6" fmla="*/ 5163 w 9893"/>
                <a:gd name="T7" fmla="*/ 17539 h 17539"/>
                <a:gd name="T8" fmla="*/ 5163 w 9893"/>
                <a:gd name="T9" fmla="*/ 13125 h 17539"/>
                <a:gd name="T10" fmla="*/ 5134 w 9893"/>
                <a:gd name="T11" fmla="*/ 13125 h 17539"/>
                <a:gd name="T12" fmla="*/ 7874 w 9893"/>
                <a:gd name="T13" fmla="*/ 6548 h 17539"/>
                <a:gd name="T14" fmla="*/ 9893 w 9893"/>
                <a:gd name="T15" fmla="*/ 1154 h 17539"/>
                <a:gd name="T16" fmla="*/ 9431 w 9893"/>
                <a:gd name="T17" fmla="*/ 461 h 17539"/>
                <a:gd name="T18" fmla="*/ 9864 w 9893"/>
                <a:gd name="T19" fmla="*/ 375 h 17539"/>
                <a:gd name="T20" fmla="*/ 9806 w 9893"/>
                <a:gd name="T21" fmla="*/ 0 h 17539"/>
                <a:gd name="T22" fmla="*/ 8797 w 9893"/>
                <a:gd name="T23" fmla="*/ 144 h 17539"/>
                <a:gd name="T24" fmla="*/ 9460 w 9893"/>
                <a:gd name="T25" fmla="*/ 1182 h 17539"/>
                <a:gd name="T26" fmla="*/ 7528 w 9893"/>
                <a:gd name="T27" fmla="*/ 6433 h 17539"/>
                <a:gd name="T28" fmla="*/ 4961 w 9893"/>
                <a:gd name="T29" fmla="*/ 12606 h 17539"/>
                <a:gd name="T30" fmla="*/ 461 w 9893"/>
                <a:gd name="T31" fmla="*/ 1182 h 17539"/>
                <a:gd name="T32" fmla="*/ 1096 w 9893"/>
                <a:gd name="T33" fmla="*/ 144 h 17539"/>
                <a:gd name="T34" fmla="*/ 86 w 9893"/>
                <a:gd name="T35" fmla="*/ 0 h 17539"/>
                <a:gd name="T36" fmla="*/ 29 w 9893"/>
                <a:gd name="T37" fmla="*/ 375 h 17539"/>
                <a:gd name="T38" fmla="*/ 461 w 9893"/>
                <a:gd name="T39" fmla="*/ 461 h 17539"/>
                <a:gd name="T40" fmla="*/ 0 w 9893"/>
                <a:gd name="T41" fmla="*/ 1154 h 17539"/>
                <a:gd name="T42" fmla="*/ 4759 w 9893"/>
                <a:gd name="T43" fmla="*/ 13154 h 17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93" h="17539">
                  <a:moveTo>
                    <a:pt x="4759" y="13154"/>
                  </a:moveTo>
                  <a:lnTo>
                    <a:pt x="4759" y="13154"/>
                  </a:lnTo>
                  <a:lnTo>
                    <a:pt x="4759" y="17539"/>
                  </a:lnTo>
                  <a:lnTo>
                    <a:pt x="5163" y="17539"/>
                  </a:lnTo>
                  <a:lnTo>
                    <a:pt x="5163" y="13125"/>
                  </a:lnTo>
                  <a:lnTo>
                    <a:pt x="5134" y="13125"/>
                  </a:lnTo>
                  <a:lnTo>
                    <a:pt x="7874" y="6548"/>
                  </a:lnTo>
                  <a:lnTo>
                    <a:pt x="9893" y="1154"/>
                  </a:lnTo>
                  <a:lnTo>
                    <a:pt x="9431" y="461"/>
                  </a:lnTo>
                  <a:lnTo>
                    <a:pt x="9864" y="375"/>
                  </a:lnTo>
                  <a:lnTo>
                    <a:pt x="9806" y="0"/>
                  </a:lnTo>
                  <a:lnTo>
                    <a:pt x="8797" y="144"/>
                  </a:lnTo>
                  <a:lnTo>
                    <a:pt x="9460" y="1182"/>
                  </a:lnTo>
                  <a:lnTo>
                    <a:pt x="7528" y="6433"/>
                  </a:lnTo>
                  <a:lnTo>
                    <a:pt x="4961" y="12606"/>
                  </a:lnTo>
                  <a:lnTo>
                    <a:pt x="461" y="1182"/>
                  </a:lnTo>
                  <a:lnTo>
                    <a:pt x="1096" y="144"/>
                  </a:lnTo>
                  <a:lnTo>
                    <a:pt x="86" y="0"/>
                  </a:lnTo>
                  <a:lnTo>
                    <a:pt x="29" y="375"/>
                  </a:lnTo>
                  <a:lnTo>
                    <a:pt x="461" y="461"/>
                  </a:lnTo>
                  <a:lnTo>
                    <a:pt x="0" y="1154"/>
                  </a:lnTo>
                  <a:lnTo>
                    <a:pt x="4759" y="13154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7" name="Freeform 2020">
              <a:extLst>
                <a:ext uri="{FF2B5EF4-FFF2-40B4-BE49-F238E27FC236}">
                  <a16:creationId xmlns:a16="http://schemas.microsoft.com/office/drawing/2014/main" id="{081CE925-ABEE-472A-8B9F-4BA774149DE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5349" y="5152762"/>
              <a:ext cx="29654" cy="368873"/>
            </a:xfrm>
            <a:custGeom>
              <a:avLst/>
              <a:gdLst>
                <a:gd name="T0" fmla="*/ 231 w 865"/>
                <a:gd name="T1" fmla="*/ 10760 h 10760"/>
                <a:gd name="T2" fmla="*/ 634 w 865"/>
                <a:gd name="T3" fmla="*/ 10760 h 10760"/>
                <a:gd name="T4" fmla="*/ 865 w 865"/>
                <a:gd name="T5" fmla="*/ 6779 h 10760"/>
                <a:gd name="T6" fmla="*/ 865 w 865"/>
                <a:gd name="T7" fmla="*/ 6779 h 10760"/>
                <a:gd name="T8" fmla="*/ 375 w 865"/>
                <a:gd name="T9" fmla="*/ 0 h 10760"/>
                <a:gd name="T10" fmla="*/ 0 w 865"/>
                <a:gd name="T11" fmla="*/ 29 h 10760"/>
                <a:gd name="T12" fmla="*/ 461 w 865"/>
                <a:gd name="T13" fmla="*/ 6779 h 10760"/>
                <a:gd name="T14" fmla="*/ 231 w 865"/>
                <a:gd name="T15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5" h="10760">
                  <a:moveTo>
                    <a:pt x="231" y="10760"/>
                  </a:moveTo>
                  <a:lnTo>
                    <a:pt x="634" y="10760"/>
                  </a:lnTo>
                  <a:lnTo>
                    <a:pt x="865" y="6779"/>
                  </a:lnTo>
                  <a:lnTo>
                    <a:pt x="865" y="6779"/>
                  </a:lnTo>
                  <a:lnTo>
                    <a:pt x="375" y="0"/>
                  </a:lnTo>
                  <a:lnTo>
                    <a:pt x="0" y="29"/>
                  </a:lnTo>
                  <a:lnTo>
                    <a:pt x="461" y="6779"/>
                  </a:lnTo>
                  <a:lnTo>
                    <a:pt x="231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8" name="Freeform 2021">
              <a:extLst>
                <a:ext uri="{FF2B5EF4-FFF2-40B4-BE49-F238E27FC236}">
                  <a16:creationId xmlns:a16="http://schemas.microsoft.com/office/drawing/2014/main" id="{1F130027-1652-461D-BC07-76204DAEBB31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7338" y="5340661"/>
              <a:ext cx="464725" cy="140419"/>
            </a:xfrm>
            <a:custGeom>
              <a:avLst/>
              <a:gdLst>
                <a:gd name="T0" fmla="*/ 13354 w 13556"/>
                <a:gd name="T1" fmla="*/ 0 h 4096"/>
                <a:gd name="T2" fmla="*/ 9922 w 13556"/>
                <a:gd name="T3" fmla="*/ 2538 h 4096"/>
                <a:gd name="T4" fmla="*/ 3691 w 13556"/>
                <a:gd name="T5" fmla="*/ 2538 h 4096"/>
                <a:gd name="T6" fmla="*/ 173 w 13556"/>
                <a:gd name="T7" fmla="*/ 0 h 4096"/>
                <a:gd name="T8" fmla="*/ 144 w 13556"/>
                <a:gd name="T9" fmla="*/ 606 h 4096"/>
                <a:gd name="T10" fmla="*/ 86 w 13556"/>
                <a:gd name="T11" fmla="*/ 1356 h 4096"/>
                <a:gd name="T12" fmla="*/ 0 w 13556"/>
                <a:gd name="T13" fmla="*/ 4096 h 4096"/>
                <a:gd name="T14" fmla="*/ 13556 w 13556"/>
                <a:gd name="T15" fmla="*/ 4067 h 4096"/>
                <a:gd name="T16" fmla="*/ 13412 w 13556"/>
                <a:gd name="T17" fmla="*/ 1327 h 4096"/>
                <a:gd name="T18" fmla="*/ 13354 w 13556"/>
                <a:gd name="T19" fmla="*/ 0 h 4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56" h="4096">
                  <a:moveTo>
                    <a:pt x="13354" y="0"/>
                  </a:moveTo>
                  <a:lnTo>
                    <a:pt x="9922" y="2538"/>
                  </a:lnTo>
                  <a:lnTo>
                    <a:pt x="3691" y="2538"/>
                  </a:lnTo>
                  <a:lnTo>
                    <a:pt x="173" y="0"/>
                  </a:lnTo>
                  <a:lnTo>
                    <a:pt x="144" y="606"/>
                  </a:lnTo>
                  <a:lnTo>
                    <a:pt x="86" y="1356"/>
                  </a:lnTo>
                  <a:lnTo>
                    <a:pt x="0" y="4096"/>
                  </a:lnTo>
                  <a:lnTo>
                    <a:pt x="13556" y="4067"/>
                  </a:lnTo>
                  <a:lnTo>
                    <a:pt x="13412" y="1327"/>
                  </a:lnTo>
                  <a:lnTo>
                    <a:pt x="13354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9" name="Freeform 2022">
              <a:extLst>
                <a:ext uri="{FF2B5EF4-FFF2-40B4-BE49-F238E27FC236}">
                  <a16:creationId xmlns:a16="http://schemas.microsoft.com/office/drawing/2014/main" id="{4A2FCBEA-828A-4803-BBE8-7F0D6F3EE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2428" y="5420743"/>
              <a:ext cx="138430" cy="60336"/>
            </a:xfrm>
            <a:custGeom>
              <a:avLst/>
              <a:gdLst>
                <a:gd name="T0" fmla="*/ 4038 w 4038"/>
                <a:gd name="T1" fmla="*/ 1760 h 1760"/>
                <a:gd name="T2" fmla="*/ 0 w 4038"/>
                <a:gd name="T3" fmla="*/ 1760 h 1760"/>
                <a:gd name="T4" fmla="*/ 0 w 4038"/>
                <a:gd name="T5" fmla="*/ 1674 h 1760"/>
                <a:gd name="T6" fmla="*/ 692 w 4038"/>
                <a:gd name="T7" fmla="*/ 0 h 1760"/>
                <a:gd name="T8" fmla="*/ 3144 w 4038"/>
                <a:gd name="T9" fmla="*/ 0 h 1760"/>
                <a:gd name="T10" fmla="*/ 4038 w 4038"/>
                <a:gd name="T11" fmla="*/ 1760 h 1760"/>
                <a:gd name="T12" fmla="*/ 4038 w 4038"/>
                <a:gd name="T13" fmla="*/ 1760 h 1760"/>
                <a:gd name="T14" fmla="*/ 4038 w 4038"/>
                <a:gd name="T15" fmla="*/ 1760 h 1760"/>
                <a:gd name="T16" fmla="*/ 4038 w 4038"/>
                <a:gd name="T17" fmla="*/ 1760 h 1760"/>
                <a:gd name="T18" fmla="*/ 4038 w 4038"/>
                <a:gd name="T1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8" h="1760">
                  <a:moveTo>
                    <a:pt x="4038" y="1760"/>
                  </a:moveTo>
                  <a:lnTo>
                    <a:pt x="0" y="1760"/>
                  </a:lnTo>
                  <a:lnTo>
                    <a:pt x="0" y="1674"/>
                  </a:lnTo>
                  <a:lnTo>
                    <a:pt x="692" y="0"/>
                  </a:lnTo>
                  <a:lnTo>
                    <a:pt x="3144" y="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0" name="Freeform 2024">
              <a:extLst>
                <a:ext uri="{FF2B5EF4-FFF2-40B4-BE49-F238E27FC236}">
                  <a16:creationId xmlns:a16="http://schemas.microsoft.com/office/drawing/2014/main" id="{53442A0A-BC6A-445B-B7D7-4B2B3EDB9314}"/>
                </a:ext>
              </a:extLst>
            </p:cNvPr>
            <p:cNvSpPr>
              <a:spLocks/>
            </p:cNvSpPr>
            <p:nvPr/>
          </p:nvSpPr>
          <p:spPr bwMode="gray">
            <a:xfrm>
              <a:off x="5844564" y="5420743"/>
              <a:ext cx="139425" cy="60336"/>
            </a:xfrm>
            <a:custGeom>
              <a:avLst/>
              <a:gdLst>
                <a:gd name="T0" fmla="*/ 4067 w 4067"/>
                <a:gd name="T1" fmla="*/ 1674 h 1760"/>
                <a:gd name="T2" fmla="*/ 4067 w 4067"/>
                <a:gd name="T3" fmla="*/ 1760 h 1760"/>
                <a:gd name="T4" fmla="*/ 0 w 4067"/>
                <a:gd name="T5" fmla="*/ 1760 h 1760"/>
                <a:gd name="T6" fmla="*/ 894 w 4067"/>
                <a:gd name="T7" fmla="*/ 0 h 1760"/>
                <a:gd name="T8" fmla="*/ 3346 w 4067"/>
                <a:gd name="T9" fmla="*/ 0 h 1760"/>
                <a:gd name="T10" fmla="*/ 4067 w 4067"/>
                <a:gd name="T11" fmla="*/ 1674 h 1760"/>
                <a:gd name="T12" fmla="*/ 4067 w 4067"/>
                <a:gd name="T13" fmla="*/ 1674 h 1760"/>
                <a:gd name="T14" fmla="*/ 4067 w 4067"/>
                <a:gd name="T15" fmla="*/ 1674 h 1760"/>
                <a:gd name="T16" fmla="*/ 4067 w 4067"/>
                <a:gd name="T17" fmla="*/ 1674 h 1760"/>
                <a:gd name="T18" fmla="*/ 4067 w 4067"/>
                <a:gd name="T19" fmla="*/ 1674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67" h="1760">
                  <a:moveTo>
                    <a:pt x="4067" y="1674"/>
                  </a:moveTo>
                  <a:lnTo>
                    <a:pt x="4067" y="1760"/>
                  </a:lnTo>
                  <a:lnTo>
                    <a:pt x="0" y="1760"/>
                  </a:lnTo>
                  <a:lnTo>
                    <a:pt x="894" y="0"/>
                  </a:lnTo>
                  <a:lnTo>
                    <a:pt x="3346" y="0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1" name="Rectangle 2025">
              <a:extLst>
                <a:ext uri="{FF2B5EF4-FFF2-40B4-BE49-F238E27FC236}">
                  <a16:creationId xmlns:a16="http://schemas.microsoft.com/office/drawing/2014/main" id="{2F5C423B-C4C6-4045-ACC0-80CF949D20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02775" y="5427669"/>
              <a:ext cx="12856" cy="52417"/>
            </a:xfrm>
            <a:prstGeom prst="rect">
              <a:avLst/>
            </a:pr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2" name="Freeform 2026">
              <a:extLst>
                <a:ext uri="{FF2B5EF4-FFF2-40B4-BE49-F238E27FC236}">
                  <a16:creationId xmlns:a16="http://schemas.microsoft.com/office/drawing/2014/main" id="{896075A1-C2CE-4A09-BE72-119A086C735B}"/>
                </a:ext>
              </a:extLst>
            </p:cNvPr>
            <p:cNvSpPr>
              <a:spLocks/>
            </p:cNvSpPr>
            <p:nvPr/>
          </p:nvSpPr>
          <p:spPr bwMode="gray">
            <a:xfrm>
              <a:off x="5704145" y="5446488"/>
              <a:ext cx="607131" cy="48441"/>
            </a:xfrm>
            <a:custGeom>
              <a:avLst/>
              <a:gdLst>
                <a:gd name="T0" fmla="*/ 614 w 614"/>
                <a:gd name="T1" fmla="*/ 49 h 49"/>
                <a:gd name="T2" fmla="*/ 0 w 614"/>
                <a:gd name="T3" fmla="*/ 49 h 49"/>
                <a:gd name="T4" fmla="*/ 0 w 614"/>
                <a:gd name="T5" fmla="*/ 45 h 49"/>
                <a:gd name="T6" fmla="*/ 45 w 614"/>
                <a:gd name="T7" fmla="*/ 0 h 49"/>
                <a:gd name="T8" fmla="*/ 569 w 614"/>
                <a:gd name="T9" fmla="*/ 0 h 49"/>
                <a:gd name="T10" fmla="*/ 614 w 614"/>
                <a:gd name="T11" fmla="*/ 45 h 49"/>
                <a:gd name="T12" fmla="*/ 614 w 614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4" h="49">
                  <a:moveTo>
                    <a:pt x="61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7" y="27"/>
                    <a:pt x="27" y="17"/>
                    <a:pt x="45" y="0"/>
                  </a:cubicBezTo>
                  <a:cubicBezTo>
                    <a:pt x="569" y="0"/>
                    <a:pt x="569" y="0"/>
                    <a:pt x="569" y="0"/>
                  </a:cubicBezTo>
                  <a:cubicBezTo>
                    <a:pt x="587" y="17"/>
                    <a:pt x="596" y="27"/>
                    <a:pt x="614" y="45"/>
                  </a:cubicBezTo>
                  <a:lnTo>
                    <a:pt x="614" y="49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3" name="Freeform 2027">
              <a:extLst>
                <a:ext uri="{FF2B5EF4-FFF2-40B4-BE49-F238E27FC236}">
                  <a16:creationId xmlns:a16="http://schemas.microsoft.com/office/drawing/2014/main" id="{D711A0A4-6B81-4E28-87A1-E02F37AAF53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38771" y="5087490"/>
              <a:ext cx="537882" cy="382722"/>
            </a:xfrm>
            <a:custGeom>
              <a:avLst/>
              <a:gdLst>
                <a:gd name="T0" fmla="*/ 521 w 544"/>
                <a:gd name="T1" fmla="*/ 387 h 387"/>
                <a:gd name="T2" fmla="*/ 23 w 544"/>
                <a:gd name="T3" fmla="*/ 387 h 387"/>
                <a:gd name="T4" fmla="*/ 0 w 544"/>
                <a:gd name="T5" fmla="*/ 364 h 387"/>
                <a:gd name="T6" fmla="*/ 0 w 544"/>
                <a:gd name="T7" fmla="*/ 24 h 387"/>
                <a:gd name="T8" fmla="*/ 23 w 544"/>
                <a:gd name="T9" fmla="*/ 0 h 387"/>
                <a:gd name="T10" fmla="*/ 521 w 544"/>
                <a:gd name="T11" fmla="*/ 0 h 387"/>
                <a:gd name="T12" fmla="*/ 544 w 544"/>
                <a:gd name="T13" fmla="*/ 24 h 387"/>
                <a:gd name="T14" fmla="*/ 544 w 544"/>
                <a:gd name="T15" fmla="*/ 364 h 387"/>
                <a:gd name="T16" fmla="*/ 521 w 544"/>
                <a:gd name="T17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4" h="387">
                  <a:moveTo>
                    <a:pt x="521" y="387"/>
                  </a:moveTo>
                  <a:cubicBezTo>
                    <a:pt x="23" y="387"/>
                    <a:pt x="23" y="387"/>
                    <a:pt x="23" y="387"/>
                  </a:cubicBezTo>
                  <a:cubicBezTo>
                    <a:pt x="10" y="387"/>
                    <a:pt x="0" y="377"/>
                    <a:pt x="0" y="36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34" y="0"/>
                    <a:pt x="544" y="11"/>
                    <a:pt x="544" y="24"/>
                  </a:cubicBezTo>
                  <a:cubicBezTo>
                    <a:pt x="544" y="364"/>
                    <a:pt x="544" y="364"/>
                    <a:pt x="544" y="364"/>
                  </a:cubicBezTo>
                  <a:cubicBezTo>
                    <a:pt x="544" y="377"/>
                    <a:pt x="534" y="387"/>
                    <a:pt x="521" y="387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4" name="Oval 2028">
              <a:extLst>
                <a:ext uri="{FF2B5EF4-FFF2-40B4-BE49-F238E27FC236}">
                  <a16:creationId xmlns:a16="http://schemas.microsoft.com/office/drawing/2014/main" id="{CB88D317-E65A-49A3-BFAF-B07F8CBCD0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957283" y="5198255"/>
              <a:ext cx="104800" cy="104833"/>
            </a:xfrm>
            <a:prstGeom prst="ellipse">
              <a:avLst/>
            </a:prstGeom>
            <a:solidFill>
              <a:srgbClr val="879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5" name="Freeform 2029">
              <a:extLst>
                <a:ext uri="{FF2B5EF4-FFF2-40B4-BE49-F238E27FC236}">
                  <a16:creationId xmlns:a16="http://schemas.microsoft.com/office/drawing/2014/main" id="{B2BF1672-D015-43CC-A60F-D4DDDA5C5940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774807"/>
              <a:ext cx="534933" cy="55365"/>
            </a:xfrm>
            <a:custGeom>
              <a:avLst/>
              <a:gdLst>
                <a:gd name="T0" fmla="*/ 486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6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6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6" name="Freeform 2030">
              <a:extLst>
                <a:ext uri="{FF2B5EF4-FFF2-40B4-BE49-F238E27FC236}">
                  <a16:creationId xmlns:a16="http://schemas.microsoft.com/office/drawing/2014/main" id="{3624AF13-7A67-4CA4-BA08-0086A73A069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7" name="Freeform 2031">
              <a:extLst>
                <a:ext uri="{FF2B5EF4-FFF2-40B4-BE49-F238E27FC236}">
                  <a16:creationId xmlns:a16="http://schemas.microsoft.com/office/drawing/2014/main" id="{99F84051-9599-4828-BAB4-9AAD20F8803B}"/>
                </a:ext>
              </a:extLst>
            </p:cNvPr>
            <p:cNvSpPr>
              <a:spLocks/>
            </p:cNvSpPr>
            <p:nvPr/>
          </p:nvSpPr>
          <p:spPr bwMode="gray">
            <a:xfrm>
              <a:off x="6573292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8" name="Freeform 2032">
              <a:extLst>
                <a:ext uri="{FF2B5EF4-FFF2-40B4-BE49-F238E27FC236}">
                  <a16:creationId xmlns:a16="http://schemas.microsoft.com/office/drawing/2014/main" id="{70EF6605-EEB2-4079-9D86-5BABC786BE99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455367"/>
              <a:ext cx="32602" cy="884129"/>
            </a:xfrm>
            <a:custGeom>
              <a:avLst/>
              <a:gdLst>
                <a:gd name="T0" fmla="*/ 0 w 951"/>
                <a:gd name="T1" fmla="*/ 0 h 25790"/>
                <a:gd name="T2" fmla="*/ 951 w 951"/>
                <a:gd name="T3" fmla="*/ 0 h 25790"/>
                <a:gd name="T4" fmla="*/ 951 w 951"/>
                <a:gd name="T5" fmla="*/ 25790 h 25790"/>
                <a:gd name="T6" fmla="*/ 0 w 951"/>
                <a:gd name="T7" fmla="*/ 25790 h 25790"/>
                <a:gd name="T8" fmla="*/ 0 w 951"/>
                <a:gd name="T9" fmla="*/ 0 h 25790"/>
                <a:gd name="T10" fmla="*/ 0 w 951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1" h="25790">
                  <a:moveTo>
                    <a:pt x="0" y="0"/>
                  </a:moveTo>
                  <a:lnTo>
                    <a:pt x="951" y="0"/>
                  </a:lnTo>
                  <a:lnTo>
                    <a:pt x="951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9" name="Freeform 2033">
              <a:extLst>
                <a:ext uri="{FF2B5EF4-FFF2-40B4-BE49-F238E27FC236}">
                  <a16:creationId xmlns:a16="http://schemas.microsoft.com/office/drawing/2014/main" id="{96E81AB1-1E20-4E05-BB69-D000ABB3AEC9}"/>
                </a:ext>
              </a:extLst>
            </p:cNvPr>
            <p:cNvSpPr>
              <a:spLocks/>
            </p:cNvSpPr>
            <p:nvPr/>
          </p:nvSpPr>
          <p:spPr bwMode="gray">
            <a:xfrm>
              <a:off x="706078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0" name="Freeform 2034">
              <a:extLst>
                <a:ext uri="{FF2B5EF4-FFF2-40B4-BE49-F238E27FC236}">
                  <a16:creationId xmlns:a16="http://schemas.microsoft.com/office/drawing/2014/main" id="{C40FC22B-80C2-4E31-81A4-63EEB4660227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246696"/>
              <a:ext cx="534933" cy="208673"/>
            </a:xfrm>
            <a:custGeom>
              <a:avLst/>
              <a:gdLst>
                <a:gd name="T0" fmla="*/ 405 w 541"/>
                <a:gd name="T1" fmla="*/ 0 h 211"/>
                <a:gd name="T2" fmla="*/ 137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5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5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80" y="0"/>
                    <a:pt x="405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1" name="Freeform 2035">
              <a:extLst>
                <a:ext uri="{FF2B5EF4-FFF2-40B4-BE49-F238E27FC236}">
                  <a16:creationId xmlns:a16="http://schemas.microsoft.com/office/drawing/2014/main" id="{F016599F-C042-46D7-AF23-E03EBE45AC2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12992" y="5161641"/>
              <a:ext cx="124580" cy="330305"/>
            </a:xfrm>
            <a:custGeom>
              <a:avLst/>
              <a:gdLst>
                <a:gd name="T0" fmla="*/ 403 w 3634"/>
                <a:gd name="T1" fmla="*/ 6030 h 9635"/>
                <a:gd name="T2" fmla="*/ 0 w 3634"/>
                <a:gd name="T3" fmla="*/ 0 h 9635"/>
                <a:gd name="T4" fmla="*/ 3115 w 3634"/>
                <a:gd name="T5" fmla="*/ 0 h 9635"/>
                <a:gd name="T6" fmla="*/ 2971 w 3634"/>
                <a:gd name="T7" fmla="*/ 4818 h 9635"/>
                <a:gd name="T8" fmla="*/ 3634 w 3634"/>
                <a:gd name="T9" fmla="*/ 7212 h 9635"/>
                <a:gd name="T10" fmla="*/ 2884 w 3634"/>
                <a:gd name="T11" fmla="*/ 9635 h 9635"/>
                <a:gd name="T12" fmla="*/ 1673 w 3634"/>
                <a:gd name="T13" fmla="*/ 8453 h 9635"/>
                <a:gd name="T14" fmla="*/ 403 w 3634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34" h="9635">
                  <a:moveTo>
                    <a:pt x="403" y="6030"/>
                  </a:moveTo>
                  <a:lnTo>
                    <a:pt x="0" y="0"/>
                  </a:lnTo>
                  <a:lnTo>
                    <a:pt x="3115" y="0"/>
                  </a:lnTo>
                  <a:lnTo>
                    <a:pt x="2971" y="4818"/>
                  </a:lnTo>
                  <a:lnTo>
                    <a:pt x="3634" y="7212"/>
                  </a:lnTo>
                  <a:lnTo>
                    <a:pt x="2884" y="9635"/>
                  </a:lnTo>
                  <a:lnTo>
                    <a:pt x="1673" y="8453"/>
                  </a:lnTo>
                  <a:lnTo>
                    <a:pt x="403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2" name="Freeform 2036">
              <a:extLst>
                <a:ext uri="{FF2B5EF4-FFF2-40B4-BE49-F238E27FC236}">
                  <a16:creationId xmlns:a16="http://schemas.microsoft.com/office/drawing/2014/main" id="{AC695C71-21FC-45D4-910C-2C8B75E32653}"/>
                </a:ext>
              </a:extLst>
            </p:cNvPr>
            <p:cNvSpPr>
              <a:spLocks/>
            </p:cNvSpPr>
            <p:nvPr/>
          </p:nvSpPr>
          <p:spPr bwMode="gray">
            <a:xfrm>
              <a:off x="7024167" y="5161641"/>
              <a:ext cx="118684" cy="330305"/>
            </a:xfrm>
            <a:custGeom>
              <a:avLst/>
              <a:gdLst>
                <a:gd name="T0" fmla="*/ 3289 w 3462"/>
                <a:gd name="T1" fmla="*/ 6030 h 9635"/>
                <a:gd name="T2" fmla="*/ 3462 w 3462"/>
                <a:gd name="T3" fmla="*/ 0 h 9635"/>
                <a:gd name="T4" fmla="*/ 231 w 3462"/>
                <a:gd name="T5" fmla="*/ 0 h 9635"/>
                <a:gd name="T6" fmla="*/ 779 w 3462"/>
                <a:gd name="T7" fmla="*/ 4818 h 9635"/>
                <a:gd name="T8" fmla="*/ 0 w 3462"/>
                <a:gd name="T9" fmla="*/ 7385 h 9635"/>
                <a:gd name="T10" fmla="*/ 520 w 3462"/>
                <a:gd name="T11" fmla="*/ 9635 h 9635"/>
                <a:gd name="T12" fmla="*/ 2048 w 3462"/>
                <a:gd name="T13" fmla="*/ 8453 h 9635"/>
                <a:gd name="T14" fmla="*/ 3289 w 3462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2" h="9635">
                  <a:moveTo>
                    <a:pt x="3289" y="6030"/>
                  </a:moveTo>
                  <a:lnTo>
                    <a:pt x="3462" y="0"/>
                  </a:lnTo>
                  <a:lnTo>
                    <a:pt x="231" y="0"/>
                  </a:lnTo>
                  <a:lnTo>
                    <a:pt x="779" y="4818"/>
                  </a:lnTo>
                  <a:lnTo>
                    <a:pt x="0" y="7385"/>
                  </a:lnTo>
                  <a:lnTo>
                    <a:pt x="520" y="9635"/>
                  </a:lnTo>
                  <a:lnTo>
                    <a:pt x="2048" y="8453"/>
                  </a:lnTo>
                  <a:lnTo>
                    <a:pt x="3289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3" name="Freeform 2037">
              <a:extLst>
                <a:ext uri="{FF2B5EF4-FFF2-40B4-BE49-F238E27FC236}">
                  <a16:creationId xmlns:a16="http://schemas.microsoft.com/office/drawing/2014/main" id="{B6EC6AA8-1597-40FB-81CE-2B8336D0E3F3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5577994"/>
              <a:ext cx="438052" cy="196812"/>
            </a:xfrm>
            <a:custGeom>
              <a:avLst/>
              <a:gdLst>
                <a:gd name="T0" fmla="*/ 399 w 443"/>
                <a:gd name="T1" fmla="*/ 199 h 199"/>
                <a:gd name="T2" fmla="*/ 42 w 443"/>
                <a:gd name="T3" fmla="*/ 199 h 199"/>
                <a:gd name="T4" fmla="*/ 25 w 443"/>
                <a:gd name="T5" fmla="*/ 184 h 199"/>
                <a:gd name="T6" fmla="*/ 0 w 443"/>
                <a:gd name="T7" fmla="*/ 0 h 199"/>
                <a:gd name="T8" fmla="*/ 443 w 443"/>
                <a:gd name="T9" fmla="*/ 0 h 199"/>
                <a:gd name="T10" fmla="*/ 416 w 443"/>
                <a:gd name="T11" fmla="*/ 184 h 199"/>
                <a:gd name="T12" fmla="*/ 399 w 443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3" h="199">
                  <a:moveTo>
                    <a:pt x="399" y="199"/>
                  </a:moveTo>
                  <a:cubicBezTo>
                    <a:pt x="42" y="199"/>
                    <a:pt x="42" y="199"/>
                    <a:pt x="42" y="199"/>
                  </a:cubicBezTo>
                  <a:cubicBezTo>
                    <a:pt x="36" y="193"/>
                    <a:pt x="31" y="189"/>
                    <a:pt x="25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16" y="184"/>
                    <a:pt x="416" y="184"/>
                    <a:pt x="416" y="184"/>
                  </a:cubicBezTo>
                  <a:cubicBezTo>
                    <a:pt x="410" y="190"/>
                    <a:pt x="406" y="193"/>
                    <a:pt x="399" y="199"/>
                  </a:cubicBezTo>
                  <a:close/>
                </a:path>
              </a:pathLst>
            </a:custGeom>
            <a:solidFill>
              <a:srgbClr val="005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4" name="Freeform 2038">
              <a:extLst>
                <a:ext uri="{FF2B5EF4-FFF2-40B4-BE49-F238E27FC236}">
                  <a16:creationId xmlns:a16="http://schemas.microsoft.com/office/drawing/2014/main" id="{5F8490AA-ED76-4F45-B714-45C0B92F7115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4501030"/>
              <a:ext cx="434111" cy="392630"/>
            </a:xfrm>
            <a:custGeom>
              <a:avLst/>
              <a:gdLst>
                <a:gd name="T0" fmla="*/ 395 w 439"/>
                <a:gd name="T1" fmla="*/ 125 h 397"/>
                <a:gd name="T2" fmla="*/ 220 w 439"/>
                <a:gd name="T3" fmla="*/ 0 h 397"/>
                <a:gd name="T4" fmla="*/ 219 w 439"/>
                <a:gd name="T5" fmla="*/ 0 h 397"/>
                <a:gd name="T6" fmla="*/ 44 w 439"/>
                <a:gd name="T7" fmla="*/ 125 h 397"/>
                <a:gd name="T8" fmla="*/ 8 w 439"/>
                <a:gd name="T9" fmla="*/ 356 h 397"/>
                <a:gd name="T10" fmla="*/ 130 w 439"/>
                <a:gd name="T11" fmla="*/ 392 h 397"/>
                <a:gd name="T12" fmla="*/ 225 w 439"/>
                <a:gd name="T13" fmla="*/ 397 h 397"/>
                <a:gd name="T14" fmla="*/ 353 w 439"/>
                <a:gd name="T15" fmla="*/ 386 h 397"/>
                <a:gd name="T16" fmla="*/ 432 w 439"/>
                <a:gd name="T17" fmla="*/ 356 h 397"/>
                <a:gd name="T18" fmla="*/ 395 w 439"/>
                <a:gd name="T19" fmla="*/ 12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9" h="397">
                  <a:moveTo>
                    <a:pt x="395" y="125"/>
                  </a:moveTo>
                  <a:cubicBezTo>
                    <a:pt x="350" y="0"/>
                    <a:pt x="220" y="0"/>
                    <a:pt x="220" y="0"/>
                  </a:cubicBezTo>
                  <a:cubicBezTo>
                    <a:pt x="220" y="0"/>
                    <a:pt x="220" y="0"/>
                    <a:pt x="219" y="0"/>
                  </a:cubicBezTo>
                  <a:cubicBezTo>
                    <a:pt x="219" y="0"/>
                    <a:pt x="89" y="0"/>
                    <a:pt x="44" y="125"/>
                  </a:cubicBezTo>
                  <a:cubicBezTo>
                    <a:pt x="0" y="247"/>
                    <a:pt x="8" y="356"/>
                    <a:pt x="8" y="356"/>
                  </a:cubicBezTo>
                  <a:cubicBezTo>
                    <a:pt x="44" y="384"/>
                    <a:pt x="111" y="390"/>
                    <a:pt x="130" y="392"/>
                  </a:cubicBezTo>
                  <a:cubicBezTo>
                    <a:pt x="158" y="395"/>
                    <a:pt x="190" y="397"/>
                    <a:pt x="225" y="397"/>
                  </a:cubicBezTo>
                  <a:cubicBezTo>
                    <a:pt x="276" y="397"/>
                    <a:pt x="322" y="393"/>
                    <a:pt x="353" y="386"/>
                  </a:cubicBezTo>
                  <a:cubicBezTo>
                    <a:pt x="379" y="381"/>
                    <a:pt x="410" y="372"/>
                    <a:pt x="432" y="356"/>
                  </a:cubicBezTo>
                  <a:cubicBezTo>
                    <a:pt x="432" y="356"/>
                    <a:pt x="439" y="247"/>
                    <a:pt x="395" y="125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5" name="Freeform 2039">
              <a:extLst>
                <a:ext uri="{FF2B5EF4-FFF2-40B4-BE49-F238E27FC236}">
                  <a16:creationId xmlns:a16="http://schemas.microsoft.com/office/drawing/2014/main" id="{4B92A58F-81D7-49BC-A7FC-823A3AC5FBD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48438" y="4606859"/>
              <a:ext cx="355983" cy="382722"/>
            </a:xfrm>
            <a:custGeom>
              <a:avLst/>
              <a:gdLst>
                <a:gd name="T0" fmla="*/ 347 w 360"/>
                <a:gd name="T1" fmla="*/ 73 h 387"/>
                <a:gd name="T2" fmla="*/ 327 w 360"/>
                <a:gd name="T3" fmla="*/ 84 h 387"/>
                <a:gd name="T4" fmla="*/ 316 w 360"/>
                <a:gd name="T5" fmla="*/ 125 h 387"/>
                <a:gd name="T6" fmla="*/ 303 w 360"/>
                <a:gd name="T7" fmla="*/ 120 h 387"/>
                <a:gd name="T8" fmla="*/ 307 w 360"/>
                <a:gd name="T9" fmla="*/ 89 h 387"/>
                <a:gd name="T10" fmla="*/ 291 w 360"/>
                <a:gd name="T11" fmla="*/ 0 h 387"/>
                <a:gd name="T12" fmla="*/ 188 w 360"/>
                <a:gd name="T13" fmla="*/ 53 h 387"/>
                <a:gd name="T14" fmla="*/ 179 w 360"/>
                <a:gd name="T15" fmla="*/ 2 h 387"/>
                <a:gd name="T16" fmla="*/ 177 w 360"/>
                <a:gd name="T17" fmla="*/ 6 h 387"/>
                <a:gd name="T18" fmla="*/ 54 w 360"/>
                <a:gd name="T19" fmla="*/ 79 h 387"/>
                <a:gd name="T20" fmla="*/ 51 w 360"/>
                <a:gd name="T21" fmla="*/ 80 h 387"/>
                <a:gd name="T22" fmla="*/ 55 w 360"/>
                <a:gd name="T23" fmla="*/ 120 h 387"/>
                <a:gd name="T24" fmla="*/ 43 w 360"/>
                <a:gd name="T25" fmla="*/ 124 h 387"/>
                <a:gd name="T26" fmla="*/ 33 w 360"/>
                <a:gd name="T27" fmla="*/ 84 h 387"/>
                <a:gd name="T28" fmla="*/ 14 w 360"/>
                <a:gd name="T29" fmla="*/ 73 h 387"/>
                <a:gd name="T30" fmla="*/ 8 w 360"/>
                <a:gd name="T31" fmla="*/ 99 h 387"/>
                <a:gd name="T32" fmla="*/ 32 w 360"/>
                <a:gd name="T33" fmla="*/ 158 h 387"/>
                <a:gd name="T34" fmla="*/ 46 w 360"/>
                <a:gd name="T35" fmla="*/ 168 h 387"/>
                <a:gd name="T36" fmla="*/ 51 w 360"/>
                <a:gd name="T37" fmla="*/ 168 h 387"/>
                <a:gd name="T38" fmla="*/ 51 w 360"/>
                <a:gd name="T39" fmla="*/ 168 h 387"/>
                <a:gd name="T40" fmla="*/ 51 w 360"/>
                <a:gd name="T41" fmla="*/ 168 h 387"/>
                <a:gd name="T42" fmla="*/ 51 w 360"/>
                <a:gd name="T43" fmla="*/ 168 h 387"/>
                <a:gd name="T44" fmla="*/ 85 w 360"/>
                <a:gd name="T45" fmla="*/ 243 h 387"/>
                <a:gd name="T46" fmla="*/ 100 w 360"/>
                <a:gd name="T47" fmla="*/ 259 h 387"/>
                <a:gd name="T48" fmla="*/ 100 w 360"/>
                <a:gd name="T49" fmla="*/ 260 h 387"/>
                <a:gd name="T50" fmla="*/ 100 w 360"/>
                <a:gd name="T51" fmla="*/ 260 h 387"/>
                <a:gd name="T52" fmla="*/ 101 w 360"/>
                <a:gd name="T53" fmla="*/ 325 h 387"/>
                <a:gd name="T54" fmla="*/ 168 w 360"/>
                <a:gd name="T55" fmla="*/ 387 h 387"/>
                <a:gd name="T56" fmla="*/ 190 w 360"/>
                <a:gd name="T57" fmla="*/ 387 h 387"/>
                <a:gd name="T58" fmla="*/ 258 w 360"/>
                <a:gd name="T59" fmla="*/ 323 h 387"/>
                <a:gd name="T60" fmla="*/ 259 w 360"/>
                <a:gd name="T61" fmla="*/ 277 h 387"/>
                <a:gd name="T62" fmla="*/ 259 w 360"/>
                <a:gd name="T63" fmla="*/ 259 h 387"/>
                <a:gd name="T64" fmla="*/ 308 w 360"/>
                <a:gd name="T65" fmla="*/ 168 h 387"/>
                <a:gd name="T66" fmla="*/ 308 w 360"/>
                <a:gd name="T67" fmla="*/ 168 h 387"/>
                <a:gd name="T68" fmla="*/ 315 w 360"/>
                <a:gd name="T69" fmla="*/ 168 h 387"/>
                <a:gd name="T70" fmla="*/ 328 w 360"/>
                <a:gd name="T71" fmla="*/ 158 h 387"/>
                <a:gd name="T72" fmla="*/ 352 w 360"/>
                <a:gd name="T73" fmla="*/ 99 h 387"/>
                <a:gd name="T74" fmla="*/ 347 w 360"/>
                <a:gd name="T75" fmla="*/ 73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387">
                  <a:moveTo>
                    <a:pt x="347" y="73"/>
                  </a:moveTo>
                  <a:cubicBezTo>
                    <a:pt x="338" y="70"/>
                    <a:pt x="329" y="74"/>
                    <a:pt x="327" y="84"/>
                  </a:cubicBezTo>
                  <a:cubicBezTo>
                    <a:pt x="327" y="84"/>
                    <a:pt x="327" y="84"/>
                    <a:pt x="316" y="125"/>
                  </a:cubicBezTo>
                  <a:cubicBezTo>
                    <a:pt x="303" y="120"/>
                    <a:pt x="303" y="120"/>
                    <a:pt x="303" y="120"/>
                  </a:cubicBezTo>
                  <a:cubicBezTo>
                    <a:pt x="307" y="89"/>
                    <a:pt x="307" y="89"/>
                    <a:pt x="307" y="89"/>
                  </a:cubicBezTo>
                  <a:cubicBezTo>
                    <a:pt x="308" y="40"/>
                    <a:pt x="291" y="0"/>
                    <a:pt x="291" y="0"/>
                  </a:cubicBezTo>
                  <a:cubicBezTo>
                    <a:pt x="260" y="46"/>
                    <a:pt x="188" y="53"/>
                    <a:pt x="188" y="53"/>
                  </a:cubicBezTo>
                  <a:cubicBezTo>
                    <a:pt x="179" y="2"/>
                    <a:pt x="179" y="2"/>
                    <a:pt x="179" y="2"/>
                  </a:cubicBezTo>
                  <a:cubicBezTo>
                    <a:pt x="179" y="2"/>
                    <a:pt x="178" y="4"/>
                    <a:pt x="177" y="6"/>
                  </a:cubicBezTo>
                  <a:cubicBezTo>
                    <a:pt x="148" y="47"/>
                    <a:pt x="103" y="73"/>
                    <a:pt x="54" y="79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49" y="122"/>
                    <a:pt x="45" y="124"/>
                    <a:pt x="43" y="124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1" y="74"/>
                    <a:pt x="22" y="70"/>
                    <a:pt x="14" y="73"/>
                  </a:cubicBezTo>
                  <a:cubicBezTo>
                    <a:pt x="14" y="73"/>
                    <a:pt x="0" y="78"/>
                    <a:pt x="8" y="99"/>
                  </a:cubicBezTo>
                  <a:cubicBezTo>
                    <a:pt x="8" y="99"/>
                    <a:pt x="8" y="99"/>
                    <a:pt x="32" y="158"/>
                  </a:cubicBezTo>
                  <a:cubicBezTo>
                    <a:pt x="34" y="164"/>
                    <a:pt x="40" y="168"/>
                    <a:pt x="46" y="168"/>
                  </a:cubicBezTo>
                  <a:cubicBezTo>
                    <a:pt x="46" y="168"/>
                    <a:pt x="46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61" y="201"/>
                    <a:pt x="73" y="225"/>
                    <a:pt x="85" y="243"/>
                  </a:cubicBezTo>
                  <a:cubicBezTo>
                    <a:pt x="90" y="249"/>
                    <a:pt x="95" y="255"/>
                    <a:pt x="100" y="259"/>
                  </a:cubicBezTo>
                  <a:cubicBezTo>
                    <a:pt x="100" y="259"/>
                    <a:pt x="100" y="259"/>
                    <a:pt x="100" y="260"/>
                  </a:cubicBezTo>
                  <a:cubicBezTo>
                    <a:pt x="100" y="260"/>
                    <a:pt x="100" y="260"/>
                    <a:pt x="100" y="260"/>
                  </a:cubicBezTo>
                  <a:cubicBezTo>
                    <a:pt x="101" y="277"/>
                    <a:pt x="101" y="303"/>
                    <a:pt x="101" y="325"/>
                  </a:cubicBezTo>
                  <a:cubicBezTo>
                    <a:pt x="168" y="387"/>
                    <a:pt x="168" y="387"/>
                    <a:pt x="168" y="387"/>
                  </a:cubicBezTo>
                  <a:cubicBezTo>
                    <a:pt x="190" y="387"/>
                    <a:pt x="190" y="387"/>
                    <a:pt x="190" y="387"/>
                  </a:cubicBezTo>
                  <a:cubicBezTo>
                    <a:pt x="258" y="323"/>
                    <a:pt x="258" y="323"/>
                    <a:pt x="258" y="323"/>
                  </a:cubicBezTo>
                  <a:cubicBezTo>
                    <a:pt x="259" y="277"/>
                    <a:pt x="259" y="277"/>
                    <a:pt x="259" y="277"/>
                  </a:cubicBezTo>
                  <a:cubicBezTo>
                    <a:pt x="259" y="272"/>
                    <a:pt x="259" y="261"/>
                    <a:pt x="259" y="259"/>
                  </a:cubicBezTo>
                  <a:cubicBezTo>
                    <a:pt x="278" y="241"/>
                    <a:pt x="295" y="213"/>
                    <a:pt x="308" y="168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9" y="168"/>
                    <a:pt x="311" y="168"/>
                    <a:pt x="315" y="168"/>
                  </a:cubicBezTo>
                  <a:cubicBezTo>
                    <a:pt x="321" y="168"/>
                    <a:pt x="326" y="164"/>
                    <a:pt x="328" y="158"/>
                  </a:cubicBezTo>
                  <a:cubicBezTo>
                    <a:pt x="328" y="158"/>
                    <a:pt x="328" y="158"/>
                    <a:pt x="352" y="99"/>
                  </a:cubicBezTo>
                  <a:cubicBezTo>
                    <a:pt x="360" y="78"/>
                    <a:pt x="347" y="73"/>
                    <a:pt x="347" y="73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6" name="Freeform 2040">
              <a:extLst>
                <a:ext uri="{FF2B5EF4-FFF2-40B4-BE49-F238E27FC236}">
                  <a16:creationId xmlns:a16="http://schemas.microsoft.com/office/drawing/2014/main" id="{87F3A97F-E40C-4575-9823-3BA3ED1D4AFF}"/>
                </a:ext>
              </a:extLst>
            </p:cNvPr>
            <p:cNvSpPr>
              <a:spLocks/>
            </p:cNvSpPr>
            <p:nvPr/>
          </p:nvSpPr>
          <p:spPr bwMode="gray">
            <a:xfrm>
              <a:off x="6491222" y="4896608"/>
              <a:ext cx="659514" cy="656668"/>
            </a:xfrm>
            <a:custGeom>
              <a:avLst/>
              <a:gdLst>
                <a:gd name="T0" fmla="*/ 520 w 667"/>
                <a:gd name="T1" fmla="*/ 422 h 664"/>
                <a:gd name="T2" fmla="*/ 564 w 667"/>
                <a:gd name="T3" fmla="*/ 663 h 664"/>
                <a:gd name="T4" fmla="*/ 109 w 667"/>
                <a:gd name="T5" fmla="*/ 664 h 664"/>
                <a:gd name="T6" fmla="*/ 159 w 667"/>
                <a:gd name="T7" fmla="*/ 422 h 664"/>
                <a:gd name="T8" fmla="*/ 118 w 667"/>
                <a:gd name="T9" fmla="*/ 291 h 664"/>
                <a:gd name="T10" fmla="*/ 11 w 667"/>
                <a:gd name="T11" fmla="*/ 277 h 664"/>
                <a:gd name="T12" fmla="*/ 103 w 667"/>
                <a:gd name="T13" fmla="*/ 63 h 664"/>
                <a:gd name="T14" fmla="*/ 260 w 667"/>
                <a:gd name="T15" fmla="*/ 0 h 664"/>
                <a:gd name="T16" fmla="*/ 326 w 667"/>
                <a:gd name="T17" fmla="*/ 67 h 664"/>
                <a:gd name="T18" fmla="*/ 351 w 667"/>
                <a:gd name="T19" fmla="*/ 67 h 664"/>
                <a:gd name="T20" fmla="*/ 417 w 667"/>
                <a:gd name="T21" fmla="*/ 0 h 664"/>
                <a:gd name="T22" fmla="*/ 575 w 667"/>
                <a:gd name="T23" fmla="*/ 63 h 664"/>
                <a:gd name="T24" fmla="*/ 667 w 667"/>
                <a:gd name="T25" fmla="*/ 277 h 664"/>
                <a:gd name="T26" fmla="*/ 560 w 667"/>
                <a:gd name="T27" fmla="*/ 291 h 664"/>
                <a:gd name="T28" fmla="*/ 560 w 667"/>
                <a:gd name="T29" fmla="*/ 291 h 664"/>
                <a:gd name="T30" fmla="*/ 520 w 667"/>
                <a:gd name="T31" fmla="*/ 422 h 664"/>
                <a:gd name="T32" fmla="*/ 520 w 667"/>
                <a:gd name="T33" fmla="*/ 422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7" h="664">
                  <a:moveTo>
                    <a:pt x="520" y="422"/>
                  </a:moveTo>
                  <a:cubicBezTo>
                    <a:pt x="564" y="663"/>
                    <a:pt x="564" y="663"/>
                    <a:pt x="564" y="663"/>
                  </a:cubicBezTo>
                  <a:cubicBezTo>
                    <a:pt x="109" y="664"/>
                    <a:pt x="109" y="664"/>
                    <a:pt x="109" y="664"/>
                  </a:cubicBezTo>
                  <a:cubicBezTo>
                    <a:pt x="159" y="422"/>
                    <a:pt x="159" y="422"/>
                    <a:pt x="159" y="422"/>
                  </a:cubicBezTo>
                  <a:cubicBezTo>
                    <a:pt x="118" y="291"/>
                    <a:pt x="118" y="291"/>
                    <a:pt x="118" y="291"/>
                  </a:cubicBezTo>
                  <a:cubicBezTo>
                    <a:pt x="11" y="277"/>
                    <a:pt x="11" y="277"/>
                    <a:pt x="11" y="277"/>
                  </a:cubicBezTo>
                  <a:cubicBezTo>
                    <a:pt x="11" y="277"/>
                    <a:pt x="0" y="105"/>
                    <a:pt x="103" y="63"/>
                  </a:cubicBezTo>
                  <a:cubicBezTo>
                    <a:pt x="241" y="5"/>
                    <a:pt x="260" y="0"/>
                    <a:pt x="260" y="0"/>
                  </a:cubicBezTo>
                  <a:cubicBezTo>
                    <a:pt x="326" y="67"/>
                    <a:pt x="326" y="67"/>
                    <a:pt x="326" y="67"/>
                  </a:cubicBezTo>
                  <a:cubicBezTo>
                    <a:pt x="351" y="67"/>
                    <a:pt x="351" y="67"/>
                    <a:pt x="351" y="67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575" y="63"/>
                    <a:pt x="575" y="63"/>
                    <a:pt x="575" y="63"/>
                  </a:cubicBezTo>
                  <a:cubicBezTo>
                    <a:pt x="654" y="138"/>
                    <a:pt x="667" y="277"/>
                    <a:pt x="667" y="277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20" y="422"/>
                    <a:pt x="520" y="422"/>
                    <a:pt x="520" y="422"/>
                  </a:cubicBezTo>
                  <a:cubicBezTo>
                    <a:pt x="520" y="422"/>
                    <a:pt x="520" y="422"/>
                    <a:pt x="520" y="422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7" name="Freeform 2041">
              <a:extLst>
                <a:ext uri="{FF2B5EF4-FFF2-40B4-BE49-F238E27FC236}">
                  <a16:creationId xmlns:a16="http://schemas.microsoft.com/office/drawing/2014/main" id="{C54CA694-EAE4-4243-B6FF-63948155860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8565" y="5625475"/>
              <a:ext cx="170073" cy="714022"/>
            </a:xfrm>
            <a:custGeom>
              <a:avLst/>
              <a:gdLst>
                <a:gd name="T0" fmla="*/ 0 w 172"/>
                <a:gd name="T1" fmla="*/ 46 h 722"/>
                <a:gd name="T2" fmla="*/ 0 w 172"/>
                <a:gd name="T3" fmla="*/ 94 h 722"/>
                <a:gd name="T4" fmla="*/ 0 w 172"/>
                <a:gd name="T5" fmla="*/ 96 h 722"/>
                <a:gd name="T6" fmla="*/ 55 w 172"/>
                <a:gd name="T7" fmla="*/ 722 h 722"/>
                <a:gd name="T8" fmla="*/ 172 w 172"/>
                <a:gd name="T9" fmla="*/ 722 h 722"/>
                <a:gd name="T10" fmla="*/ 172 w 172"/>
                <a:gd name="T11" fmla="*/ 37 h 722"/>
                <a:gd name="T12" fmla="*/ 138 w 172"/>
                <a:gd name="T13" fmla="*/ 0 h 722"/>
                <a:gd name="T14" fmla="*/ 42 w 172"/>
                <a:gd name="T15" fmla="*/ 0 h 722"/>
                <a:gd name="T16" fmla="*/ 0 w 172"/>
                <a:gd name="T17" fmla="*/ 4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722">
                  <a:moveTo>
                    <a:pt x="0" y="46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55" y="722"/>
                    <a:pt x="55" y="722"/>
                    <a:pt x="55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59" y="23"/>
                    <a:pt x="151" y="15"/>
                    <a:pt x="138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6" y="18"/>
                    <a:pt x="17" y="28"/>
                    <a:pt x="0" y="46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8" name="Freeform 2042">
              <a:extLst>
                <a:ext uri="{FF2B5EF4-FFF2-40B4-BE49-F238E27FC236}">
                  <a16:creationId xmlns:a16="http://schemas.microsoft.com/office/drawing/2014/main" id="{F42FEC69-9337-4B7D-9EC4-CC42670FA59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45216" y="5625475"/>
              <a:ext cx="168084" cy="714022"/>
            </a:xfrm>
            <a:custGeom>
              <a:avLst/>
              <a:gdLst>
                <a:gd name="T0" fmla="*/ 0 w 170"/>
                <a:gd name="T1" fmla="*/ 35 h 722"/>
                <a:gd name="T2" fmla="*/ 0 w 170"/>
                <a:gd name="T3" fmla="*/ 722 h 722"/>
                <a:gd name="T4" fmla="*/ 115 w 170"/>
                <a:gd name="T5" fmla="*/ 722 h 722"/>
                <a:gd name="T6" fmla="*/ 170 w 170"/>
                <a:gd name="T7" fmla="*/ 96 h 722"/>
                <a:gd name="T8" fmla="*/ 170 w 170"/>
                <a:gd name="T9" fmla="*/ 94 h 722"/>
                <a:gd name="T10" fmla="*/ 170 w 170"/>
                <a:gd name="T11" fmla="*/ 44 h 722"/>
                <a:gd name="T12" fmla="*/ 131 w 170"/>
                <a:gd name="T13" fmla="*/ 0 h 722"/>
                <a:gd name="T14" fmla="*/ 31 w 170"/>
                <a:gd name="T15" fmla="*/ 0 h 722"/>
                <a:gd name="T16" fmla="*/ 0 w 170"/>
                <a:gd name="T17" fmla="*/ 3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722">
                  <a:moveTo>
                    <a:pt x="0" y="35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115" y="722"/>
                    <a:pt x="115" y="722"/>
                    <a:pt x="115" y="722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5"/>
                    <a:pt x="170" y="95"/>
                    <a:pt x="170" y="94"/>
                  </a:cubicBezTo>
                  <a:cubicBezTo>
                    <a:pt x="170" y="44"/>
                    <a:pt x="170" y="44"/>
                    <a:pt x="170" y="44"/>
                  </a:cubicBezTo>
                  <a:cubicBezTo>
                    <a:pt x="155" y="27"/>
                    <a:pt x="146" y="17"/>
                    <a:pt x="1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14"/>
                    <a:pt x="12" y="21"/>
                    <a:pt x="0" y="35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9" name="Freeform 2043">
              <a:extLst>
                <a:ext uri="{FF2B5EF4-FFF2-40B4-BE49-F238E27FC236}">
                  <a16:creationId xmlns:a16="http://schemas.microsoft.com/office/drawing/2014/main" id="{BB50AF77-DEAE-4DCF-9830-5D9B0BDC384E}"/>
                </a:ext>
              </a:extLst>
            </p:cNvPr>
            <p:cNvSpPr>
              <a:spLocks/>
            </p:cNvSpPr>
            <p:nvPr/>
          </p:nvSpPr>
          <p:spPr bwMode="gray">
            <a:xfrm>
              <a:off x="6825437" y="6255436"/>
              <a:ext cx="173054" cy="84058"/>
            </a:xfrm>
            <a:custGeom>
              <a:avLst/>
              <a:gdLst>
                <a:gd name="T0" fmla="*/ 5048 w 5048"/>
                <a:gd name="T1" fmla="*/ 2452 h 2452"/>
                <a:gd name="T2" fmla="*/ 0 w 5048"/>
                <a:gd name="T3" fmla="*/ 2452 h 2452"/>
                <a:gd name="T4" fmla="*/ 0 w 5048"/>
                <a:gd name="T5" fmla="*/ 2336 h 2452"/>
                <a:gd name="T6" fmla="*/ 865 w 5048"/>
                <a:gd name="T7" fmla="*/ 0 h 2452"/>
                <a:gd name="T8" fmla="*/ 3923 w 5048"/>
                <a:gd name="T9" fmla="*/ 0 h 2452"/>
                <a:gd name="T10" fmla="*/ 5048 w 5048"/>
                <a:gd name="T11" fmla="*/ 2452 h 2452"/>
                <a:gd name="T12" fmla="*/ 5048 w 5048"/>
                <a:gd name="T13" fmla="*/ 2452 h 2452"/>
                <a:gd name="T14" fmla="*/ 5048 w 5048"/>
                <a:gd name="T15" fmla="*/ 2452 h 2452"/>
                <a:gd name="T16" fmla="*/ 5048 w 5048"/>
                <a:gd name="T17" fmla="*/ 2452 h 2452"/>
                <a:gd name="T18" fmla="*/ 5048 w 5048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65" y="0"/>
                  </a:lnTo>
                  <a:lnTo>
                    <a:pt x="3923" y="0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0" name="Freeform 2044">
              <a:extLst>
                <a:ext uri="{FF2B5EF4-FFF2-40B4-BE49-F238E27FC236}">
                  <a16:creationId xmlns:a16="http://schemas.microsoft.com/office/drawing/2014/main" id="{C0D535A2-E1A5-4EBC-87F3-E00FDABA4B6A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6255436"/>
              <a:ext cx="172060" cy="84058"/>
            </a:xfrm>
            <a:custGeom>
              <a:avLst/>
              <a:gdLst>
                <a:gd name="T0" fmla="*/ 5019 w 5019"/>
                <a:gd name="T1" fmla="*/ 2336 h 2452"/>
                <a:gd name="T2" fmla="*/ 5019 w 5019"/>
                <a:gd name="T3" fmla="*/ 2452 h 2452"/>
                <a:gd name="T4" fmla="*/ 0 w 5019"/>
                <a:gd name="T5" fmla="*/ 2452 h 2452"/>
                <a:gd name="T6" fmla="*/ 1096 w 5019"/>
                <a:gd name="T7" fmla="*/ 0 h 2452"/>
                <a:gd name="T8" fmla="*/ 4154 w 5019"/>
                <a:gd name="T9" fmla="*/ 0 h 2452"/>
                <a:gd name="T10" fmla="*/ 5019 w 5019"/>
                <a:gd name="T11" fmla="*/ 2336 h 2452"/>
                <a:gd name="T12" fmla="*/ 5019 w 5019"/>
                <a:gd name="T13" fmla="*/ 2336 h 2452"/>
                <a:gd name="T14" fmla="*/ 5019 w 5019"/>
                <a:gd name="T15" fmla="*/ 2336 h 2452"/>
                <a:gd name="T16" fmla="*/ 5019 w 5019"/>
                <a:gd name="T17" fmla="*/ 2336 h 2452"/>
                <a:gd name="T18" fmla="*/ 5019 w 5019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19" h="2452">
                  <a:moveTo>
                    <a:pt x="5019" y="2336"/>
                  </a:moveTo>
                  <a:lnTo>
                    <a:pt x="5019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54" y="0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1" name="Rectangle 2045">
              <a:extLst>
                <a:ext uri="{FF2B5EF4-FFF2-40B4-BE49-F238E27FC236}">
                  <a16:creationId xmlns:a16="http://schemas.microsoft.com/office/drawing/2014/main" id="{79BAF718-AE6C-4B19-B445-640E791226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601987" y="5565138"/>
              <a:ext cx="448886" cy="34625"/>
            </a:xfrm>
            <a:prstGeom prst="rect">
              <a:avLst/>
            </a:pr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2" name="Freeform 2046">
              <a:extLst>
                <a:ext uri="{FF2B5EF4-FFF2-40B4-BE49-F238E27FC236}">
                  <a16:creationId xmlns:a16="http://schemas.microsoft.com/office/drawing/2014/main" id="{4F565ED0-99BF-4D63-82C4-5811C8B67B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611859" y="5384165"/>
              <a:ext cx="105794" cy="107782"/>
            </a:xfrm>
            <a:custGeom>
              <a:avLst/>
              <a:gdLst>
                <a:gd name="T0" fmla="*/ 2394 w 3086"/>
                <a:gd name="T1" fmla="*/ 1789 h 3144"/>
                <a:gd name="T2" fmla="*/ 375 w 3086"/>
                <a:gd name="T3" fmla="*/ 0 h 3144"/>
                <a:gd name="T4" fmla="*/ 0 w 3086"/>
                <a:gd name="T5" fmla="*/ 3144 h 3144"/>
                <a:gd name="T6" fmla="*/ 3086 w 3086"/>
                <a:gd name="T7" fmla="*/ 3144 h 3144"/>
                <a:gd name="T8" fmla="*/ 2394 w 3086"/>
                <a:gd name="T9" fmla="*/ 1789 h 3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6" h="3144">
                  <a:moveTo>
                    <a:pt x="2394" y="1789"/>
                  </a:moveTo>
                  <a:lnTo>
                    <a:pt x="375" y="0"/>
                  </a:lnTo>
                  <a:lnTo>
                    <a:pt x="0" y="3144"/>
                  </a:lnTo>
                  <a:lnTo>
                    <a:pt x="3086" y="3144"/>
                  </a:lnTo>
                  <a:lnTo>
                    <a:pt x="2394" y="178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3" name="Freeform 2047">
              <a:extLst>
                <a:ext uri="{FF2B5EF4-FFF2-40B4-BE49-F238E27FC236}">
                  <a16:creationId xmlns:a16="http://schemas.microsoft.com/office/drawing/2014/main" id="{78E13A8A-9E47-435D-8510-FB908DEE16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957934" y="5394073"/>
              <a:ext cx="84059" cy="97874"/>
            </a:xfrm>
            <a:custGeom>
              <a:avLst/>
              <a:gdLst>
                <a:gd name="T0" fmla="*/ 0 w 2452"/>
                <a:gd name="T1" fmla="*/ 1269 h 2855"/>
                <a:gd name="T2" fmla="*/ 0 w 2452"/>
                <a:gd name="T3" fmla="*/ 2855 h 2855"/>
                <a:gd name="T4" fmla="*/ 2452 w 2452"/>
                <a:gd name="T5" fmla="*/ 2855 h 2855"/>
                <a:gd name="T6" fmla="*/ 2452 w 2452"/>
                <a:gd name="T7" fmla="*/ 0 h 2855"/>
                <a:gd name="T8" fmla="*/ 0 w 2452"/>
                <a:gd name="T9" fmla="*/ 1269 h 2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2" h="2855">
                  <a:moveTo>
                    <a:pt x="0" y="1269"/>
                  </a:moveTo>
                  <a:lnTo>
                    <a:pt x="0" y="2855"/>
                  </a:lnTo>
                  <a:lnTo>
                    <a:pt x="2452" y="2855"/>
                  </a:lnTo>
                  <a:lnTo>
                    <a:pt x="2452" y="0"/>
                  </a:lnTo>
                  <a:lnTo>
                    <a:pt x="0" y="126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4" name="Freeform 2048">
              <a:extLst>
                <a:ext uri="{FF2B5EF4-FFF2-40B4-BE49-F238E27FC236}">
                  <a16:creationId xmlns:a16="http://schemas.microsoft.com/office/drawing/2014/main" id="{0A8C4400-44F3-479D-8F68-9AA10740655F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5217040"/>
              <a:ext cx="348063" cy="274906"/>
            </a:xfrm>
            <a:custGeom>
              <a:avLst/>
              <a:gdLst>
                <a:gd name="T0" fmla="*/ 635 w 10153"/>
                <a:gd name="T1" fmla="*/ 8019 h 8019"/>
                <a:gd name="T2" fmla="*/ 0 w 10153"/>
                <a:gd name="T3" fmla="*/ 0 h 8019"/>
                <a:gd name="T4" fmla="*/ 10153 w 10153"/>
                <a:gd name="T5" fmla="*/ 0 h 8019"/>
                <a:gd name="T6" fmla="*/ 9461 w 10153"/>
                <a:gd name="T7" fmla="*/ 8019 h 8019"/>
                <a:gd name="T8" fmla="*/ 635 w 10153"/>
                <a:gd name="T9" fmla="*/ 8019 h 8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53" h="8019">
                  <a:moveTo>
                    <a:pt x="635" y="8019"/>
                  </a:moveTo>
                  <a:lnTo>
                    <a:pt x="0" y="0"/>
                  </a:lnTo>
                  <a:lnTo>
                    <a:pt x="10153" y="0"/>
                  </a:lnTo>
                  <a:lnTo>
                    <a:pt x="9461" y="8019"/>
                  </a:lnTo>
                  <a:lnTo>
                    <a:pt x="635" y="8019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5" name="Freeform 2049">
              <a:extLst>
                <a:ext uri="{FF2B5EF4-FFF2-40B4-BE49-F238E27FC236}">
                  <a16:creationId xmlns:a16="http://schemas.microsoft.com/office/drawing/2014/main" id="{64C41E82-C1DA-4EB6-8707-D5847F228D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74869" y="5431646"/>
              <a:ext cx="149298" cy="60301"/>
            </a:xfrm>
            <a:custGeom>
              <a:avLst/>
              <a:gdLst>
                <a:gd name="T0" fmla="*/ 606 w 4355"/>
                <a:gd name="T1" fmla="*/ 1759 h 1759"/>
                <a:gd name="T2" fmla="*/ 606 w 4355"/>
                <a:gd name="T3" fmla="*/ 1644 h 1759"/>
                <a:gd name="T4" fmla="*/ 0 w 4355"/>
                <a:gd name="T5" fmla="*/ 0 h 1759"/>
                <a:gd name="T6" fmla="*/ 3519 w 4355"/>
                <a:gd name="T7" fmla="*/ 0 h 1759"/>
                <a:gd name="T8" fmla="*/ 4355 w 4355"/>
                <a:gd name="T9" fmla="*/ 1759 h 1759"/>
                <a:gd name="T10" fmla="*/ 4355 w 4355"/>
                <a:gd name="T11" fmla="*/ 1759 h 1759"/>
                <a:gd name="T12" fmla="*/ 4355 w 4355"/>
                <a:gd name="T13" fmla="*/ 1759 h 1759"/>
                <a:gd name="T14" fmla="*/ 4355 w 4355"/>
                <a:gd name="T15" fmla="*/ 1759 h 1759"/>
                <a:gd name="T16" fmla="*/ 606 w 4355"/>
                <a:gd name="T17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55" h="1759">
                  <a:moveTo>
                    <a:pt x="606" y="1759"/>
                  </a:moveTo>
                  <a:lnTo>
                    <a:pt x="606" y="1644"/>
                  </a:lnTo>
                  <a:lnTo>
                    <a:pt x="0" y="0"/>
                  </a:lnTo>
                  <a:lnTo>
                    <a:pt x="3519" y="0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606" y="1759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6" name="Freeform 2050">
              <a:extLst>
                <a:ext uri="{FF2B5EF4-FFF2-40B4-BE49-F238E27FC236}">
                  <a16:creationId xmlns:a16="http://schemas.microsoft.com/office/drawing/2014/main" id="{827F9869-2E05-41A5-9DE3-B3667186EAFB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7572" y="5431646"/>
              <a:ext cx="143366" cy="60301"/>
            </a:xfrm>
            <a:custGeom>
              <a:avLst/>
              <a:gdLst>
                <a:gd name="T0" fmla="*/ 3490 w 4182"/>
                <a:gd name="T1" fmla="*/ 1644 h 1759"/>
                <a:gd name="T2" fmla="*/ 3490 w 4182"/>
                <a:gd name="T3" fmla="*/ 1759 h 1759"/>
                <a:gd name="T4" fmla="*/ 0 w 4182"/>
                <a:gd name="T5" fmla="*/ 1759 h 1759"/>
                <a:gd name="T6" fmla="*/ 750 w 4182"/>
                <a:gd name="T7" fmla="*/ 0 h 1759"/>
                <a:gd name="T8" fmla="*/ 4182 w 4182"/>
                <a:gd name="T9" fmla="*/ 0 h 1759"/>
                <a:gd name="T10" fmla="*/ 3490 w 4182"/>
                <a:gd name="T11" fmla="*/ 1644 h 1759"/>
                <a:gd name="T12" fmla="*/ 3490 w 4182"/>
                <a:gd name="T13" fmla="*/ 1644 h 1759"/>
                <a:gd name="T14" fmla="*/ 3490 w 4182"/>
                <a:gd name="T15" fmla="*/ 1644 h 1759"/>
                <a:gd name="T16" fmla="*/ 3490 w 4182"/>
                <a:gd name="T17" fmla="*/ 1644 h 1759"/>
                <a:gd name="T18" fmla="*/ 3490 w 4182"/>
                <a:gd name="T19" fmla="*/ 1644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82" h="1759">
                  <a:moveTo>
                    <a:pt x="3490" y="1644"/>
                  </a:moveTo>
                  <a:lnTo>
                    <a:pt x="3490" y="1759"/>
                  </a:lnTo>
                  <a:lnTo>
                    <a:pt x="0" y="1759"/>
                  </a:lnTo>
                  <a:lnTo>
                    <a:pt x="750" y="0"/>
                  </a:lnTo>
                  <a:lnTo>
                    <a:pt x="4182" y="0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7" name="Freeform 2051">
              <a:extLst>
                <a:ext uri="{FF2B5EF4-FFF2-40B4-BE49-F238E27FC236}">
                  <a16:creationId xmlns:a16="http://schemas.microsoft.com/office/drawing/2014/main" id="{651AE214-EF3D-4FF4-BDAD-56A852F4385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774807"/>
              <a:ext cx="533940" cy="55365"/>
            </a:xfrm>
            <a:custGeom>
              <a:avLst/>
              <a:gdLst>
                <a:gd name="T0" fmla="*/ 485 w 540"/>
                <a:gd name="T1" fmla="*/ 0 h 56"/>
                <a:gd name="T2" fmla="*/ 56 w 540"/>
                <a:gd name="T3" fmla="*/ 0 h 56"/>
                <a:gd name="T4" fmla="*/ 0 w 540"/>
                <a:gd name="T5" fmla="*/ 56 h 56"/>
                <a:gd name="T6" fmla="*/ 540 w 540"/>
                <a:gd name="T7" fmla="*/ 56 h 56"/>
                <a:gd name="T8" fmla="*/ 485 w 540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0" y="56"/>
                    <a:pt x="540" y="56"/>
                    <a:pt x="540" y="56"/>
                  </a:cubicBezTo>
                  <a:cubicBezTo>
                    <a:pt x="540" y="25"/>
                    <a:pt x="515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8" name="Freeform 2052">
              <a:extLst>
                <a:ext uri="{FF2B5EF4-FFF2-40B4-BE49-F238E27FC236}">
                  <a16:creationId xmlns:a16="http://schemas.microsoft.com/office/drawing/2014/main" id="{F46EA028-6387-4B8E-9E6E-E5AD697053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830171"/>
              <a:ext cx="533940" cy="37573"/>
            </a:xfrm>
            <a:custGeom>
              <a:avLst/>
              <a:gdLst>
                <a:gd name="T0" fmla="*/ 0 w 15575"/>
                <a:gd name="T1" fmla="*/ 0 h 1096"/>
                <a:gd name="T2" fmla="*/ 15575 w 15575"/>
                <a:gd name="T3" fmla="*/ 0 h 1096"/>
                <a:gd name="T4" fmla="*/ 15575 w 15575"/>
                <a:gd name="T5" fmla="*/ 1096 h 1096"/>
                <a:gd name="T6" fmla="*/ 0 w 15575"/>
                <a:gd name="T7" fmla="*/ 1096 h 1096"/>
                <a:gd name="T8" fmla="*/ 0 w 15575"/>
                <a:gd name="T9" fmla="*/ 0 h 1096"/>
                <a:gd name="T10" fmla="*/ 0 w 15575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75" h="1096">
                  <a:moveTo>
                    <a:pt x="0" y="0"/>
                  </a:moveTo>
                  <a:lnTo>
                    <a:pt x="15575" y="0"/>
                  </a:lnTo>
                  <a:lnTo>
                    <a:pt x="15575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9" name="Freeform 2053">
              <a:extLst>
                <a:ext uri="{FF2B5EF4-FFF2-40B4-BE49-F238E27FC236}">
                  <a16:creationId xmlns:a16="http://schemas.microsoft.com/office/drawing/2014/main" id="{A150A7AF-7088-4560-8AC3-56BE921FB3A6}"/>
                </a:ext>
              </a:extLst>
            </p:cNvPr>
            <p:cNvSpPr>
              <a:spLocks/>
            </p:cNvSpPr>
            <p:nvPr/>
          </p:nvSpPr>
          <p:spPr bwMode="gray">
            <a:xfrm>
              <a:off x="817017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0" name="Freeform 2054">
              <a:extLst>
                <a:ext uri="{FF2B5EF4-FFF2-40B4-BE49-F238E27FC236}">
                  <a16:creationId xmlns:a16="http://schemas.microsoft.com/office/drawing/2014/main" id="{5F1C88E2-8B2B-46CF-BBA9-1E7F82556E0B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120126"/>
              <a:ext cx="121598" cy="371821"/>
            </a:xfrm>
            <a:custGeom>
              <a:avLst/>
              <a:gdLst>
                <a:gd name="T0" fmla="*/ 1240 w 3547"/>
                <a:gd name="T1" fmla="*/ 0 h 10846"/>
                <a:gd name="T2" fmla="*/ 317 w 3547"/>
                <a:gd name="T3" fmla="*/ 5135 h 10846"/>
                <a:gd name="T4" fmla="*/ 0 w 3547"/>
                <a:gd name="T5" fmla="*/ 8106 h 10846"/>
                <a:gd name="T6" fmla="*/ 548 w 3547"/>
                <a:gd name="T7" fmla="*/ 10846 h 10846"/>
                <a:gd name="T8" fmla="*/ 2538 w 3547"/>
                <a:gd name="T9" fmla="*/ 10846 h 10846"/>
                <a:gd name="T10" fmla="*/ 3547 w 3547"/>
                <a:gd name="T11" fmla="*/ 8798 h 10846"/>
                <a:gd name="T12" fmla="*/ 3547 w 3547"/>
                <a:gd name="T13" fmla="*/ 0 h 10846"/>
                <a:gd name="T14" fmla="*/ 1240 w 3547"/>
                <a:gd name="T15" fmla="*/ 0 h 10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47" h="10846">
                  <a:moveTo>
                    <a:pt x="1240" y="0"/>
                  </a:moveTo>
                  <a:lnTo>
                    <a:pt x="317" y="5135"/>
                  </a:lnTo>
                  <a:lnTo>
                    <a:pt x="0" y="8106"/>
                  </a:lnTo>
                  <a:lnTo>
                    <a:pt x="548" y="10846"/>
                  </a:lnTo>
                  <a:lnTo>
                    <a:pt x="2538" y="10846"/>
                  </a:lnTo>
                  <a:lnTo>
                    <a:pt x="3547" y="8798"/>
                  </a:lnTo>
                  <a:lnTo>
                    <a:pt x="3547" y="0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1" name="Freeform 2055">
              <a:extLst>
                <a:ext uri="{FF2B5EF4-FFF2-40B4-BE49-F238E27FC236}">
                  <a16:creationId xmlns:a16="http://schemas.microsoft.com/office/drawing/2014/main" id="{B0D47087-92C7-40DF-8B56-F4E80332B37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2" name="Freeform 2056">
              <a:extLst>
                <a:ext uri="{FF2B5EF4-FFF2-40B4-BE49-F238E27FC236}">
                  <a16:creationId xmlns:a16="http://schemas.microsoft.com/office/drawing/2014/main" id="{63291F21-D514-44AF-B702-30C463488FC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58654" y="5455367"/>
              <a:ext cx="30648" cy="884129"/>
            </a:xfrm>
            <a:custGeom>
              <a:avLst/>
              <a:gdLst>
                <a:gd name="T0" fmla="*/ 0 w 894"/>
                <a:gd name="T1" fmla="*/ 0 h 25790"/>
                <a:gd name="T2" fmla="*/ 894 w 894"/>
                <a:gd name="T3" fmla="*/ 0 h 25790"/>
                <a:gd name="T4" fmla="*/ 894 w 894"/>
                <a:gd name="T5" fmla="*/ 25790 h 25790"/>
                <a:gd name="T6" fmla="*/ 0 w 894"/>
                <a:gd name="T7" fmla="*/ 25790 h 25790"/>
                <a:gd name="T8" fmla="*/ 0 w 894"/>
                <a:gd name="T9" fmla="*/ 0 h 25790"/>
                <a:gd name="T10" fmla="*/ 0 w 894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4" h="25790">
                  <a:moveTo>
                    <a:pt x="0" y="0"/>
                  </a:moveTo>
                  <a:lnTo>
                    <a:pt x="894" y="0"/>
                  </a:lnTo>
                  <a:lnTo>
                    <a:pt x="894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3" name="Freeform 2057">
              <a:extLst>
                <a:ext uri="{FF2B5EF4-FFF2-40B4-BE49-F238E27FC236}">
                  <a16:creationId xmlns:a16="http://schemas.microsoft.com/office/drawing/2014/main" id="{57C79B19-C7F9-4336-A571-5F550FC571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246696"/>
              <a:ext cx="533940" cy="208673"/>
            </a:xfrm>
            <a:custGeom>
              <a:avLst/>
              <a:gdLst>
                <a:gd name="T0" fmla="*/ 404 w 540"/>
                <a:gd name="T1" fmla="*/ 0 h 211"/>
                <a:gd name="T2" fmla="*/ 136 w 540"/>
                <a:gd name="T3" fmla="*/ 0 h 211"/>
                <a:gd name="T4" fmla="*/ 0 w 540"/>
                <a:gd name="T5" fmla="*/ 119 h 211"/>
                <a:gd name="T6" fmla="*/ 0 w 540"/>
                <a:gd name="T7" fmla="*/ 211 h 211"/>
                <a:gd name="T8" fmla="*/ 540 w 540"/>
                <a:gd name="T9" fmla="*/ 211 h 211"/>
                <a:gd name="T10" fmla="*/ 540 w 540"/>
                <a:gd name="T11" fmla="*/ 119 h 211"/>
                <a:gd name="T12" fmla="*/ 404 w 540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0" y="211"/>
                    <a:pt x="540" y="211"/>
                    <a:pt x="540" y="211"/>
                  </a:cubicBezTo>
                  <a:cubicBezTo>
                    <a:pt x="540" y="119"/>
                    <a:pt x="540" y="119"/>
                    <a:pt x="540" y="119"/>
                  </a:cubicBezTo>
                  <a:cubicBezTo>
                    <a:pt x="540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4" name="Freeform 2058">
              <a:extLst>
                <a:ext uri="{FF2B5EF4-FFF2-40B4-BE49-F238E27FC236}">
                  <a16:creationId xmlns:a16="http://schemas.microsoft.com/office/drawing/2014/main" id="{CDAED7E9-E4C4-4B67-A75D-A2CCCD25AC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09220" y="5142856"/>
              <a:ext cx="118649" cy="349091"/>
            </a:xfrm>
            <a:custGeom>
              <a:avLst/>
              <a:gdLst>
                <a:gd name="T0" fmla="*/ 3288 w 3461"/>
                <a:gd name="T1" fmla="*/ 6578 h 10183"/>
                <a:gd name="T2" fmla="*/ 3461 w 3461"/>
                <a:gd name="T3" fmla="*/ 0 h 10183"/>
                <a:gd name="T4" fmla="*/ 259 w 3461"/>
                <a:gd name="T5" fmla="*/ 29 h 10183"/>
                <a:gd name="T6" fmla="*/ 778 w 3461"/>
                <a:gd name="T7" fmla="*/ 5366 h 10183"/>
                <a:gd name="T8" fmla="*/ 0 w 3461"/>
                <a:gd name="T9" fmla="*/ 7933 h 10183"/>
                <a:gd name="T10" fmla="*/ 634 w 3461"/>
                <a:gd name="T11" fmla="*/ 10183 h 10183"/>
                <a:gd name="T12" fmla="*/ 2048 w 3461"/>
                <a:gd name="T13" fmla="*/ 9001 h 10183"/>
                <a:gd name="T14" fmla="*/ 3288 w 3461"/>
                <a:gd name="T15" fmla="*/ 6578 h 10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1" h="10183">
                  <a:moveTo>
                    <a:pt x="3288" y="6578"/>
                  </a:moveTo>
                  <a:lnTo>
                    <a:pt x="3461" y="0"/>
                  </a:lnTo>
                  <a:lnTo>
                    <a:pt x="259" y="29"/>
                  </a:lnTo>
                  <a:lnTo>
                    <a:pt x="778" y="5366"/>
                  </a:lnTo>
                  <a:lnTo>
                    <a:pt x="0" y="7933"/>
                  </a:lnTo>
                  <a:lnTo>
                    <a:pt x="634" y="10183"/>
                  </a:lnTo>
                  <a:lnTo>
                    <a:pt x="2048" y="9001"/>
                  </a:lnTo>
                  <a:lnTo>
                    <a:pt x="3288" y="6578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5" name="Freeform 2059">
              <a:extLst>
                <a:ext uri="{FF2B5EF4-FFF2-40B4-BE49-F238E27FC236}">
                  <a16:creationId xmlns:a16="http://schemas.microsoft.com/office/drawing/2014/main" id="{58EE1ED2-6C6B-4591-B1AE-4875AD96AD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7746" y="4515875"/>
              <a:ext cx="403428" cy="619095"/>
            </a:xfrm>
            <a:custGeom>
              <a:avLst/>
              <a:gdLst>
                <a:gd name="T0" fmla="*/ 374 w 408"/>
                <a:gd name="T1" fmla="*/ 100 h 626"/>
                <a:gd name="T2" fmla="*/ 216 w 408"/>
                <a:gd name="T3" fmla="*/ 0 h 626"/>
                <a:gd name="T4" fmla="*/ 207 w 408"/>
                <a:gd name="T5" fmla="*/ 0 h 626"/>
                <a:gd name="T6" fmla="*/ 205 w 408"/>
                <a:gd name="T7" fmla="*/ 0 h 626"/>
                <a:gd name="T8" fmla="*/ 196 w 408"/>
                <a:gd name="T9" fmla="*/ 0 h 626"/>
                <a:gd name="T10" fmla="*/ 38 w 408"/>
                <a:gd name="T11" fmla="*/ 100 h 626"/>
                <a:gd name="T12" fmla="*/ 26 w 408"/>
                <a:gd name="T13" fmla="*/ 558 h 626"/>
                <a:gd name="T14" fmla="*/ 154 w 408"/>
                <a:gd name="T15" fmla="*/ 626 h 626"/>
                <a:gd name="T16" fmla="*/ 205 w 408"/>
                <a:gd name="T17" fmla="*/ 626 h 626"/>
                <a:gd name="T18" fmla="*/ 207 w 408"/>
                <a:gd name="T19" fmla="*/ 626 h 626"/>
                <a:gd name="T20" fmla="*/ 259 w 408"/>
                <a:gd name="T21" fmla="*/ 626 h 626"/>
                <a:gd name="T22" fmla="*/ 382 w 408"/>
                <a:gd name="T23" fmla="*/ 558 h 626"/>
                <a:gd name="T24" fmla="*/ 374 w 408"/>
                <a:gd name="T25" fmla="*/ 10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" h="626">
                  <a:moveTo>
                    <a:pt x="374" y="100"/>
                  </a:moveTo>
                  <a:cubicBezTo>
                    <a:pt x="342" y="40"/>
                    <a:pt x="287" y="0"/>
                    <a:pt x="216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27" y="0"/>
                    <a:pt x="70" y="40"/>
                    <a:pt x="38" y="100"/>
                  </a:cubicBezTo>
                  <a:cubicBezTo>
                    <a:pt x="8" y="156"/>
                    <a:pt x="0" y="495"/>
                    <a:pt x="26" y="558"/>
                  </a:cubicBezTo>
                  <a:cubicBezTo>
                    <a:pt x="47" y="610"/>
                    <a:pt x="95" y="626"/>
                    <a:pt x="154" y="626"/>
                  </a:cubicBezTo>
                  <a:cubicBezTo>
                    <a:pt x="205" y="626"/>
                    <a:pt x="205" y="626"/>
                    <a:pt x="205" y="626"/>
                  </a:cubicBezTo>
                  <a:cubicBezTo>
                    <a:pt x="207" y="626"/>
                    <a:pt x="207" y="626"/>
                    <a:pt x="207" y="626"/>
                  </a:cubicBezTo>
                  <a:cubicBezTo>
                    <a:pt x="259" y="626"/>
                    <a:pt x="259" y="626"/>
                    <a:pt x="259" y="626"/>
                  </a:cubicBezTo>
                  <a:cubicBezTo>
                    <a:pt x="317" y="626"/>
                    <a:pt x="361" y="610"/>
                    <a:pt x="382" y="558"/>
                  </a:cubicBezTo>
                  <a:cubicBezTo>
                    <a:pt x="408" y="495"/>
                    <a:pt x="404" y="156"/>
                    <a:pt x="374" y="100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6" name="Freeform 2060">
              <a:extLst>
                <a:ext uri="{FF2B5EF4-FFF2-40B4-BE49-F238E27FC236}">
                  <a16:creationId xmlns:a16="http://schemas.microsoft.com/office/drawing/2014/main" id="{06D660E2-D0CC-4918-99B1-87ACA6EF803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84160" y="4914435"/>
              <a:ext cx="651628" cy="638842"/>
            </a:xfrm>
            <a:custGeom>
              <a:avLst/>
              <a:gdLst>
                <a:gd name="T0" fmla="*/ 513 w 659"/>
                <a:gd name="T1" fmla="*/ 410 h 646"/>
                <a:gd name="T2" fmla="*/ 557 w 659"/>
                <a:gd name="T3" fmla="*/ 645 h 646"/>
                <a:gd name="T4" fmla="*/ 108 w 659"/>
                <a:gd name="T5" fmla="*/ 646 h 646"/>
                <a:gd name="T6" fmla="*/ 157 w 659"/>
                <a:gd name="T7" fmla="*/ 410 h 646"/>
                <a:gd name="T8" fmla="*/ 117 w 659"/>
                <a:gd name="T9" fmla="*/ 282 h 646"/>
                <a:gd name="T10" fmla="*/ 11 w 659"/>
                <a:gd name="T11" fmla="*/ 269 h 646"/>
                <a:gd name="T12" fmla="*/ 102 w 659"/>
                <a:gd name="T13" fmla="*/ 60 h 646"/>
                <a:gd name="T14" fmla="*/ 252 w 659"/>
                <a:gd name="T15" fmla="*/ 0 h 646"/>
                <a:gd name="T16" fmla="*/ 322 w 659"/>
                <a:gd name="T17" fmla="*/ 46 h 646"/>
                <a:gd name="T18" fmla="*/ 346 w 659"/>
                <a:gd name="T19" fmla="*/ 45 h 646"/>
                <a:gd name="T20" fmla="*/ 416 w 659"/>
                <a:gd name="T21" fmla="*/ 0 h 646"/>
                <a:gd name="T22" fmla="*/ 568 w 659"/>
                <a:gd name="T23" fmla="*/ 60 h 646"/>
                <a:gd name="T24" fmla="*/ 659 w 659"/>
                <a:gd name="T25" fmla="*/ 269 h 646"/>
                <a:gd name="T26" fmla="*/ 553 w 659"/>
                <a:gd name="T27" fmla="*/ 282 h 646"/>
                <a:gd name="T28" fmla="*/ 552 w 659"/>
                <a:gd name="T29" fmla="*/ 282 h 646"/>
                <a:gd name="T30" fmla="*/ 513 w 659"/>
                <a:gd name="T31" fmla="*/ 410 h 646"/>
                <a:gd name="T32" fmla="*/ 513 w 659"/>
                <a:gd name="T33" fmla="*/ 41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9" h="646">
                  <a:moveTo>
                    <a:pt x="513" y="410"/>
                  </a:moveTo>
                  <a:cubicBezTo>
                    <a:pt x="557" y="645"/>
                    <a:pt x="557" y="645"/>
                    <a:pt x="557" y="645"/>
                  </a:cubicBezTo>
                  <a:cubicBezTo>
                    <a:pt x="108" y="646"/>
                    <a:pt x="108" y="646"/>
                    <a:pt x="108" y="646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17" y="282"/>
                    <a:pt x="117" y="282"/>
                    <a:pt x="117" y="282"/>
                  </a:cubicBezTo>
                  <a:cubicBezTo>
                    <a:pt x="11" y="269"/>
                    <a:pt x="11" y="269"/>
                    <a:pt x="11" y="269"/>
                  </a:cubicBezTo>
                  <a:cubicBezTo>
                    <a:pt x="11" y="269"/>
                    <a:pt x="0" y="102"/>
                    <a:pt x="102" y="60"/>
                  </a:cubicBezTo>
                  <a:cubicBezTo>
                    <a:pt x="238" y="4"/>
                    <a:pt x="252" y="0"/>
                    <a:pt x="252" y="0"/>
                  </a:cubicBezTo>
                  <a:cubicBezTo>
                    <a:pt x="322" y="46"/>
                    <a:pt x="322" y="46"/>
                    <a:pt x="322" y="46"/>
                  </a:cubicBezTo>
                  <a:cubicBezTo>
                    <a:pt x="346" y="45"/>
                    <a:pt x="346" y="45"/>
                    <a:pt x="346" y="45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568" y="60"/>
                    <a:pt x="568" y="60"/>
                    <a:pt x="568" y="60"/>
                  </a:cubicBezTo>
                  <a:cubicBezTo>
                    <a:pt x="646" y="134"/>
                    <a:pt x="659" y="269"/>
                    <a:pt x="659" y="269"/>
                  </a:cubicBezTo>
                  <a:cubicBezTo>
                    <a:pt x="553" y="282"/>
                    <a:pt x="553" y="282"/>
                    <a:pt x="553" y="282"/>
                  </a:cubicBezTo>
                  <a:cubicBezTo>
                    <a:pt x="552" y="282"/>
                    <a:pt x="552" y="282"/>
                    <a:pt x="552" y="282"/>
                  </a:cubicBezTo>
                  <a:cubicBezTo>
                    <a:pt x="513" y="410"/>
                    <a:pt x="513" y="410"/>
                    <a:pt x="513" y="410"/>
                  </a:cubicBezTo>
                  <a:cubicBezTo>
                    <a:pt x="513" y="410"/>
                    <a:pt x="513" y="410"/>
                    <a:pt x="513" y="410"/>
                  </a:cubicBezTo>
                  <a:close/>
                </a:path>
              </a:pathLst>
            </a:cu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7" name="Freeform 2061">
              <a:extLst>
                <a:ext uri="{FF2B5EF4-FFF2-40B4-BE49-F238E27FC236}">
                  <a16:creationId xmlns:a16="http://schemas.microsoft.com/office/drawing/2014/main" id="{5F63D238-BF05-4572-ACC8-8EAADB13EF1C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0856" y="5577994"/>
              <a:ext cx="430099" cy="196812"/>
            </a:xfrm>
            <a:custGeom>
              <a:avLst/>
              <a:gdLst>
                <a:gd name="T0" fmla="*/ 393 w 435"/>
                <a:gd name="T1" fmla="*/ 199 h 199"/>
                <a:gd name="T2" fmla="*/ 41 w 435"/>
                <a:gd name="T3" fmla="*/ 199 h 199"/>
                <a:gd name="T4" fmla="*/ 0 w 435"/>
                <a:gd name="T5" fmla="*/ 159 h 199"/>
                <a:gd name="T6" fmla="*/ 0 w 435"/>
                <a:gd name="T7" fmla="*/ 0 h 199"/>
                <a:gd name="T8" fmla="*/ 435 w 435"/>
                <a:gd name="T9" fmla="*/ 0 h 199"/>
                <a:gd name="T10" fmla="*/ 435 w 435"/>
                <a:gd name="T11" fmla="*/ 159 h 199"/>
                <a:gd name="T12" fmla="*/ 393 w 435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99">
                  <a:moveTo>
                    <a:pt x="393" y="199"/>
                  </a:moveTo>
                  <a:cubicBezTo>
                    <a:pt x="41" y="199"/>
                    <a:pt x="41" y="199"/>
                    <a:pt x="41" y="199"/>
                  </a:cubicBezTo>
                  <a:cubicBezTo>
                    <a:pt x="25" y="183"/>
                    <a:pt x="16" y="175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5" y="0"/>
                    <a:pt x="435" y="0"/>
                    <a:pt x="435" y="0"/>
                  </a:cubicBezTo>
                  <a:cubicBezTo>
                    <a:pt x="435" y="159"/>
                    <a:pt x="435" y="159"/>
                    <a:pt x="435" y="159"/>
                  </a:cubicBezTo>
                  <a:cubicBezTo>
                    <a:pt x="419" y="175"/>
                    <a:pt x="409" y="183"/>
                    <a:pt x="393" y="199"/>
                  </a:cubicBezTo>
                  <a:close/>
                </a:path>
              </a:pathLst>
            </a:custGeom>
            <a:solidFill>
              <a:srgbClr val="375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8" name="Freeform 2062">
              <a:extLst>
                <a:ext uri="{FF2B5EF4-FFF2-40B4-BE49-F238E27FC236}">
                  <a16:creationId xmlns:a16="http://schemas.microsoft.com/office/drawing/2014/main" id="{C084FF0D-6405-44D2-B80B-F09A48207C3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2069" y="5565138"/>
              <a:ext cx="465719" cy="54405"/>
            </a:xfrm>
            <a:custGeom>
              <a:avLst/>
              <a:gdLst>
                <a:gd name="T0" fmla="*/ 13585 w 13585"/>
                <a:gd name="T1" fmla="*/ 1587 h 1587"/>
                <a:gd name="T2" fmla="*/ 0 w 13585"/>
                <a:gd name="T3" fmla="*/ 1587 h 1587"/>
                <a:gd name="T4" fmla="*/ 346 w 13585"/>
                <a:gd name="T5" fmla="*/ 0 h 1587"/>
                <a:gd name="T6" fmla="*/ 13210 w 13585"/>
                <a:gd name="T7" fmla="*/ 0 h 1587"/>
                <a:gd name="T8" fmla="*/ 13585 w 13585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5" h="1587">
                  <a:moveTo>
                    <a:pt x="13585" y="1587"/>
                  </a:moveTo>
                  <a:lnTo>
                    <a:pt x="0" y="1587"/>
                  </a:lnTo>
                  <a:lnTo>
                    <a:pt x="346" y="0"/>
                  </a:lnTo>
                  <a:lnTo>
                    <a:pt x="13210" y="0"/>
                  </a:lnTo>
                  <a:lnTo>
                    <a:pt x="13585" y="1587"/>
                  </a:lnTo>
                  <a:close/>
                </a:path>
              </a:pathLst>
            </a:custGeom>
            <a:solidFill>
              <a:srgbClr val="64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9" name="Freeform 2063">
              <a:extLst>
                <a:ext uri="{FF2B5EF4-FFF2-40B4-BE49-F238E27FC236}">
                  <a16:creationId xmlns:a16="http://schemas.microsoft.com/office/drawing/2014/main" id="{CDDCC23D-1AF2-42B7-9E6B-4D5FF3815CE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93931" y="5596780"/>
              <a:ext cx="403428" cy="624032"/>
            </a:xfrm>
            <a:custGeom>
              <a:avLst/>
              <a:gdLst>
                <a:gd name="T0" fmla="*/ 274 w 408"/>
                <a:gd name="T1" fmla="*/ 16 h 631"/>
                <a:gd name="T2" fmla="*/ 0 w 408"/>
                <a:gd name="T3" fmla="*/ 586 h 631"/>
                <a:gd name="T4" fmla="*/ 92 w 408"/>
                <a:gd name="T5" fmla="*/ 631 h 631"/>
                <a:gd name="T6" fmla="*/ 387 w 408"/>
                <a:gd name="T7" fmla="*/ 133 h 631"/>
                <a:gd name="T8" fmla="*/ 388 w 408"/>
                <a:gd name="T9" fmla="*/ 131 h 631"/>
                <a:gd name="T10" fmla="*/ 408 w 408"/>
                <a:gd name="T11" fmla="*/ 90 h 631"/>
                <a:gd name="T12" fmla="*/ 394 w 408"/>
                <a:gd name="T13" fmla="*/ 38 h 631"/>
                <a:gd name="T14" fmla="*/ 313 w 408"/>
                <a:gd name="T15" fmla="*/ 0 h 631"/>
                <a:gd name="T16" fmla="*/ 274 w 408"/>
                <a:gd name="T17" fmla="*/ 16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8" h="631">
                  <a:moveTo>
                    <a:pt x="274" y="16"/>
                  </a:moveTo>
                  <a:cubicBezTo>
                    <a:pt x="0" y="586"/>
                    <a:pt x="0" y="586"/>
                    <a:pt x="0" y="586"/>
                  </a:cubicBezTo>
                  <a:cubicBezTo>
                    <a:pt x="92" y="631"/>
                    <a:pt x="92" y="631"/>
                    <a:pt x="92" y="631"/>
                  </a:cubicBezTo>
                  <a:cubicBezTo>
                    <a:pt x="387" y="133"/>
                    <a:pt x="387" y="133"/>
                    <a:pt x="387" y="133"/>
                  </a:cubicBezTo>
                  <a:cubicBezTo>
                    <a:pt x="387" y="132"/>
                    <a:pt x="388" y="132"/>
                    <a:pt x="388" y="131"/>
                  </a:cubicBezTo>
                  <a:cubicBezTo>
                    <a:pt x="408" y="90"/>
                    <a:pt x="408" y="90"/>
                    <a:pt x="408" y="90"/>
                  </a:cubicBezTo>
                  <a:cubicBezTo>
                    <a:pt x="402" y="70"/>
                    <a:pt x="399" y="59"/>
                    <a:pt x="394" y="38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298" y="6"/>
                    <a:pt x="290" y="10"/>
                    <a:pt x="274" y="16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0" name="Freeform 2064">
              <a:extLst>
                <a:ext uri="{FF2B5EF4-FFF2-40B4-BE49-F238E27FC236}">
                  <a16:creationId xmlns:a16="http://schemas.microsoft.com/office/drawing/2014/main" id="{02248A3D-353F-4752-B6F2-3B0484F661D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62289" y="6108059"/>
              <a:ext cx="159170" cy="135482"/>
            </a:xfrm>
            <a:custGeom>
              <a:avLst/>
              <a:gdLst>
                <a:gd name="T0" fmla="*/ 4643 w 4643"/>
                <a:gd name="T1" fmla="*/ 3952 h 3952"/>
                <a:gd name="T2" fmla="*/ 0 w 4643"/>
                <a:gd name="T3" fmla="*/ 1904 h 3952"/>
                <a:gd name="T4" fmla="*/ 57 w 4643"/>
                <a:gd name="T5" fmla="*/ 1789 h 3952"/>
                <a:gd name="T6" fmla="*/ 1788 w 4643"/>
                <a:gd name="T7" fmla="*/ 0 h 3952"/>
                <a:gd name="T8" fmla="*/ 4586 w 4643"/>
                <a:gd name="T9" fmla="*/ 1241 h 3952"/>
                <a:gd name="T10" fmla="*/ 4643 w 4643"/>
                <a:gd name="T11" fmla="*/ 3952 h 3952"/>
                <a:gd name="T12" fmla="*/ 4643 w 4643"/>
                <a:gd name="T13" fmla="*/ 3952 h 3952"/>
                <a:gd name="T14" fmla="*/ 4643 w 4643"/>
                <a:gd name="T15" fmla="*/ 3952 h 3952"/>
                <a:gd name="T16" fmla="*/ 4643 w 4643"/>
                <a:gd name="T17" fmla="*/ 3952 h 3952"/>
                <a:gd name="T18" fmla="*/ 4643 w 4643"/>
                <a:gd name="T19" fmla="*/ 3952 h 3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43" h="3952">
                  <a:moveTo>
                    <a:pt x="4643" y="3952"/>
                  </a:moveTo>
                  <a:lnTo>
                    <a:pt x="0" y="1904"/>
                  </a:lnTo>
                  <a:lnTo>
                    <a:pt x="57" y="1789"/>
                  </a:lnTo>
                  <a:lnTo>
                    <a:pt x="1788" y="0"/>
                  </a:lnTo>
                  <a:lnTo>
                    <a:pt x="4586" y="1241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1" name="Freeform 2065">
              <a:extLst>
                <a:ext uri="{FF2B5EF4-FFF2-40B4-BE49-F238E27FC236}">
                  <a16:creationId xmlns:a16="http://schemas.microsoft.com/office/drawing/2014/main" id="{72124AB1-6FA9-479D-AD4A-93346B07127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2025" y="5631404"/>
              <a:ext cx="150291" cy="708091"/>
            </a:xfrm>
            <a:custGeom>
              <a:avLst/>
              <a:gdLst>
                <a:gd name="T0" fmla="*/ 0 w 152"/>
                <a:gd name="T1" fmla="*/ 46 h 716"/>
                <a:gd name="T2" fmla="*/ 0 w 152"/>
                <a:gd name="T3" fmla="*/ 93 h 716"/>
                <a:gd name="T4" fmla="*/ 1 w 152"/>
                <a:gd name="T5" fmla="*/ 95 h 716"/>
                <a:gd name="T6" fmla="*/ 49 w 152"/>
                <a:gd name="T7" fmla="*/ 716 h 716"/>
                <a:gd name="T8" fmla="*/ 152 w 152"/>
                <a:gd name="T9" fmla="*/ 716 h 716"/>
                <a:gd name="T10" fmla="*/ 152 w 152"/>
                <a:gd name="T11" fmla="*/ 37 h 716"/>
                <a:gd name="T12" fmla="*/ 122 w 152"/>
                <a:gd name="T13" fmla="*/ 0 h 716"/>
                <a:gd name="T14" fmla="*/ 37 w 152"/>
                <a:gd name="T15" fmla="*/ 0 h 716"/>
                <a:gd name="T16" fmla="*/ 0 w 152"/>
                <a:gd name="T17" fmla="*/ 4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716">
                  <a:moveTo>
                    <a:pt x="0" y="4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1" y="95"/>
                    <a:pt x="1" y="95"/>
                  </a:cubicBezTo>
                  <a:cubicBezTo>
                    <a:pt x="49" y="716"/>
                    <a:pt x="49" y="716"/>
                    <a:pt x="49" y="716"/>
                  </a:cubicBezTo>
                  <a:cubicBezTo>
                    <a:pt x="152" y="716"/>
                    <a:pt x="152" y="716"/>
                    <a:pt x="152" y="716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40" y="22"/>
                    <a:pt x="134" y="14"/>
                    <a:pt x="12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3" y="18"/>
                    <a:pt x="15" y="28"/>
                    <a:pt x="0" y="46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2" name="Freeform 2066">
              <a:extLst>
                <a:ext uri="{FF2B5EF4-FFF2-40B4-BE49-F238E27FC236}">
                  <a16:creationId xmlns:a16="http://schemas.microsoft.com/office/drawing/2014/main" id="{7B9A27C4-4E6B-4EF2-BAD3-D129C76E133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0071" y="6255436"/>
              <a:ext cx="173020" cy="84058"/>
            </a:xfrm>
            <a:custGeom>
              <a:avLst/>
              <a:gdLst>
                <a:gd name="T0" fmla="*/ 5047 w 5047"/>
                <a:gd name="T1" fmla="*/ 2336 h 2452"/>
                <a:gd name="T2" fmla="*/ 5047 w 5047"/>
                <a:gd name="T3" fmla="*/ 2452 h 2452"/>
                <a:gd name="T4" fmla="*/ 0 w 5047"/>
                <a:gd name="T5" fmla="*/ 2452 h 2452"/>
                <a:gd name="T6" fmla="*/ 1096 w 5047"/>
                <a:gd name="T7" fmla="*/ 0 h 2452"/>
                <a:gd name="T8" fmla="*/ 4182 w 5047"/>
                <a:gd name="T9" fmla="*/ 0 h 2452"/>
                <a:gd name="T10" fmla="*/ 5047 w 5047"/>
                <a:gd name="T11" fmla="*/ 2336 h 2452"/>
                <a:gd name="T12" fmla="*/ 5047 w 5047"/>
                <a:gd name="T13" fmla="*/ 2336 h 2452"/>
                <a:gd name="T14" fmla="*/ 5047 w 5047"/>
                <a:gd name="T15" fmla="*/ 2336 h 2452"/>
                <a:gd name="T16" fmla="*/ 5047 w 5047"/>
                <a:gd name="T17" fmla="*/ 2336 h 2452"/>
                <a:gd name="T18" fmla="*/ 5047 w 5047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7" h="2452">
                  <a:moveTo>
                    <a:pt x="5047" y="2336"/>
                  </a:moveTo>
                  <a:lnTo>
                    <a:pt x="5047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3" name="Freeform 2067">
              <a:extLst>
                <a:ext uri="{FF2B5EF4-FFF2-40B4-BE49-F238E27FC236}">
                  <a16:creationId xmlns:a16="http://schemas.microsoft.com/office/drawing/2014/main" id="{8AB664F0-5EDD-45CB-AF96-D11C3A5AD1EF}"/>
                </a:ext>
              </a:extLst>
            </p:cNvPr>
            <p:cNvSpPr>
              <a:spLocks/>
            </p:cNvSpPr>
            <p:nvPr/>
          </p:nvSpPr>
          <p:spPr bwMode="gray">
            <a:xfrm>
              <a:off x="8527149" y="5399009"/>
              <a:ext cx="103805" cy="92938"/>
            </a:xfrm>
            <a:custGeom>
              <a:avLst/>
              <a:gdLst>
                <a:gd name="T0" fmla="*/ 0 w 3028"/>
                <a:gd name="T1" fmla="*/ 1356 h 2711"/>
                <a:gd name="T2" fmla="*/ 0 w 3028"/>
                <a:gd name="T3" fmla="*/ 2711 h 2711"/>
                <a:gd name="T4" fmla="*/ 3028 w 3028"/>
                <a:gd name="T5" fmla="*/ 2711 h 2711"/>
                <a:gd name="T6" fmla="*/ 3028 w 3028"/>
                <a:gd name="T7" fmla="*/ 0 h 2711"/>
                <a:gd name="T8" fmla="*/ 0 w 3028"/>
                <a:gd name="T9" fmla="*/ 1356 h 2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8" h="2711">
                  <a:moveTo>
                    <a:pt x="0" y="1356"/>
                  </a:moveTo>
                  <a:lnTo>
                    <a:pt x="0" y="2711"/>
                  </a:lnTo>
                  <a:lnTo>
                    <a:pt x="3028" y="2711"/>
                  </a:lnTo>
                  <a:lnTo>
                    <a:pt x="3028" y="0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4" name="Freeform 2068">
              <a:extLst>
                <a:ext uri="{FF2B5EF4-FFF2-40B4-BE49-F238E27FC236}">
                  <a16:creationId xmlns:a16="http://schemas.microsoft.com/office/drawing/2014/main" id="{50852EB7-22CF-45A6-8B3B-7AAAC7D4608B}"/>
                </a:ext>
              </a:extLst>
            </p:cNvPr>
            <p:cNvSpPr>
              <a:spLocks/>
            </p:cNvSpPr>
            <p:nvPr/>
          </p:nvSpPr>
          <p:spPr bwMode="gray">
            <a:xfrm>
              <a:off x="8498457" y="5431646"/>
              <a:ext cx="128557" cy="60301"/>
            </a:xfrm>
            <a:custGeom>
              <a:avLst/>
              <a:gdLst>
                <a:gd name="T0" fmla="*/ 3750 w 3750"/>
                <a:gd name="T1" fmla="*/ 1759 h 1759"/>
                <a:gd name="T2" fmla="*/ 0 w 3750"/>
                <a:gd name="T3" fmla="*/ 1759 h 1759"/>
                <a:gd name="T4" fmla="*/ 0 w 3750"/>
                <a:gd name="T5" fmla="*/ 1644 h 1759"/>
                <a:gd name="T6" fmla="*/ 635 w 3750"/>
                <a:gd name="T7" fmla="*/ 0 h 1759"/>
                <a:gd name="T8" fmla="*/ 2913 w 3750"/>
                <a:gd name="T9" fmla="*/ 0 h 1759"/>
                <a:gd name="T10" fmla="*/ 3750 w 3750"/>
                <a:gd name="T11" fmla="*/ 1759 h 1759"/>
                <a:gd name="T12" fmla="*/ 3750 w 3750"/>
                <a:gd name="T13" fmla="*/ 1759 h 1759"/>
                <a:gd name="T14" fmla="*/ 3750 w 3750"/>
                <a:gd name="T15" fmla="*/ 1759 h 1759"/>
                <a:gd name="T16" fmla="*/ 3750 w 3750"/>
                <a:gd name="T17" fmla="*/ 1759 h 1759"/>
                <a:gd name="T18" fmla="*/ 3750 w 3750"/>
                <a:gd name="T19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0" h="1759">
                  <a:moveTo>
                    <a:pt x="3750" y="1759"/>
                  </a:moveTo>
                  <a:lnTo>
                    <a:pt x="0" y="1759"/>
                  </a:lnTo>
                  <a:lnTo>
                    <a:pt x="0" y="1644"/>
                  </a:lnTo>
                  <a:lnTo>
                    <a:pt x="635" y="0"/>
                  </a:lnTo>
                  <a:lnTo>
                    <a:pt x="2913" y="0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5" name="Freeform 2069">
              <a:extLst>
                <a:ext uri="{FF2B5EF4-FFF2-40B4-BE49-F238E27FC236}">
                  <a16:creationId xmlns:a16="http://schemas.microsoft.com/office/drawing/2014/main" id="{C8E7BC21-9165-4B5E-95B3-EBA0381DC4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1031" y="4588072"/>
              <a:ext cx="282825" cy="390642"/>
            </a:xfrm>
            <a:custGeom>
              <a:avLst/>
              <a:gdLst>
                <a:gd name="T0" fmla="*/ 273 w 286"/>
                <a:gd name="T1" fmla="*/ 119 h 395"/>
                <a:gd name="T2" fmla="*/ 266 w 286"/>
                <a:gd name="T3" fmla="*/ 121 h 395"/>
                <a:gd name="T4" fmla="*/ 266 w 286"/>
                <a:gd name="T5" fmla="*/ 86 h 395"/>
                <a:gd name="T6" fmla="*/ 183 w 286"/>
                <a:gd name="T7" fmla="*/ 0 h 395"/>
                <a:gd name="T8" fmla="*/ 142 w 286"/>
                <a:gd name="T9" fmla="*/ 0 h 395"/>
                <a:gd name="T10" fmla="*/ 102 w 286"/>
                <a:gd name="T11" fmla="*/ 0 h 395"/>
                <a:gd name="T12" fmla="*/ 19 w 286"/>
                <a:gd name="T13" fmla="*/ 86 h 395"/>
                <a:gd name="T14" fmla="*/ 19 w 286"/>
                <a:gd name="T15" fmla="*/ 121 h 395"/>
                <a:gd name="T16" fmla="*/ 14 w 286"/>
                <a:gd name="T17" fmla="*/ 119 h 395"/>
                <a:gd name="T18" fmla="*/ 0 w 286"/>
                <a:gd name="T19" fmla="*/ 133 h 395"/>
                <a:gd name="T20" fmla="*/ 0 w 286"/>
                <a:gd name="T21" fmla="*/ 186 h 395"/>
                <a:gd name="T22" fmla="*/ 14 w 286"/>
                <a:gd name="T23" fmla="*/ 200 h 395"/>
                <a:gd name="T24" fmla="*/ 19 w 286"/>
                <a:gd name="T25" fmla="*/ 198 h 395"/>
                <a:gd name="T26" fmla="*/ 63 w 286"/>
                <a:gd name="T27" fmla="*/ 275 h 395"/>
                <a:gd name="T28" fmla="*/ 63 w 286"/>
                <a:gd name="T29" fmla="*/ 338 h 395"/>
                <a:gd name="T30" fmla="*/ 145 w 286"/>
                <a:gd name="T31" fmla="*/ 394 h 395"/>
                <a:gd name="T32" fmla="*/ 227 w 286"/>
                <a:gd name="T33" fmla="*/ 338 h 395"/>
                <a:gd name="T34" fmla="*/ 227 w 286"/>
                <a:gd name="T35" fmla="*/ 270 h 395"/>
                <a:gd name="T36" fmla="*/ 266 w 286"/>
                <a:gd name="T37" fmla="*/ 198 h 395"/>
                <a:gd name="T38" fmla="*/ 273 w 286"/>
                <a:gd name="T39" fmla="*/ 200 h 395"/>
                <a:gd name="T40" fmla="*/ 286 w 286"/>
                <a:gd name="T41" fmla="*/ 186 h 395"/>
                <a:gd name="T42" fmla="*/ 286 w 286"/>
                <a:gd name="T43" fmla="*/ 133 h 395"/>
                <a:gd name="T44" fmla="*/ 273 w 286"/>
                <a:gd name="T45" fmla="*/ 11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" h="395">
                  <a:moveTo>
                    <a:pt x="273" y="119"/>
                  </a:moveTo>
                  <a:cubicBezTo>
                    <a:pt x="270" y="119"/>
                    <a:pt x="268" y="121"/>
                    <a:pt x="266" y="121"/>
                  </a:cubicBezTo>
                  <a:cubicBezTo>
                    <a:pt x="266" y="86"/>
                    <a:pt x="266" y="86"/>
                    <a:pt x="266" y="86"/>
                  </a:cubicBezTo>
                  <a:cubicBezTo>
                    <a:pt x="262" y="37"/>
                    <a:pt x="226" y="0"/>
                    <a:pt x="183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59" y="0"/>
                    <a:pt x="24" y="37"/>
                    <a:pt x="19" y="86"/>
                  </a:cubicBezTo>
                  <a:cubicBezTo>
                    <a:pt x="19" y="121"/>
                    <a:pt x="19" y="121"/>
                    <a:pt x="19" y="121"/>
                  </a:cubicBezTo>
                  <a:cubicBezTo>
                    <a:pt x="17" y="121"/>
                    <a:pt x="16" y="119"/>
                    <a:pt x="14" y="119"/>
                  </a:cubicBezTo>
                  <a:cubicBezTo>
                    <a:pt x="6" y="119"/>
                    <a:pt x="0" y="125"/>
                    <a:pt x="0" y="133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94"/>
                    <a:pt x="6" y="200"/>
                    <a:pt x="14" y="200"/>
                  </a:cubicBezTo>
                  <a:cubicBezTo>
                    <a:pt x="16" y="200"/>
                    <a:pt x="17" y="200"/>
                    <a:pt x="19" y="198"/>
                  </a:cubicBezTo>
                  <a:cubicBezTo>
                    <a:pt x="22" y="222"/>
                    <a:pt x="40" y="251"/>
                    <a:pt x="63" y="275"/>
                  </a:cubicBezTo>
                  <a:cubicBezTo>
                    <a:pt x="63" y="284"/>
                    <a:pt x="63" y="285"/>
                    <a:pt x="63" y="338"/>
                  </a:cubicBezTo>
                  <a:cubicBezTo>
                    <a:pt x="79" y="368"/>
                    <a:pt x="110" y="394"/>
                    <a:pt x="145" y="394"/>
                  </a:cubicBezTo>
                  <a:cubicBezTo>
                    <a:pt x="179" y="395"/>
                    <a:pt x="211" y="368"/>
                    <a:pt x="227" y="338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247" y="247"/>
                    <a:pt x="263" y="220"/>
                    <a:pt x="266" y="198"/>
                  </a:cubicBezTo>
                  <a:cubicBezTo>
                    <a:pt x="268" y="200"/>
                    <a:pt x="270" y="200"/>
                    <a:pt x="273" y="200"/>
                  </a:cubicBezTo>
                  <a:cubicBezTo>
                    <a:pt x="279" y="200"/>
                    <a:pt x="286" y="194"/>
                    <a:pt x="286" y="186"/>
                  </a:cubicBezTo>
                  <a:cubicBezTo>
                    <a:pt x="286" y="133"/>
                    <a:pt x="286" y="133"/>
                    <a:pt x="286" y="133"/>
                  </a:cubicBezTo>
                  <a:cubicBezTo>
                    <a:pt x="286" y="125"/>
                    <a:pt x="279" y="119"/>
                    <a:pt x="273" y="119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6" name="Freeform 2070">
              <a:extLst>
                <a:ext uri="{FF2B5EF4-FFF2-40B4-BE49-F238E27FC236}">
                  <a16:creationId xmlns:a16="http://schemas.microsoft.com/office/drawing/2014/main" id="{CACBFA0A-7413-41D6-9508-585EE6259645}"/>
                </a:ext>
              </a:extLst>
            </p:cNvPr>
            <p:cNvSpPr>
              <a:spLocks/>
            </p:cNvSpPr>
            <p:nvPr/>
          </p:nvSpPr>
          <p:spPr bwMode="gray">
            <a:xfrm>
              <a:off x="8344222" y="4552487"/>
              <a:ext cx="198732" cy="199760"/>
            </a:xfrm>
            <a:custGeom>
              <a:avLst/>
              <a:gdLst>
                <a:gd name="T0" fmla="*/ 199 w 201"/>
                <a:gd name="T1" fmla="*/ 132 h 202"/>
                <a:gd name="T2" fmla="*/ 169 w 201"/>
                <a:gd name="T3" fmla="*/ 64 h 202"/>
                <a:gd name="T4" fmla="*/ 108 w 201"/>
                <a:gd name="T5" fmla="*/ 11 h 202"/>
                <a:gd name="T6" fmla="*/ 69 w 201"/>
                <a:gd name="T7" fmla="*/ 2 h 202"/>
                <a:gd name="T8" fmla="*/ 69 w 201"/>
                <a:gd name="T9" fmla="*/ 2 h 202"/>
                <a:gd name="T10" fmla="*/ 56 w 201"/>
                <a:gd name="T11" fmla="*/ 0 h 202"/>
                <a:gd name="T12" fmla="*/ 16 w 201"/>
                <a:gd name="T13" fmla="*/ 6 h 202"/>
                <a:gd name="T14" fmla="*/ 24 w 201"/>
                <a:gd name="T15" fmla="*/ 65 h 202"/>
                <a:gd name="T16" fmla="*/ 67 w 201"/>
                <a:gd name="T17" fmla="*/ 94 h 202"/>
                <a:gd name="T18" fmla="*/ 67 w 201"/>
                <a:gd name="T19" fmla="*/ 94 h 202"/>
                <a:gd name="T20" fmla="*/ 91 w 201"/>
                <a:gd name="T21" fmla="*/ 105 h 202"/>
                <a:gd name="T22" fmla="*/ 159 w 201"/>
                <a:gd name="T23" fmla="*/ 143 h 202"/>
                <a:gd name="T24" fmla="*/ 174 w 201"/>
                <a:gd name="T25" fmla="*/ 202 h 202"/>
                <a:gd name="T26" fmla="*/ 199 w 201"/>
                <a:gd name="T27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1" h="202">
                  <a:moveTo>
                    <a:pt x="199" y="132"/>
                  </a:moveTo>
                  <a:cubicBezTo>
                    <a:pt x="198" y="108"/>
                    <a:pt x="186" y="86"/>
                    <a:pt x="169" y="64"/>
                  </a:cubicBezTo>
                  <a:cubicBezTo>
                    <a:pt x="153" y="45"/>
                    <a:pt x="137" y="24"/>
                    <a:pt x="108" y="11"/>
                  </a:cubicBezTo>
                  <a:cubicBezTo>
                    <a:pt x="96" y="6"/>
                    <a:pt x="83" y="3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4" y="2"/>
                    <a:pt x="61" y="0"/>
                    <a:pt x="56" y="0"/>
                  </a:cubicBezTo>
                  <a:cubicBezTo>
                    <a:pt x="45" y="0"/>
                    <a:pt x="22" y="0"/>
                    <a:pt x="16" y="6"/>
                  </a:cubicBezTo>
                  <a:cubicBezTo>
                    <a:pt x="0" y="22"/>
                    <a:pt x="7" y="48"/>
                    <a:pt x="24" y="65"/>
                  </a:cubicBezTo>
                  <a:cubicBezTo>
                    <a:pt x="35" y="78"/>
                    <a:pt x="51" y="86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75" y="99"/>
                    <a:pt x="83" y="102"/>
                    <a:pt x="91" y="105"/>
                  </a:cubicBezTo>
                  <a:cubicBezTo>
                    <a:pt x="116" y="116"/>
                    <a:pt x="142" y="127"/>
                    <a:pt x="159" y="143"/>
                  </a:cubicBezTo>
                  <a:cubicBezTo>
                    <a:pt x="177" y="159"/>
                    <a:pt x="190" y="184"/>
                    <a:pt x="174" y="202"/>
                  </a:cubicBezTo>
                  <a:cubicBezTo>
                    <a:pt x="191" y="181"/>
                    <a:pt x="201" y="157"/>
                    <a:pt x="199" y="132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7" name="Rectangle 2071">
              <a:extLst>
                <a:ext uri="{FF2B5EF4-FFF2-40B4-BE49-F238E27FC236}">
                  <a16:creationId xmlns:a16="http://schemas.microsoft.com/office/drawing/2014/main" id="{4186FCCF-C70E-4495-BB03-F9D4C6E658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82000" y="5491946"/>
              <a:ext cx="4883649" cy="86047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8" name="Freeform 2072">
              <a:extLst>
                <a:ext uri="{FF2B5EF4-FFF2-40B4-BE49-F238E27FC236}">
                  <a16:creationId xmlns:a16="http://schemas.microsoft.com/office/drawing/2014/main" id="{546AF57F-17F3-4721-92DD-917E009BE7A9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60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60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9" name="Freeform 2073">
              <a:extLst>
                <a:ext uri="{FF2B5EF4-FFF2-40B4-BE49-F238E27FC236}">
                  <a16:creationId xmlns:a16="http://schemas.microsoft.com/office/drawing/2014/main" id="{FCD9F3CC-8EB0-41C8-BC94-170170D9BC1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6356294"/>
              <a:ext cx="168118" cy="60336"/>
            </a:xfrm>
            <a:custGeom>
              <a:avLst/>
              <a:gdLst>
                <a:gd name="T0" fmla="*/ 85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5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5 w 170"/>
                <a:gd name="T13" fmla="*/ 0 h 61"/>
                <a:gd name="T14" fmla="*/ 85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0" name="Freeform 2074">
              <a:extLst>
                <a:ext uri="{FF2B5EF4-FFF2-40B4-BE49-F238E27FC236}">
                  <a16:creationId xmlns:a16="http://schemas.microsoft.com/office/drawing/2014/main" id="{97043CB6-22C0-49F5-A9BC-CA73BEDC8FEE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5864796"/>
              <a:ext cx="170073" cy="491500"/>
            </a:xfrm>
            <a:custGeom>
              <a:avLst/>
              <a:gdLst>
                <a:gd name="T0" fmla="*/ 4961 w 4961"/>
                <a:gd name="T1" fmla="*/ 0 h 14337"/>
                <a:gd name="T2" fmla="*/ 4586 w 4961"/>
                <a:gd name="T3" fmla="*/ 14337 h 14337"/>
                <a:gd name="T4" fmla="*/ 173 w 4961"/>
                <a:gd name="T5" fmla="*/ 14337 h 14337"/>
                <a:gd name="T6" fmla="*/ 0 w 4961"/>
                <a:gd name="T7" fmla="*/ 0 h 14337"/>
                <a:gd name="T8" fmla="*/ 4961 w 4961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1" h="14337">
                  <a:moveTo>
                    <a:pt x="4961" y="0"/>
                  </a:moveTo>
                  <a:lnTo>
                    <a:pt x="4586" y="14337"/>
                  </a:lnTo>
                  <a:lnTo>
                    <a:pt x="173" y="14337"/>
                  </a:lnTo>
                  <a:lnTo>
                    <a:pt x="0" y="0"/>
                  </a:lnTo>
                  <a:lnTo>
                    <a:pt x="4961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1" name="Freeform 2075">
              <a:extLst>
                <a:ext uri="{FF2B5EF4-FFF2-40B4-BE49-F238E27FC236}">
                  <a16:creationId xmlns:a16="http://schemas.microsoft.com/office/drawing/2014/main" id="{A2433154-962A-4D3A-9B71-A70960E2D155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5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2" name="Freeform 2076">
              <a:extLst>
                <a:ext uri="{FF2B5EF4-FFF2-40B4-BE49-F238E27FC236}">
                  <a16:creationId xmlns:a16="http://schemas.microsoft.com/office/drawing/2014/main" id="{6751BB8A-1DF3-479C-A674-98ACF2E03D8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763940"/>
              <a:ext cx="581420" cy="60301"/>
            </a:xfrm>
            <a:custGeom>
              <a:avLst/>
              <a:gdLst>
                <a:gd name="T0" fmla="*/ 528 w 588"/>
                <a:gd name="T1" fmla="*/ 0 h 61"/>
                <a:gd name="T2" fmla="*/ 61 w 588"/>
                <a:gd name="T3" fmla="*/ 0 h 61"/>
                <a:gd name="T4" fmla="*/ 0 w 588"/>
                <a:gd name="T5" fmla="*/ 61 h 61"/>
                <a:gd name="T6" fmla="*/ 588 w 588"/>
                <a:gd name="T7" fmla="*/ 61 h 61"/>
                <a:gd name="T8" fmla="*/ 528 w 588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8" y="61"/>
                    <a:pt x="588" y="61"/>
                    <a:pt x="588" y="61"/>
                  </a:cubicBezTo>
                  <a:cubicBezTo>
                    <a:pt x="588" y="27"/>
                    <a:pt x="561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3" name="Freeform 2077">
              <a:extLst>
                <a:ext uri="{FF2B5EF4-FFF2-40B4-BE49-F238E27FC236}">
                  <a16:creationId xmlns:a16="http://schemas.microsoft.com/office/drawing/2014/main" id="{5BFEFBCF-C690-44AF-94DB-DA03B86B6BEB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2771" y="5616561"/>
              <a:ext cx="432088" cy="170106"/>
            </a:xfrm>
            <a:custGeom>
              <a:avLst/>
              <a:gdLst>
                <a:gd name="T0" fmla="*/ 6 w 437"/>
                <a:gd name="T1" fmla="*/ 105 h 172"/>
                <a:gd name="T2" fmla="*/ 71 w 437"/>
                <a:gd name="T3" fmla="*/ 172 h 172"/>
                <a:gd name="T4" fmla="*/ 364 w 437"/>
                <a:gd name="T5" fmla="*/ 172 h 172"/>
                <a:gd name="T6" fmla="*/ 432 w 437"/>
                <a:gd name="T7" fmla="*/ 105 h 172"/>
                <a:gd name="T8" fmla="*/ 437 w 437"/>
                <a:gd name="T9" fmla="*/ 0 h 172"/>
                <a:gd name="T10" fmla="*/ 0 w 437"/>
                <a:gd name="T11" fmla="*/ 0 h 172"/>
                <a:gd name="T12" fmla="*/ 6 w 437"/>
                <a:gd name="T13" fmla="*/ 105 h 172"/>
                <a:gd name="T14" fmla="*/ 6 w 437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7" h="172">
                  <a:moveTo>
                    <a:pt x="6" y="105"/>
                  </a:moveTo>
                  <a:cubicBezTo>
                    <a:pt x="6" y="105"/>
                    <a:pt x="18" y="172"/>
                    <a:pt x="71" y="172"/>
                  </a:cubicBezTo>
                  <a:cubicBezTo>
                    <a:pt x="304" y="172"/>
                    <a:pt x="364" y="172"/>
                    <a:pt x="364" y="172"/>
                  </a:cubicBezTo>
                  <a:cubicBezTo>
                    <a:pt x="417" y="172"/>
                    <a:pt x="432" y="105"/>
                    <a:pt x="432" y="105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4" name="Freeform 2078">
              <a:extLst>
                <a:ext uri="{FF2B5EF4-FFF2-40B4-BE49-F238E27FC236}">
                  <a16:creationId xmlns:a16="http://schemas.microsoft.com/office/drawing/2014/main" id="{D53126BA-C98F-4B8F-A6A1-635DE101739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824240"/>
              <a:ext cx="581420" cy="40556"/>
            </a:xfrm>
            <a:custGeom>
              <a:avLst/>
              <a:gdLst>
                <a:gd name="T0" fmla="*/ 0 w 16960"/>
                <a:gd name="T1" fmla="*/ 0 h 1183"/>
                <a:gd name="T2" fmla="*/ 16960 w 16960"/>
                <a:gd name="T3" fmla="*/ 0 h 1183"/>
                <a:gd name="T4" fmla="*/ 16960 w 16960"/>
                <a:gd name="T5" fmla="*/ 1183 h 1183"/>
                <a:gd name="T6" fmla="*/ 0 w 16960"/>
                <a:gd name="T7" fmla="*/ 1183 h 1183"/>
                <a:gd name="T8" fmla="*/ 0 w 16960"/>
                <a:gd name="T9" fmla="*/ 0 h 1183"/>
                <a:gd name="T10" fmla="*/ 0 w 16960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60" h="1183">
                  <a:moveTo>
                    <a:pt x="0" y="0"/>
                  </a:moveTo>
                  <a:lnTo>
                    <a:pt x="16960" y="0"/>
                  </a:lnTo>
                  <a:lnTo>
                    <a:pt x="16960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5" name="Freeform 2079">
              <a:extLst>
                <a:ext uri="{FF2B5EF4-FFF2-40B4-BE49-F238E27FC236}">
                  <a16:creationId xmlns:a16="http://schemas.microsoft.com/office/drawing/2014/main" id="{7D013510-FD4D-4CA6-8D2F-CBF4323E1E11}"/>
                </a:ext>
              </a:extLst>
            </p:cNvPr>
            <p:cNvSpPr>
              <a:spLocks/>
            </p:cNvSpPr>
            <p:nvPr/>
          </p:nvSpPr>
          <p:spPr bwMode="gray">
            <a:xfrm>
              <a:off x="4966504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6" name="Freeform 2080">
              <a:extLst>
                <a:ext uri="{FF2B5EF4-FFF2-40B4-BE49-F238E27FC236}">
                  <a16:creationId xmlns:a16="http://schemas.microsoft.com/office/drawing/2014/main" id="{6F2B200D-38E9-48C6-AD3A-D24D81A7E7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9223" y="4508950"/>
              <a:ext cx="345115" cy="464793"/>
            </a:xfrm>
            <a:custGeom>
              <a:avLst/>
              <a:gdLst>
                <a:gd name="T0" fmla="*/ 346 w 349"/>
                <a:gd name="T1" fmla="*/ 244 h 470"/>
                <a:gd name="T2" fmla="*/ 322 w 349"/>
                <a:gd name="T3" fmla="*/ 307 h 470"/>
                <a:gd name="T4" fmla="*/ 308 w 349"/>
                <a:gd name="T5" fmla="*/ 316 h 470"/>
                <a:gd name="T6" fmla="*/ 295 w 349"/>
                <a:gd name="T7" fmla="*/ 316 h 470"/>
                <a:gd name="T8" fmla="*/ 282 w 349"/>
                <a:gd name="T9" fmla="*/ 371 h 470"/>
                <a:gd name="T10" fmla="*/ 267 w 349"/>
                <a:gd name="T11" fmla="*/ 380 h 470"/>
                <a:gd name="T12" fmla="*/ 270 w 349"/>
                <a:gd name="T13" fmla="*/ 454 h 470"/>
                <a:gd name="T14" fmla="*/ 205 w 349"/>
                <a:gd name="T15" fmla="*/ 470 h 470"/>
                <a:gd name="T16" fmla="*/ 142 w 349"/>
                <a:gd name="T17" fmla="*/ 470 h 470"/>
                <a:gd name="T18" fmla="*/ 80 w 349"/>
                <a:gd name="T19" fmla="*/ 451 h 470"/>
                <a:gd name="T20" fmla="*/ 82 w 349"/>
                <a:gd name="T21" fmla="*/ 380 h 470"/>
                <a:gd name="T22" fmla="*/ 66 w 349"/>
                <a:gd name="T23" fmla="*/ 371 h 470"/>
                <a:gd name="T24" fmla="*/ 53 w 349"/>
                <a:gd name="T25" fmla="*/ 316 h 470"/>
                <a:gd name="T26" fmla="*/ 41 w 349"/>
                <a:gd name="T27" fmla="*/ 316 h 470"/>
                <a:gd name="T28" fmla="*/ 26 w 349"/>
                <a:gd name="T29" fmla="*/ 307 h 470"/>
                <a:gd name="T30" fmla="*/ 2 w 349"/>
                <a:gd name="T31" fmla="*/ 244 h 470"/>
                <a:gd name="T32" fmla="*/ 11 w 349"/>
                <a:gd name="T33" fmla="*/ 225 h 470"/>
                <a:gd name="T34" fmla="*/ 35 w 349"/>
                <a:gd name="T35" fmla="*/ 235 h 470"/>
                <a:gd name="T36" fmla="*/ 33 w 349"/>
                <a:gd name="T37" fmla="*/ 148 h 470"/>
                <a:gd name="T38" fmla="*/ 45 w 349"/>
                <a:gd name="T39" fmla="*/ 47 h 470"/>
                <a:gd name="T40" fmla="*/ 136 w 349"/>
                <a:gd name="T41" fmla="*/ 0 h 470"/>
                <a:gd name="T42" fmla="*/ 215 w 349"/>
                <a:gd name="T43" fmla="*/ 0 h 470"/>
                <a:gd name="T44" fmla="*/ 303 w 349"/>
                <a:gd name="T45" fmla="*/ 46 h 470"/>
                <a:gd name="T46" fmla="*/ 316 w 349"/>
                <a:gd name="T47" fmla="*/ 151 h 470"/>
                <a:gd name="T48" fmla="*/ 314 w 349"/>
                <a:gd name="T49" fmla="*/ 235 h 470"/>
                <a:gd name="T50" fmla="*/ 338 w 349"/>
                <a:gd name="T51" fmla="*/ 225 h 470"/>
                <a:gd name="T52" fmla="*/ 346 w 349"/>
                <a:gd name="T53" fmla="*/ 24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9" h="470">
                  <a:moveTo>
                    <a:pt x="346" y="244"/>
                  </a:moveTo>
                  <a:cubicBezTo>
                    <a:pt x="322" y="307"/>
                    <a:pt x="322" y="307"/>
                    <a:pt x="322" y="307"/>
                  </a:cubicBezTo>
                  <a:cubicBezTo>
                    <a:pt x="319" y="314"/>
                    <a:pt x="314" y="316"/>
                    <a:pt x="308" y="316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82" y="371"/>
                    <a:pt x="282" y="371"/>
                    <a:pt x="282" y="371"/>
                  </a:cubicBezTo>
                  <a:cubicBezTo>
                    <a:pt x="267" y="380"/>
                    <a:pt x="267" y="380"/>
                    <a:pt x="267" y="380"/>
                  </a:cubicBezTo>
                  <a:cubicBezTo>
                    <a:pt x="267" y="413"/>
                    <a:pt x="270" y="454"/>
                    <a:pt x="270" y="454"/>
                  </a:cubicBezTo>
                  <a:cubicBezTo>
                    <a:pt x="205" y="470"/>
                    <a:pt x="205" y="470"/>
                    <a:pt x="205" y="470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80" y="451"/>
                    <a:pt x="80" y="451"/>
                    <a:pt x="80" y="451"/>
                  </a:cubicBezTo>
                  <a:cubicBezTo>
                    <a:pt x="82" y="380"/>
                    <a:pt x="82" y="380"/>
                    <a:pt x="82" y="380"/>
                  </a:cubicBezTo>
                  <a:cubicBezTo>
                    <a:pt x="66" y="371"/>
                    <a:pt x="66" y="371"/>
                    <a:pt x="66" y="371"/>
                  </a:cubicBezTo>
                  <a:cubicBezTo>
                    <a:pt x="53" y="316"/>
                    <a:pt x="53" y="316"/>
                    <a:pt x="53" y="316"/>
                  </a:cubicBezTo>
                  <a:cubicBezTo>
                    <a:pt x="41" y="316"/>
                    <a:pt x="41" y="316"/>
                    <a:pt x="41" y="316"/>
                  </a:cubicBezTo>
                  <a:cubicBezTo>
                    <a:pt x="35" y="316"/>
                    <a:pt x="29" y="314"/>
                    <a:pt x="26" y="307"/>
                  </a:cubicBezTo>
                  <a:cubicBezTo>
                    <a:pt x="2" y="244"/>
                    <a:pt x="2" y="244"/>
                    <a:pt x="2" y="244"/>
                  </a:cubicBezTo>
                  <a:cubicBezTo>
                    <a:pt x="0" y="237"/>
                    <a:pt x="4" y="229"/>
                    <a:pt x="11" y="225"/>
                  </a:cubicBezTo>
                  <a:cubicBezTo>
                    <a:pt x="26" y="216"/>
                    <a:pt x="35" y="235"/>
                    <a:pt x="35" y="235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303" y="46"/>
                    <a:pt x="303" y="46"/>
                    <a:pt x="303" y="46"/>
                  </a:cubicBezTo>
                  <a:cubicBezTo>
                    <a:pt x="316" y="151"/>
                    <a:pt x="316" y="151"/>
                    <a:pt x="316" y="151"/>
                  </a:cubicBezTo>
                  <a:cubicBezTo>
                    <a:pt x="314" y="235"/>
                    <a:pt x="314" y="235"/>
                    <a:pt x="314" y="235"/>
                  </a:cubicBezTo>
                  <a:cubicBezTo>
                    <a:pt x="315" y="226"/>
                    <a:pt x="329" y="221"/>
                    <a:pt x="338" y="225"/>
                  </a:cubicBezTo>
                  <a:cubicBezTo>
                    <a:pt x="346" y="228"/>
                    <a:pt x="349" y="237"/>
                    <a:pt x="346" y="244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7" name="Freeform 2081">
              <a:extLst>
                <a:ext uri="{FF2B5EF4-FFF2-40B4-BE49-F238E27FC236}">
                  <a16:creationId xmlns:a16="http://schemas.microsoft.com/office/drawing/2014/main" id="{F5D54EB4-17DD-475C-BD1C-47226BC1648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3995" y="5305042"/>
              <a:ext cx="104800" cy="182962"/>
            </a:xfrm>
            <a:custGeom>
              <a:avLst/>
              <a:gdLst>
                <a:gd name="T0" fmla="*/ 173 w 3057"/>
                <a:gd name="T1" fmla="*/ 4154 h 5337"/>
                <a:gd name="T2" fmla="*/ 0 w 3057"/>
                <a:gd name="T3" fmla="*/ 0 h 5337"/>
                <a:gd name="T4" fmla="*/ 3057 w 3057"/>
                <a:gd name="T5" fmla="*/ 0 h 5337"/>
                <a:gd name="T6" fmla="*/ 3057 w 3057"/>
                <a:gd name="T7" fmla="*/ 5337 h 5337"/>
                <a:gd name="T8" fmla="*/ 894 w 3057"/>
                <a:gd name="T9" fmla="*/ 5337 h 5337"/>
                <a:gd name="T10" fmla="*/ 173 w 3057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7" h="5337">
                  <a:moveTo>
                    <a:pt x="173" y="4154"/>
                  </a:moveTo>
                  <a:lnTo>
                    <a:pt x="0" y="0"/>
                  </a:lnTo>
                  <a:lnTo>
                    <a:pt x="3057" y="0"/>
                  </a:lnTo>
                  <a:lnTo>
                    <a:pt x="3057" y="5337"/>
                  </a:lnTo>
                  <a:lnTo>
                    <a:pt x="894" y="5337"/>
                  </a:lnTo>
                  <a:lnTo>
                    <a:pt x="173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8" name="Freeform 2082">
              <a:extLst>
                <a:ext uri="{FF2B5EF4-FFF2-40B4-BE49-F238E27FC236}">
                  <a16:creationId xmlns:a16="http://schemas.microsoft.com/office/drawing/2014/main" id="{0F39B51E-8F96-4FF3-BBB9-626D33A0B188}"/>
                </a:ext>
              </a:extLst>
            </p:cNvPr>
            <p:cNvSpPr>
              <a:spLocks/>
            </p:cNvSpPr>
            <p:nvPr/>
          </p:nvSpPr>
          <p:spPr bwMode="gray">
            <a:xfrm>
              <a:off x="5463865" y="5305042"/>
              <a:ext cx="108776" cy="182962"/>
            </a:xfrm>
            <a:custGeom>
              <a:avLst/>
              <a:gdLst>
                <a:gd name="T0" fmla="*/ 3000 w 3173"/>
                <a:gd name="T1" fmla="*/ 4154 h 5337"/>
                <a:gd name="T2" fmla="*/ 3173 w 3173"/>
                <a:gd name="T3" fmla="*/ 0 h 5337"/>
                <a:gd name="T4" fmla="*/ 0 w 3173"/>
                <a:gd name="T5" fmla="*/ 0 h 5337"/>
                <a:gd name="T6" fmla="*/ 0 w 3173"/>
                <a:gd name="T7" fmla="*/ 5337 h 5337"/>
                <a:gd name="T8" fmla="*/ 1991 w 3173"/>
                <a:gd name="T9" fmla="*/ 5337 h 5337"/>
                <a:gd name="T10" fmla="*/ 3000 w 3173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3" h="5337">
                  <a:moveTo>
                    <a:pt x="3000" y="4154"/>
                  </a:moveTo>
                  <a:lnTo>
                    <a:pt x="3173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1991" y="5337"/>
                  </a:lnTo>
                  <a:lnTo>
                    <a:pt x="3000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9" name="Freeform 2083">
              <a:extLst>
                <a:ext uri="{FF2B5EF4-FFF2-40B4-BE49-F238E27FC236}">
                  <a16:creationId xmlns:a16="http://schemas.microsoft.com/office/drawing/2014/main" id="{D1A8F5D3-B4FE-4CAF-B01F-7EFA8569F2E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0053" y="4940146"/>
              <a:ext cx="657525" cy="732808"/>
            </a:xfrm>
            <a:custGeom>
              <a:avLst/>
              <a:gdLst>
                <a:gd name="T0" fmla="*/ 15863 w 19180"/>
                <a:gd name="T1" fmla="*/ 11019 h 21376"/>
                <a:gd name="T2" fmla="*/ 15950 w 19180"/>
                <a:gd name="T3" fmla="*/ 21376 h 21376"/>
                <a:gd name="T4" fmla="*/ 3086 w 19180"/>
                <a:gd name="T5" fmla="*/ 21376 h 21376"/>
                <a:gd name="T6" fmla="*/ 3144 w 19180"/>
                <a:gd name="T7" fmla="*/ 11019 h 21376"/>
                <a:gd name="T8" fmla="*/ 0 w 19180"/>
                <a:gd name="T9" fmla="*/ 11019 h 21376"/>
                <a:gd name="T10" fmla="*/ 202 w 19180"/>
                <a:gd name="T11" fmla="*/ 4875 h 21376"/>
                <a:gd name="T12" fmla="*/ 1730 w 19180"/>
                <a:gd name="T13" fmla="*/ 2394 h 21376"/>
                <a:gd name="T14" fmla="*/ 6807 w 19180"/>
                <a:gd name="T15" fmla="*/ 0 h 21376"/>
                <a:gd name="T16" fmla="*/ 12460 w 19180"/>
                <a:gd name="T17" fmla="*/ 0 h 21376"/>
                <a:gd name="T18" fmla="*/ 17450 w 19180"/>
                <a:gd name="T19" fmla="*/ 2394 h 21376"/>
                <a:gd name="T20" fmla="*/ 19036 w 19180"/>
                <a:gd name="T21" fmla="*/ 4933 h 21376"/>
                <a:gd name="T22" fmla="*/ 19180 w 19180"/>
                <a:gd name="T23" fmla="*/ 11019 h 21376"/>
                <a:gd name="T24" fmla="*/ 15863 w 19180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80" h="21376">
                  <a:moveTo>
                    <a:pt x="15863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44" y="11019"/>
                  </a:lnTo>
                  <a:lnTo>
                    <a:pt x="0" y="11019"/>
                  </a:lnTo>
                  <a:lnTo>
                    <a:pt x="202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460" y="0"/>
                  </a:lnTo>
                  <a:lnTo>
                    <a:pt x="17450" y="2394"/>
                  </a:lnTo>
                  <a:lnTo>
                    <a:pt x="19036" y="4933"/>
                  </a:lnTo>
                  <a:lnTo>
                    <a:pt x="19180" y="11019"/>
                  </a:lnTo>
                  <a:lnTo>
                    <a:pt x="15863" y="11019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0" name="Freeform 2084">
              <a:extLst>
                <a:ext uri="{FF2B5EF4-FFF2-40B4-BE49-F238E27FC236}">
                  <a16:creationId xmlns:a16="http://schemas.microsoft.com/office/drawing/2014/main" id="{49CB3971-84EC-4B6A-8BA1-8CB0F5EB3C6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453380"/>
              <a:ext cx="34590" cy="963250"/>
            </a:xfrm>
            <a:custGeom>
              <a:avLst/>
              <a:gdLst>
                <a:gd name="T0" fmla="*/ 0 w 1009"/>
                <a:gd name="T1" fmla="*/ 0 h 28098"/>
                <a:gd name="T2" fmla="*/ 1009 w 1009"/>
                <a:gd name="T3" fmla="*/ 0 h 28098"/>
                <a:gd name="T4" fmla="*/ 1009 w 1009"/>
                <a:gd name="T5" fmla="*/ 28098 h 28098"/>
                <a:gd name="T6" fmla="*/ 0 w 1009"/>
                <a:gd name="T7" fmla="*/ 28098 h 28098"/>
                <a:gd name="T8" fmla="*/ 0 w 1009"/>
                <a:gd name="T9" fmla="*/ 0 h 28098"/>
                <a:gd name="T10" fmla="*/ 0 w 1009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9" h="28098">
                  <a:moveTo>
                    <a:pt x="0" y="0"/>
                  </a:moveTo>
                  <a:lnTo>
                    <a:pt x="1009" y="0"/>
                  </a:lnTo>
                  <a:lnTo>
                    <a:pt x="1009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1" name="Freeform 2085">
              <a:extLst>
                <a:ext uri="{FF2B5EF4-FFF2-40B4-BE49-F238E27FC236}">
                  <a16:creationId xmlns:a16="http://schemas.microsoft.com/office/drawing/2014/main" id="{89C3FF7F-211C-4B52-9279-56A7217BDA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498490" y="5453380"/>
              <a:ext cx="33631" cy="963250"/>
            </a:xfrm>
            <a:custGeom>
              <a:avLst/>
              <a:gdLst>
                <a:gd name="T0" fmla="*/ 0 w 981"/>
                <a:gd name="T1" fmla="*/ 0 h 28098"/>
                <a:gd name="T2" fmla="*/ 981 w 981"/>
                <a:gd name="T3" fmla="*/ 0 h 28098"/>
                <a:gd name="T4" fmla="*/ 981 w 981"/>
                <a:gd name="T5" fmla="*/ 28098 h 28098"/>
                <a:gd name="T6" fmla="*/ 0 w 981"/>
                <a:gd name="T7" fmla="*/ 28098 h 28098"/>
                <a:gd name="T8" fmla="*/ 0 w 981"/>
                <a:gd name="T9" fmla="*/ 0 h 28098"/>
                <a:gd name="T10" fmla="*/ 0 w 981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1" h="28098">
                  <a:moveTo>
                    <a:pt x="0" y="0"/>
                  </a:moveTo>
                  <a:lnTo>
                    <a:pt x="981" y="0"/>
                  </a:lnTo>
                  <a:lnTo>
                    <a:pt x="981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2" name="Freeform 2086">
              <a:extLst>
                <a:ext uri="{FF2B5EF4-FFF2-40B4-BE49-F238E27FC236}">
                  <a16:creationId xmlns:a16="http://schemas.microsoft.com/office/drawing/2014/main" id="{DBDED725-33B4-488F-9E3F-062972556396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225955"/>
              <a:ext cx="581420" cy="227426"/>
            </a:xfrm>
            <a:custGeom>
              <a:avLst/>
              <a:gdLst>
                <a:gd name="T0" fmla="*/ 440 w 588"/>
                <a:gd name="T1" fmla="*/ 0 h 230"/>
                <a:gd name="T2" fmla="*/ 148 w 588"/>
                <a:gd name="T3" fmla="*/ 0 h 230"/>
                <a:gd name="T4" fmla="*/ 0 w 588"/>
                <a:gd name="T5" fmla="*/ 131 h 230"/>
                <a:gd name="T6" fmla="*/ 0 w 588"/>
                <a:gd name="T7" fmla="*/ 230 h 230"/>
                <a:gd name="T8" fmla="*/ 588 w 588"/>
                <a:gd name="T9" fmla="*/ 230 h 230"/>
                <a:gd name="T10" fmla="*/ 588 w 588"/>
                <a:gd name="T11" fmla="*/ 131 h 230"/>
                <a:gd name="T12" fmla="*/ 440 w 588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30">
                  <a:moveTo>
                    <a:pt x="440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66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131"/>
                    <a:pt x="588" y="131"/>
                    <a:pt x="588" y="131"/>
                  </a:cubicBezTo>
                  <a:cubicBezTo>
                    <a:pt x="588" y="58"/>
                    <a:pt x="522" y="0"/>
                    <a:pt x="4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3" name="Freeform 2087">
              <a:extLst>
                <a:ext uri="{FF2B5EF4-FFF2-40B4-BE49-F238E27FC236}">
                  <a16:creationId xmlns:a16="http://schemas.microsoft.com/office/drawing/2014/main" id="{AA81026C-931E-49BA-A423-6BC8E8BAC2E2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4934" y="4503019"/>
              <a:ext cx="295646" cy="400515"/>
            </a:xfrm>
            <a:custGeom>
              <a:avLst/>
              <a:gdLst>
                <a:gd name="T0" fmla="*/ 8249 w 8624"/>
                <a:gd name="T1" fmla="*/ 1356 h 11683"/>
                <a:gd name="T2" fmla="*/ 5423 w 8624"/>
                <a:gd name="T3" fmla="*/ 0 h 11683"/>
                <a:gd name="T4" fmla="*/ 3115 w 8624"/>
                <a:gd name="T5" fmla="*/ 0 h 11683"/>
                <a:gd name="T6" fmla="*/ 346 w 8624"/>
                <a:gd name="T7" fmla="*/ 1356 h 11683"/>
                <a:gd name="T8" fmla="*/ 0 w 8624"/>
                <a:gd name="T9" fmla="*/ 4443 h 11683"/>
                <a:gd name="T10" fmla="*/ 260 w 8624"/>
                <a:gd name="T11" fmla="*/ 7010 h 11683"/>
                <a:gd name="T12" fmla="*/ 375 w 8624"/>
                <a:gd name="T13" fmla="*/ 7674 h 11683"/>
                <a:gd name="T14" fmla="*/ 1183 w 8624"/>
                <a:gd name="T15" fmla="*/ 10904 h 11683"/>
                <a:gd name="T16" fmla="*/ 1731 w 8624"/>
                <a:gd name="T17" fmla="*/ 11222 h 11683"/>
                <a:gd name="T18" fmla="*/ 3029 w 8624"/>
                <a:gd name="T19" fmla="*/ 11683 h 11683"/>
                <a:gd name="T20" fmla="*/ 5625 w 8624"/>
                <a:gd name="T21" fmla="*/ 11683 h 11683"/>
                <a:gd name="T22" fmla="*/ 6952 w 8624"/>
                <a:gd name="T23" fmla="*/ 11193 h 11683"/>
                <a:gd name="T24" fmla="*/ 7442 w 8624"/>
                <a:gd name="T25" fmla="*/ 10904 h 11683"/>
                <a:gd name="T26" fmla="*/ 7817 w 8624"/>
                <a:gd name="T27" fmla="*/ 9347 h 11683"/>
                <a:gd name="T28" fmla="*/ 8221 w 8624"/>
                <a:gd name="T29" fmla="*/ 7674 h 11683"/>
                <a:gd name="T30" fmla="*/ 8336 w 8624"/>
                <a:gd name="T31" fmla="*/ 7010 h 11683"/>
                <a:gd name="T32" fmla="*/ 8624 w 8624"/>
                <a:gd name="T33" fmla="*/ 4443 h 11683"/>
                <a:gd name="T34" fmla="*/ 8249 w 8624"/>
                <a:gd name="T35" fmla="*/ 1356 h 11683"/>
                <a:gd name="T36" fmla="*/ 8249 w 8624"/>
                <a:gd name="T37" fmla="*/ 1356 h 11683"/>
                <a:gd name="T38" fmla="*/ 8249 w 8624"/>
                <a:gd name="T39" fmla="*/ 1356 h 11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24" h="11683">
                  <a:moveTo>
                    <a:pt x="8249" y="1356"/>
                  </a:moveTo>
                  <a:lnTo>
                    <a:pt x="5423" y="0"/>
                  </a:lnTo>
                  <a:lnTo>
                    <a:pt x="3115" y="0"/>
                  </a:lnTo>
                  <a:lnTo>
                    <a:pt x="346" y="1356"/>
                  </a:lnTo>
                  <a:lnTo>
                    <a:pt x="0" y="4443"/>
                  </a:lnTo>
                  <a:lnTo>
                    <a:pt x="260" y="7010"/>
                  </a:lnTo>
                  <a:lnTo>
                    <a:pt x="375" y="7674"/>
                  </a:lnTo>
                  <a:lnTo>
                    <a:pt x="1183" y="10904"/>
                  </a:lnTo>
                  <a:lnTo>
                    <a:pt x="1731" y="11222"/>
                  </a:lnTo>
                  <a:lnTo>
                    <a:pt x="3029" y="11683"/>
                  </a:lnTo>
                  <a:lnTo>
                    <a:pt x="5625" y="11683"/>
                  </a:lnTo>
                  <a:lnTo>
                    <a:pt x="6952" y="11193"/>
                  </a:lnTo>
                  <a:lnTo>
                    <a:pt x="7442" y="10904"/>
                  </a:lnTo>
                  <a:lnTo>
                    <a:pt x="7817" y="9347"/>
                  </a:lnTo>
                  <a:lnTo>
                    <a:pt x="8221" y="7674"/>
                  </a:lnTo>
                  <a:lnTo>
                    <a:pt x="8336" y="7010"/>
                  </a:lnTo>
                  <a:lnTo>
                    <a:pt x="8624" y="4443"/>
                  </a:lnTo>
                  <a:lnTo>
                    <a:pt x="8249" y="1356"/>
                  </a:lnTo>
                  <a:lnTo>
                    <a:pt x="8249" y="1356"/>
                  </a:lnTo>
                  <a:lnTo>
                    <a:pt x="8249" y="1356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4" name="Freeform 2088">
              <a:extLst>
                <a:ext uri="{FF2B5EF4-FFF2-40B4-BE49-F238E27FC236}">
                  <a16:creationId xmlns:a16="http://schemas.microsoft.com/office/drawing/2014/main" id="{D9CD8619-EF37-4B86-BED2-38014EF8568F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7732" y="5305042"/>
              <a:ext cx="105794" cy="182962"/>
            </a:xfrm>
            <a:custGeom>
              <a:avLst/>
              <a:gdLst>
                <a:gd name="T0" fmla="*/ 202 w 3086"/>
                <a:gd name="T1" fmla="*/ 4154 h 5337"/>
                <a:gd name="T2" fmla="*/ 0 w 3086"/>
                <a:gd name="T3" fmla="*/ 0 h 5337"/>
                <a:gd name="T4" fmla="*/ 3058 w 3086"/>
                <a:gd name="T5" fmla="*/ 0 h 5337"/>
                <a:gd name="T6" fmla="*/ 3086 w 3086"/>
                <a:gd name="T7" fmla="*/ 5337 h 5337"/>
                <a:gd name="T8" fmla="*/ 923 w 3086"/>
                <a:gd name="T9" fmla="*/ 5337 h 5337"/>
                <a:gd name="T10" fmla="*/ 202 w 3086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6" h="5337">
                  <a:moveTo>
                    <a:pt x="202" y="4154"/>
                  </a:moveTo>
                  <a:lnTo>
                    <a:pt x="0" y="0"/>
                  </a:lnTo>
                  <a:lnTo>
                    <a:pt x="3058" y="0"/>
                  </a:lnTo>
                  <a:lnTo>
                    <a:pt x="3086" y="5337"/>
                  </a:lnTo>
                  <a:lnTo>
                    <a:pt x="923" y="5337"/>
                  </a:lnTo>
                  <a:lnTo>
                    <a:pt x="202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5" name="Freeform 2089">
              <a:extLst>
                <a:ext uri="{FF2B5EF4-FFF2-40B4-BE49-F238E27FC236}">
                  <a16:creationId xmlns:a16="http://schemas.microsoft.com/office/drawing/2014/main" id="{B7D61834-2C96-4D1C-AD96-49E8BB357046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453380"/>
              <a:ext cx="35584" cy="963250"/>
            </a:xfrm>
            <a:custGeom>
              <a:avLst/>
              <a:gdLst>
                <a:gd name="T0" fmla="*/ 0 w 1038"/>
                <a:gd name="T1" fmla="*/ 0 h 28098"/>
                <a:gd name="T2" fmla="*/ 1038 w 1038"/>
                <a:gd name="T3" fmla="*/ 0 h 28098"/>
                <a:gd name="T4" fmla="*/ 1038 w 1038"/>
                <a:gd name="T5" fmla="*/ 28098 h 28098"/>
                <a:gd name="T6" fmla="*/ 0 w 1038"/>
                <a:gd name="T7" fmla="*/ 28098 h 28098"/>
                <a:gd name="T8" fmla="*/ 0 w 1038"/>
                <a:gd name="T9" fmla="*/ 0 h 28098"/>
                <a:gd name="T10" fmla="*/ 0 w 1038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8" h="28098">
                  <a:moveTo>
                    <a:pt x="0" y="0"/>
                  </a:moveTo>
                  <a:lnTo>
                    <a:pt x="1038" y="0"/>
                  </a:lnTo>
                  <a:lnTo>
                    <a:pt x="1038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6" name="Freeform 2090">
              <a:extLst>
                <a:ext uri="{FF2B5EF4-FFF2-40B4-BE49-F238E27FC236}">
                  <a16:creationId xmlns:a16="http://schemas.microsoft.com/office/drawing/2014/main" id="{CAE6896A-60C9-43B8-BB55-DE845AD5F4A6}"/>
                </a:ext>
              </a:extLst>
            </p:cNvPr>
            <p:cNvSpPr>
              <a:spLocks/>
            </p:cNvSpPr>
            <p:nvPr/>
          </p:nvSpPr>
          <p:spPr bwMode="gray">
            <a:xfrm>
              <a:off x="7502741" y="4636546"/>
              <a:ext cx="294686" cy="304594"/>
            </a:xfrm>
            <a:custGeom>
              <a:avLst/>
              <a:gdLst>
                <a:gd name="T0" fmla="*/ 1 w 298"/>
                <a:gd name="T1" fmla="*/ 140 h 308"/>
                <a:gd name="T2" fmla="*/ 159 w 298"/>
                <a:gd name="T3" fmla="*/ 308 h 308"/>
                <a:gd name="T4" fmla="*/ 298 w 298"/>
                <a:gd name="T5" fmla="*/ 168 h 308"/>
                <a:gd name="T6" fmla="*/ 298 w 298"/>
                <a:gd name="T7" fmla="*/ 0 h 308"/>
                <a:gd name="T8" fmla="*/ 0 w 298"/>
                <a:gd name="T9" fmla="*/ 0 h 308"/>
                <a:gd name="T10" fmla="*/ 1 w 298"/>
                <a:gd name="T11" fmla="*/ 14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308">
                  <a:moveTo>
                    <a:pt x="1" y="140"/>
                  </a:moveTo>
                  <a:cubicBezTo>
                    <a:pt x="1" y="217"/>
                    <a:pt x="82" y="308"/>
                    <a:pt x="159" y="308"/>
                  </a:cubicBezTo>
                  <a:cubicBezTo>
                    <a:pt x="236" y="308"/>
                    <a:pt x="298" y="245"/>
                    <a:pt x="298" y="168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40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7" name="Freeform 2091">
              <a:extLst>
                <a:ext uri="{FF2B5EF4-FFF2-40B4-BE49-F238E27FC236}">
                  <a16:creationId xmlns:a16="http://schemas.microsoft.com/office/drawing/2014/main" id="{8892B9AA-C830-4F90-9F68-0596785441F9}"/>
                </a:ext>
              </a:extLst>
            </p:cNvPr>
            <p:cNvSpPr>
              <a:spLocks/>
            </p:cNvSpPr>
            <p:nvPr/>
          </p:nvSpPr>
          <p:spPr bwMode="gray">
            <a:xfrm>
              <a:off x="7556152" y="4828387"/>
              <a:ext cx="183922" cy="187899"/>
            </a:xfrm>
            <a:custGeom>
              <a:avLst/>
              <a:gdLst>
                <a:gd name="T0" fmla="*/ 0 w 186"/>
                <a:gd name="T1" fmla="*/ 146 h 190"/>
                <a:gd name="T2" fmla="*/ 83 w 186"/>
                <a:gd name="T3" fmla="*/ 184 h 190"/>
                <a:gd name="T4" fmla="*/ 186 w 186"/>
                <a:gd name="T5" fmla="*/ 145 h 190"/>
                <a:gd name="T6" fmla="*/ 171 w 186"/>
                <a:gd name="T7" fmla="*/ 0 h 190"/>
                <a:gd name="T8" fmla="*/ 5 w 186"/>
                <a:gd name="T9" fmla="*/ 0 h 190"/>
                <a:gd name="T10" fmla="*/ 0 w 186"/>
                <a:gd name="T11" fmla="*/ 1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190">
                  <a:moveTo>
                    <a:pt x="0" y="146"/>
                  </a:moveTo>
                  <a:cubicBezTo>
                    <a:pt x="14" y="172"/>
                    <a:pt x="80" y="184"/>
                    <a:pt x="83" y="184"/>
                  </a:cubicBezTo>
                  <a:cubicBezTo>
                    <a:pt x="135" y="190"/>
                    <a:pt x="186" y="145"/>
                    <a:pt x="186" y="145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46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8" name="Freeform 2092">
              <a:extLst>
                <a:ext uri="{FF2B5EF4-FFF2-40B4-BE49-F238E27FC236}">
                  <a16:creationId xmlns:a16="http://schemas.microsoft.com/office/drawing/2014/main" id="{A3D6CDAB-5C11-45FE-8409-79CA145BAC3F}"/>
                </a:ext>
              </a:extLst>
            </p:cNvPr>
            <p:cNvSpPr>
              <a:spLocks/>
            </p:cNvSpPr>
            <p:nvPr/>
          </p:nvSpPr>
          <p:spPr bwMode="gray">
            <a:xfrm>
              <a:off x="7490879" y="4506996"/>
              <a:ext cx="328283" cy="396538"/>
            </a:xfrm>
            <a:custGeom>
              <a:avLst/>
              <a:gdLst>
                <a:gd name="T0" fmla="*/ 0 w 9576"/>
                <a:gd name="T1" fmla="*/ 3721 h 11567"/>
                <a:gd name="T2" fmla="*/ 87 w 9576"/>
                <a:gd name="T3" fmla="*/ 7673 h 11567"/>
                <a:gd name="T4" fmla="*/ 866 w 9576"/>
                <a:gd name="T5" fmla="*/ 10038 h 11567"/>
                <a:gd name="T6" fmla="*/ 2394 w 9576"/>
                <a:gd name="T7" fmla="*/ 11567 h 11567"/>
                <a:gd name="T8" fmla="*/ 6346 w 9576"/>
                <a:gd name="T9" fmla="*/ 11538 h 11567"/>
                <a:gd name="T10" fmla="*/ 7961 w 9576"/>
                <a:gd name="T11" fmla="*/ 8481 h 11567"/>
                <a:gd name="T12" fmla="*/ 7961 w 9576"/>
                <a:gd name="T13" fmla="*/ 5106 h 11567"/>
                <a:gd name="T14" fmla="*/ 8942 w 9576"/>
                <a:gd name="T15" fmla="*/ 3779 h 11567"/>
                <a:gd name="T16" fmla="*/ 9576 w 9576"/>
                <a:gd name="T17" fmla="*/ 2423 h 11567"/>
                <a:gd name="T18" fmla="*/ 8624 w 9576"/>
                <a:gd name="T19" fmla="*/ 375 h 11567"/>
                <a:gd name="T20" fmla="*/ 4327 w 9576"/>
                <a:gd name="T21" fmla="*/ 0 h 11567"/>
                <a:gd name="T22" fmla="*/ 1817 w 9576"/>
                <a:gd name="T23" fmla="*/ 894 h 11567"/>
                <a:gd name="T24" fmla="*/ 548 w 9576"/>
                <a:gd name="T25" fmla="*/ 1817 h 11567"/>
                <a:gd name="T26" fmla="*/ 0 w 9576"/>
                <a:gd name="T27" fmla="*/ 3721 h 11567"/>
                <a:gd name="T28" fmla="*/ 0 w 9576"/>
                <a:gd name="T29" fmla="*/ 3721 h 11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576" h="11567">
                  <a:moveTo>
                    <a:pt x="0" y="3721"/>
                  </a:moveTo>
                  <a:lnTo>
                    <a:pt x="87" y="7673"/>
                  </a:lnTo>
                  <a:lnTo>
                    <a:pt x="866" y="10038"/>
                  </a:lnTo>
                  <a:lnTo>
                    <a:pt x="2394" y="11567"/>
                  </a:lnTo>
                  <a:lnTo>
                    <a:pt x="6346" y="11538"/>
                  </a:lnTo>
                  <a:lnTo>
                    <a:pt x="7961" y="8481"/>
                  </a:lnTo>
                  <a:lnTo>
                    <a:pt x="7961" y="5106"/>
                  </a:lnTo>
                  <a:lnTo>
                    <a:pt x="8942" y="3779"/>
                  </a:lnTo>
                  <a:lnTo>
                    <a:pt x="9576" y="2423"/>
                  </a:lnTo>
                  <a:lnTo>
                    <a:pt x="8624" y="375"/>
                  </a:lnTo>
                  <a:lnTo>
                    <a:pt x="4327" y="0"/>
                  </a:lnTo>
                  <a:lnTo>
                    <a:pt x="1817" y="894"/>
                  </a:lnTo>
                  <a:lnTo>
                    <a:pt x="548" y="1817"/>
                  </a:lnTo>
                  <a:lnTo>
                    <a:pt x="0" y="3721"/>
                  </a:lnTo>
                  <a:lnTo>
                    <a:pt x="0" y="3721"/>
                  </a:lnTo>
                  <a:close/>
                </a:path>
              </a:pathLst>
            </a:custGeom>
            <a:solidFill>
              <a:srgbClr val="645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9" name="Freeform 2093">
              <a:extLst>
                <a:ext uri="{FF2B5EF4-FFF2-40B4-BE49-F238E27FC236}">
                  <a16:creationId xmlns:a16="http://schemas.microsoft.com/office/drawing/2014/main" id="{5462B879-5E8F-4AEB-B622-3EA065A70326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31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31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0" name="Freeform 2094">
              <a:extLst>
                <a:ext uri="{FF2B5EF4-FFF2-40B4-BE49-F238E27FC236}">
                  <a16:creationId xmlns:a16="http://schemas.microsoft.com/office/drawing/2014/main" id="{CC3ED701-CD4E-47B3-8972-8076D70BF475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6356294"/>
              <a:ext cx="168118" cy="60336"/>
            </a:xfrm>
            <a:custGeom>
              <a:avLst/>
              <a:gdLst>
                <a:gd name="T0" fmla="*/ 84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4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4 w 170"/>
                <a:gd name="T13" fmla="*/ 0 h 61"/>
                <a:gd name="T14" fmla="*/ 84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1" name="Freeform 2095">
              <a:extLst>
                <a:ext uri="{FF2B5EF4-FFF2-40B4-BE49-F238E27FC236}">
                  <a16:creationId xmlns:a16="http://schemas.microsoft.com/office/drawing/2014/main" id="{53837532-0DA0-4516-8E0D-945C17B1D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5864796"/>
              <a:ext cx="169078" cy="491500"/>
            </a:xfrm>
            <a:custGeom>
              <a:avLst/>
              <a:gdLst>
                <a:gd name="T0" fmla="*/ 4932 w 4932"/>
                <a:gd name="T1" fmla="*/ 0 h 14337"/>
                <a:gd name="T2" fmla="*/ 4586 w 4932"/>
                <a:gd name="T3" fmla="*/ 14337 h 14337"/>
                <a:gd name="T4" fmla="*/ 144 w 4932"/>
                <a:gd name="T5" fmla="*/ 14337 h 14337"/>
                <a:gd name="T6" fmla="*/ 0 w 4932"/>
                <a:gd name="T7" fmla="*/ 0 h 14337"/>
                <a:gd name="T8" fmla="*/ 4932 w 4932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2" h="14337">
                  <a:moveTo>
                    <a:pt x="4932" y="0"/>
                  </a:moveTo>
                  <a:lnTo>
                    <a:pt x="4586" y="14337"/>
                  </a:lnTo>
                  <a:lnTo>
                    <a:pt x="144" y="14337"/>
                  </a:lnTo>
                  <a:lnTo>
                    <a:pt x="0" y="0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2" name="Freeform 2096">
              <a:extLst>
                <a:ext uri="{FF2B5EF4-FFF2-40B4-BE49-F238E27FC236}">
                  <a16:creationId xmlns:a16="http://schemas.microsoft.com/office/drawing/2014/main" id="{4488853F-E511-482D-8576-12E3C0C69EEE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4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3" name="Freeform 2097">
              <a:extLst>
                <a:ext uri="{FF2B5EF4-FFF2-40B4-BE49-F238E27FC236}">
                  <a16:creationId xmlns:a16="http://schemas.microsoft.com/office/drawing/2014/main" id="{6A3997E1-2E5C-47E8-9093-08FE06B1376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763940"/>
              <a:ext cx="582414" cy="60301"/>
            </a:xfrm>
            <a:custGeom>
              <a:avLst/>
              <a:gdLst>
                <a:gd name="T0" fmla="*/ 528 w 589"/>
                <a:gd name="T1" fmla="*/ 0 h 61"/>
                <a:gd name="T2" fmla="*/ 61 w 589"/>
                <a:gd name="T3" fmla="*/ 0 h 61"/>
                <a:gd name="T4" fmla="*/ 0 w 589"/>
                <a:gd name="T5" fmla="*/ 61 h 61"/>
                <a:gd name="T6" fmla="*/ 589 w 589"/>
                <a:gd name="T7" fmla="*/ 61 h 61"/>
                <a:gd name="T8" fmla="*/ 528 w 589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9" y="61"/>
                    <a:pt x="589" y="61"/>
                    <a:pt x="589" y="61"/>
                  </a:cubicBezTo>
                  <a:cubicBezTo>
                    <a:pt x="589" y="27"/>
                    <a:pt x="562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4" name="Freeform 2098">
              <a:extLst>
                <a:ext uri="{FF2B5EF4-FFF2-40B4-BE49-F238E27FC236}">
                  <a16:creationId xmlns:a16="http://schemas.microsoft.com/office/drawing/2014/main" id="{2FE14518-8831-49F8-8EC9-E2404CA39840}"/>
                </a:ext>
              </a:extLst>
            </p:cNvPr>
            <p:cNvSpPr>
              <a:spLocks/>
            </p:cNvSpPr>
            <p:nvPr/>
          </p:nvSpPr>
          <p:spPr bwMode="gray">
            <a:xfrm>
              <a:off x="7436508" y="5616561"/>
              <a:ext cx="433082" cy="170106"/>
            </a:xfrm>
            <a:custGeom>
              <a:avLst/>
              <a:gdLst>
                <a:gd name="T0" fmla="*/ 7 w 438"/>
                <a:gd name="T1" fmla="*/ 105 h 172"/>
                <a:gd name="T2" fmla="*/ 72 w 438"/>
                <a:gd name="T3" fmla="*/ 172 h 172"/>
                <a:gd name="T4" fmla="*/ 365 w 438"/>
                <a:gd name="T5" fmla="*/ 172 h 172"/>
                <a:gd name="T6" fmla="*/ 433 w 438"/>
                <a:gd name="T7" fmla="*/ 105 h 172"/>
                <a:gd name="T8" fmla="*/ 438 w 438"/>
                <a:gd name="T9" fmla="*/ 0 h 172"/>
                <a:gd name="T10" fmla="*/ 0 w 438"/>
                <a:gd name="T11" fmla="*/ 0 h 172"/>
                <a:gd name="T12" fmla="*/ 7 w 438"/>
                <a:gd name="T13" fmla="*/ 105 h 172"/>
                <a:gd name="T14" fmla="*/ 7 w 438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8" h="172">
                  <a:moveTo>
                    <a:pt x="7" y="105"/>
                  </a:moveTo>
                  <a:cubicBezTo>
                    <a:pt x="7" y="105"/>
                    <a:pt x="18" y="172"/>
                    <a:pt x="72" y="172"/>
                  </a:cubicBezTo>
                  <a:cubicBezTo>
                    <a:pt x="305" y="172"/>
                    <a:pt x="365" y="172"/>
                    <a:pt x="365" y="172"/>
                  </a:cubicBezTo>
                  <a:cubicBezTo>
                    <a:pt x="418" y="172"/>
                    <a:pt x="433" y="105"/>
                    <a:pt x="433" y="105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5"/>
                    <a:pt x="7" y="105"/>
                    <a:pt x="7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5" name="Freeform 2099">
              <a:extLst>
                <a:ext uri="{FF2B5EF4-FFF2-40B4-BE49-F238E27FC236}">
                  <a16:creationId xmlns:a16="http://schemas.microsoft.com/office/drawing/2014/main" id="{2100C065-70AE-417C-A6E6-A70E64F48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824240"/>
              <a:ext cx="582414" cy="40556"/>
            </a:xfrm>
            <a:custGeom>
              <a:avLst/>
              <a:gdLst>
                <a:gd name="T0" fmla="*/ 0 w 16989"/>
                <a:gd name="T1" fmla="*/ 0 h 1183"/>
                <a:gd name="T2" fmla="*/ 16989 w 16989"/>
                <a:gd name="T3" fmla="*/ 0 h 1183"/>
                <a:gd name="T4" fmla="*/ 16989 w 16989"/>
                <a:gd name="T5" fmla="*/ 1183 h 1183"/>
                <a:gd name="T6" fmla="*/ 0 w 16989"/>
                <a:gd name="T7" fmla="*/ 1183 h 1183"/>
                <a:gd name="T8" fmla="*/ 0 w 16989"/>
                <a:gd name="T9" fmla="*/ 0 h 1183"/>
                <a:gd name="T10" fmla="*/ 0 w 16989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89" h="1183">
                  <a:moveTo>
                    <a:pt x="0" y="0"/>
                  </a:moveTo>
                  <a:lnTo>
                    <a:pt x="16989" y="0"/>
                  </a:lnTo>
                  <a:lnTo>
                    <a:pt x="16989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6" name="Freeform 2100">
              <a:extLst>
                <a:ext uri="{FF2B5EF4-FFF2-40B4-BE49-F238E27FC236}">
                  <a16:creationId xmlns:a16="http://schemas.microsoft.com/office/drawing/2014/main" id="{AA27BA4D-E6E1-4365-AFEA-F3CD0C1884C0}"/>
                </a:ext>
              </a:extLst>
            </p:cNvPr>
            <p:cNvSpPr>
              <a:spLocks/>
            </p:cNvSpPr>
            <p:nvPr/>
          </p:nvSpPr>
          <p:spPr bwMode="gray">
            <a:xfrm>
              <a:off x="7371236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7" name="Freeform 2101">
              <a:extLst>
                <a:ext uri="{FF2B5EF4-FFF2-40B4-BE49-F238E27FC236}">
                  <a16:creationId xmlns:a16="http://schemas.microsoft.com/office/drawing/2014/main" id="{A0A19CEE-2BA8-40EC-8EAB-E17F5AE39DBF}"/>
                </a:ext>
              </a:extLst>
            </p:cNvPr>
            <p:cNvSpPr>
              <a:spLocks/>
            </p:cNvSpPr>
            <p:nvPr/>
          </p:nvSpPr>
          <p:spPr bwMode="gray">
            <a:xfrm>
              <a:off x="7867637" y="5305042"/>
              <a:ext cx="109736" cy="182962"/>
            </a:xfrm>
            <a:custGeom>
              <a:avLst/>
              <a:gdLst>
                <a:gd name="T0" fmla="*/ 2999 w 3201"/>
                <a:gd name="T1" fmla="*/ 4154 h 5337"/>
                <a:gd name="T2" fmla="*/ 3201 w 3201"/>
                <a:gd name="T3" fmla="*/ 0 h 5337"/>
                <a:gd name="T4" fmla="*/ 0 w 3201"/>
                <a:gd name="T5" fmla="*/ 0 h 5337"/>
                <a:gd name="T6" fmla="*/ 0 w 3201"/>
                <a:gd name="T7" fmla="*/ 5337 h 5337"/>
                <a:gd name="T8" fmla="*/ 2019 w 3201"/>
                <a:gd name="T9" fmla="*/ 5337 h 5337"/>
                <a:gd name="T10" fmla="*/ 2999 w 3201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1" h="5337">
                  <a:moveTo>
                    <a:pt x="2999" y="4154"/>
                  </a:moveTo>
                  <a:lnTo>
                    <a:pt x="3201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2019" y="5337"/>
                  </a:lnTo>
                  <a:lnTo>
                    <a:pt x="2999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8" name="Freeform 2102">
              <a:extLst>
                <a:ext uri="{FF2B5EF4-FFF2-40B4-BE49-F238E27FC236}">
                  <a16:creationId xmlns:a16="http://schemas.microsoft.com/office/drawing/2014/main" id="{4ED9D84D-87B5-43D0-A9DE-3F168C62FCE7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4784" y="4940146"/>
              <a:ext cx="656531" cy="732808"/>
            </a:xfrm>
            <a:custGeom>
              <a:avLst/>
              <a:gdLst>
                <a:gd name="T0" fmla="*/ 15835 w 19151"/>
                <a:gd name="T1" fmla="*/ 11019 h 21376"/>
                <a:gd name="T2" fmla="*/ 15950 w 19151"/>
                <a:gd name="T3" fmla="*/ 21376 h 21376"/>
                <a:gd name="T4" fmla="*/ 3086 w 19151"/>
                <a:gd name="T5" fmla="*/ 21376 h 21376"/>
                <a:gd name="T6" fmla="*/ 3115 w 19151"/>
                <a:gd name="T7" fmla="*/ 11019 h 21376"/>
                <a:gd name="T8" fmla="*/ 0 w 19151"/>
                <a:gd name="T9" fmla="*/ 11019 h 21376"/>
                <a:gd name="T10" fmla="*/ 173 w 19151"/>
                <a:gd name="T11" fmla="*/ 4875 h 21376"/>
                <a:gd name="T12" fmla="*/ 1730 w 19151"/>
                <a:gd name="T13" fmla="*/ 2394 h 21376"/>
                <a:gd name="T14" fmla="*/ 6807 w 19151"/>
                <a:gd name="T15" fmla="*/ 0 h 21376"/>
                <a:gd name="T16" fmla="*/ 12316 w 19151"/>
                <a:gd name="T17" fmla="*/ 0 h 21376"/>
                <a:gd name="T18" fmla="*/ 17421 w 19151"/>
                <a:gd name="T19" fmla="*/ 2394 h 21376"/>
                <a:gd name="T20" fmla="*/ 19036 w 19151"/>
                <a:gd name="T21" fmla="*/ 4933 h 21376"/>
                <a:gd name="T22" fmla="*/ 19151 w 19151"/>
                <a:gd name="T23" fmla="*/ 11019 h 21376"/>
                <a:gd name="T24" fmla="*/ 15835 w 19151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51" h="21376">
                  <a:moveTo>
                    <a:pt x="15835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15" y="11019"/>
                  </a:lnTo>
                  <a:lnTo>
                    <a:pt x="0" y="11019"/>
                  </a:lnTo>
                  <a:lnTo>
                    <a:pt x="173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316" y="0"/>
                  </a:lnTo>
                  <a:lnTo>
                    <a:pt x="17421" y="2394"/>
                  </a:lnTo>
                  <a:lnTo>
                    <a:pt x="19036" y="4933"/>
                  </a:lnTo>
                  <a:lnTo>
                    <a:pt x="19151" y="11019"/>
                  </a:lnTo>
                  <a:lnTo>
                    <a:pt x="15835" y="11019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9" name="Freeform 2103">
              <a:extLst>
                <a:ext uri="{FF2B5EF4-FFF2-40B4-BE49-F238E27FC236}">
                  <a16:creationId xmlns:a16="http://schemas.microsoft.com/office/drawing/2014/main" id="{592CDDDC-7C1B-443E-970A-089BE028AB8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02227" y="5453380"/>
              <a:ext cx="34625" cy="963250"/>
            </a:xfrm>
            <a:custGeom>
              <a:avLst/>
              <a:gdLst>
                <a:gd name="T0" fmla="*/ 0 w 1010"/>
                <a:gd name="T1" fmla="*/ 0 h 28098"/>
                <a:gd name="T2" fmla="*/ 1010 w 1010"/>
                <a:gd name="T3" fmla="*/ 0 h 28098"/>
                <a:gd name="T4" fmla="*/ 1010 w 1010"/>
                <a:gd name="T5" fmla="*/ 28098 h 28098"/>
                <a:gd name="T6" fmla="*/ 0 w 1010"/>
                <a:gd name="T7" fmla="*/ 28098 h 28098"/>
                <a:gd name="T8" fmla="*/ 0 w 1010"/>
                <a:gd name="T9" fmla="*/ 0 h 28098"/>
                <a:gd name="T10" fmla="*/ 0 w 1010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0" h="28098">
                  <a:moveTo>
                    <a:pt x="0" y="0"/>
                  </a:moveTo>
                  <a:lnTo>
                    <a:pt x="1010" y="0"/>
                  </a:lnTo>
                  <a:lnTo>
                    <a:pt x="1010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0" name="Freeform 2104">
              <a:extLst>
                <a:ext uri="{FF2B5EF4-FFF2-40B4-BE49-F238E27FC236}">
                  <a16:creationId xmlns:a16="http://schemas.microsoft.com/office/drawing/2014/main" id="{1AE40868-708D-41B0-8B5A-E48F89EE729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225955"/>
              <a:ext cx="582414" cy="227426"/>
            </a:xfrm>
            <a:custGeom>
              <a:avLst/>
              <a:gdLst>
                <a:gd name="T0" fmla="*/ 441 w 589"/>
                <a:gd name="T1" fmla="*/ 0 h 230"/>
                <a:gd name="T2" fmla="*/ 149 w 589"/>
                <a:gd name="T3" fmla="*/ 0 h 230"/>
                <a:gd name="T4" fmla="*/ 0 w 589"/>
                <a:gd name="T5" fmla="*/ 131 h 230"/>
                <a:gd name="T6" fmla="*/ 0 w 589"/>
                <a:gd name="T7" fmla="*/ 230 h 230"/>
                <a:gd name="T8" fmla="*/ 589 w 589"/>
                <a:gd name="T9" fmla="*/ 230 h 230"/>
                <a:gd name="T10" fmla="*/ 589 w 589"/>
                <a:gd name="T11" fmla="*/ 131 h 230"/>
                <a:gd name="T12" fmla="*/ 441 w 589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9" h="230">
                  <a:moveTo>
                    <a:pt x="441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67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9" y="230"/>
                    <a:pt x="589" y="230"/>
                    <a:pt x="589" y="230"/>
                  </a:cubicBezTo>
                  <a:cubicBezTo>
                    <a:pt x="589" y="131"/>
                    <a:pt x="589" y="131"/>
                    <a:pt x="589" y="131"/>
                  </a:cubicBezTo>
                  <a:cubicBezTo>
                    <a:pt x="589" y="58"/>
                    <a:pt x="522" y="0"/>
                    <a:pt x="441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1" name="Freeform 2105">
              <a:extLst>
                <a:ext uri="{FF2B5EF4-FFF2-40B4-BE49-F238E27FC236}">
                  <a16:creationId xmlns:a16="http://schemas.microsoft.com/office/drawing/2014/main" id="{536054AA-E884-4927-BCDA-8CAF7A9965D6}"/>
                </a:ext>
              </a:extLst>
            </p:cNvPr>
            <p:cNvSpPr>
              <a:spLocks/>
            </p:cNvSpPr>
            <p:nvPr/>
          </p:nvSpPr>
          <p:spPr bwMode="gray">
            <a:xfrm>
              <a:off x="8331367" y="5059791"/>
              <a:ext cx="128522" cy="60336"/>
            </a:xfrm>
            <a:custGeom>
              <a:avLst/>
              <a:gdLst>
                <a:gd name="T0" fmla="*/ 3432 w 3749"/>
                <a:gd name="T1" fmla="*/ 1760 h 1760"/>
                <a:gd name="T2" fmla="*/ 259 w 3749"/>
                <a:gd name="T3" fmla="*/ 1760 h 1760"/>
                <a:gd name="T4" fmla="*/ 0 w 3749"/>
                <a:gd name="T5" fmla="*/ 0 h 1760"/>
                <a:gd name="T6" fmla="*/ 3749 w 3749"/>
                <a:gd name="T7" fmla="*/ 0 h 1760"/>
                <a:gd name="T8" fmla="*/ 3432 w 3749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9" h="1760">
                  <a:moveTo>
                    <a:pt x="3432" y="1760"/>
                  </a:moveTo>
                  <a:lnTo>
                    <a:pt x="259" y="1760"/>
                  </a:lnTo>
                  <a:lnTo>
                    <a:pt x="0" y="0"/>
                  </a:lnTo>
                  <a:lnTo>
                    <a:pt x="3749" y="0"/>
                  </a:lnTo>
                  <a:lnTo>
                    <a:pt x="3432" y="176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2" name="Freeform 2106">
              <a:extLst>
                <a:ext uri="{FF2B5EF4-FFF2-40B4-BE49-F238E27FC236}">
                  <a16:creationId xmlns:a16="http://schemas.microsoft.com/office/drawing/2014/main" id="{05724881-8EE5-413C-8E2F-F7D99A4910B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068703"/>
              <a:ext cx="327289" cy="423243"/>
            </a:xfrm>
            <a:custGeom>
              <a:avLst/>
              <a:gdLst>
                <a:gd name="T0" fmla="*/ 0 w 9547"/>
                <a:gd name="T1" fmla="*/ 9606 h 12346"/>
                <a:gd name="T2" fmla="*/ 4124 w 9547"/>
                <a:gd name="T3" fmla="*/ 1413 h 12346"/>
                <a:gd name="T4" fmla="*/ 5278 w 9547"/>
                <a:gd name="T5" fmla="*/ 0 h 12346"/>
                <a:gd name="T6" fmla="*/ 8220 w 9547"/>
                <a:gd name="T7" fmla="*/ 0 h 12346"/>
                <a:gd name="T8" fmla="*/ 9547 w 9547"/>
                <a:gd name="T9" fmla="*/ 779 h 12346"/>
                <a:gd name="T10" fmla="*/ 9547 w 9547"/>
                <a:gd name="T11" fmla="*/ 1356 h 12346"/>
                <a:gd name="T12" fmla="*/ 8133 w 9547"/>
                <a:gd name="T13" fmla="*/ 1356 h 12346"/>
                <a:gd name="T14" fmla="*/ 7903 w 9547"/>
                <a:gd name="T15" fmla="*/ 1904 h 12346"/>
                <a:gd name="T16" fmla="*/ 6287 w 9547"/>
                <a:gd name="T17" fmla="*/ 1904 h 12346"/>
                <a:gd name="T18" fmla="*/ 5422 w 9547"/>
                <a:gd name="T19" fmla="*/ 3346 h 12346"/>
                <a:gd name="T20" fmla="*/ 3836 w 9547"/>
                <a:gd name="T21" fmla="*/ 10673 h 12346"/>
                <a:gd name="T22" fmla="*/ 2826 w 9547"/>
                <a:gd name="T23" fmla="*/ 12346 h 12346"/>
                <a:gd name="T24" fmla="*/ 548 w 9547"/>
                <a:gd name="T25" fmla="*/ 12346 h 12346"/>
                <a:gd name="T26" fmla="*/ 0 w 9547"/>
                <a:gd name="T27" fmla="*/ 9606 h 12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47" h="12346">
                  <a:moveTo>
                    <a:pt x="0" y="9606"/>
                  </a:moveTo>
                  <a:lnTo>
                    <a:pt x="4124" y="1413"/>
                  </a:lnTo>
                  <a:lnTo>
                    <a:pt x="5278" y="0"/>
                  </a:lnTo>
                  <a:lnTo>
                    <a:pt x="8220" y="0"/>
                  </a:lnTo>
                  <a:lnTo>
                    <a:pt x="9547" y="779"/>
                  </a:lnTo>
                  <a:lnTo>
                    <a:pt x="9547" y="1356"/>
                  </a:lnTo>
                  <a:lnTo>
                    <a:pt x="8133" y="1356"/>
                  </a:lnTo>
                  <a:lnTo>
                    <a:pt x="7903" y="1904"/>
                  </a:lnTo>
                  <a:lnTo>
                    <a:pt x="6287" y="1904"/>
                  </a:lnTo>
                  <a:lnTo>
                    <a:pt x="5422" y="3346"/>
                  </a:lnTo>
                  <a:lnTo>
                    <a:pt x="3836" y="10673"/>
                  </a:lnTo>
                  <a:lnTo>
                    <a:pt x="2826" y="12346"/>
                  </a:lnTo>
                  <a:lnTo>
                    <a:pt x="548" y="12346"/>
                  </a:lnTo>
                  <a:lnTo>
                    <a:pt x="0" y="9606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3" name="Freeform 2152">
              <a:extLst>
                <a:ext uri="{FF2B5EF4-FFF2-40B4-BE49-F238E27FC236}">
                  <a16:creationId xmlns:a16="http://schemas.microsoft.com/office/drawing/2014/main" id="{341AA65C-063D-417B-A846-81E13CA70CED}"/>
                </a:ext>
              </a:extLst>
            </p:cNvPr>
            <p:cNvSpPr>
              <a:spLocks/>
            </p:cNvSpPr>
            <p:nvPr/>
          </p:nvSpPr>
          <p:spPr bwMode="gray">
            <a:xfrm>
              <a:off x="4259545" y="5031130"/>
              <a:ext cx="325300" cy="447961"/>
            </a:xfrm>
            <a:custGeom>
              <a:avLst/>
              <a:gdLst>
                <a:gd name="T0" fmla="*/ 8595 w 9489"/>
                <a:gd name="T1" fmla="*/ 13067 h 13067"/>
                <a:gd name="T2" fmla="*/ 0 w 9489"/>
                <a:gd name="T3" fmla="*/ 1500 h 13067"/>
                <a:gd name="T4" fmla="*/ 2422 w 9489"/>
                <a:gd name="T5" fmla="*/ 0 h 13067"/>
                <a:gd name="T6" fmla="*/ 9489 w 9489"/>
                <a:gd name="T7" fmla="*/ 11135 h 13067"/>
                <a:gd name="T8" fmla="*/ 8595 w 9489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89" h="13067">
                  <a:moveTo>
                    <a:pt x="8595" y="13067"/>
                  </a:moveTo>
                  <a:lnTo>
                    <a:pt x="0" y="1500"/>
                  </a:lnTo>
                  <a:lnTo>
                    <a:pt x="2422" y="0"/>
                  </a:lnTo>
                  <a:lnTo>
                    <a:pt x="9489" y="11135"/>
                  </a:lnTo>
                  <a:lnTo>
                    <a:pt x="8595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4" name="Freeform 2153">
              <a:extLst>
                <a:ext uri="{FF2B5EF4-FFF2-40B4-BE49-F238E27FC236}">
                  <a16:creationId xmlns:a16="http://schemas.microsoft.com/office/drawing/2014/main" id="{C619249D-A4DE-4AC1-942D-288D95FE4646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7930" y="5420743"/>
              <a:ext cx="265993" cy="66267"/>
            </a:xfrm>
            <a:custGeom>
              <a:avLst/>
              <a:gdLst>
                <a:gd name="T0" fmla="*/ 269 w 269"/>
                <a:gd name="T1" fmla="*/ 67 h 67"/>
                <a:gd name="T2" fmla="*/ 0 w 269"/>
                <a:gd name="T3" fmla="*/ 67 h 67"/>
                <a:gd name="T4" fmla="*/ 112 w 269"/>
                <a:gd name="T5" fmla="*/ 20 h 67"/>
                <a:gd name="T6" fmla="*/ 131 w 269"/>
                <a:gd name="T7" fmla="*/ 0 h 67"/>
                <a:gd name="T8" fmla="*/ 201 w 269"/>
                <a:gd name="T9" fmla="*/ 0 h 67"/>
                <a:gd name="T10" fmla="*/ 269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269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28" y="26"/>
                    <a:pt x="242" y="41"/>
                    <a:pt x="269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5" name="Freeform 2154">
              <a:extLst>
                <a:ext uri="{FF2B5EF4-FFF2-40B4-BE49-F238E27FC236}">
                  <a16:creationId xmlns:a16="http://schemas.microsoft.com/office/drawing/2014/main" id="{456F9812-ABC9-47E0-935D-ABDB1A8641A6}"/>
                </a:ext>
              </a:extLst>
            </p:cNvPr>
            <p:cNvSpPr>
              <a:spLocks/>
            </p:cNvSpPr>
            <p:nvPr/>
          </p:nvSpPr>
          <p:spPr bwMode="gray">
            <a:xfrm>
              <a:off x="4300066" y="5630412"/>
              <a:ext cx="434077" cy="656668"/>
            </a:xfrm>
            <a:custGeom>
              <a:avLst/>
              <a:gdLst>
                <a:gd name="T0" fmla="*/ 353 w 439"/>
                <a:gd name="T1" fmla="*/ 0 h 664"/>
                <a:gd name="T2" fmla="*/ 0 w 439"/>
                <a:gd name="T3" fmla="*/ 607 h 664"/>
                <a:gd name="T4" fmla="*/ 133 w 439"/>
                <a:gd name="T5" fmla="*/ 664 h 664"/>
                <a:gd name="T6" fmla="*/ 439 w 439"/>
                <a:gd name="T7" fmla="*/ 164 h 664"/>
                <a:gd name="T8" fmla="*/ 404 w 439"/>
                <a:gd name="T9" fmla="*/ 31 h 664"/>
                <a:gd name="T10" fmla="*/ 353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353" y="0"/>
                  </a:moveTo>
                  <a:cubicBezTo>
                    <a:pt x="0" y="607"/>
                    <a:pt x="0" y="607"/>
                    <a:pt x="0" y="607"/>
                  </a:cubicBezTo>
                  <a:cubicBezTo>
                    <a:pt x="133" y="664"/>
                    <a:pt x="133" y="664"/>
                    <a:pt x="133" y="664"/>
                  </a:cubicBezTo>
                  <a:cubicBezTo>
                    <a:pt x="439" y="164"/>
                    <a:pt x="439" y="164"/>
                    <a:pt x="439" y="164"/>
                  </a:cubicBezTo>
                  <a:cubicBezTo>
                    <a:pt x="425" y="112"/>
                    <a:pt x="418" y="83"/>
                    <a:pt x="404" y="31"/>
                  </a:cubicBezTo>
                  <a:lnTo>
                    <a:pt x="353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6" name="Freeform 2155">
              <a:extLst>
                <a:ext uri="{FF2B5EF4-FFF2-40B4-BE49-F238E27FC236}">
                  <a16:creationId xmlns:a16="http://schemas.microsoft.com/office/drawing/2014/main" id="{05B8A5CE-6BE0-4D6A-9F14-CD79542D447A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4136" y="6157529"/>
              <a:ext cx="190847" cy="179979"/>
            </a:xfrm>
            <a:custGeom>
              <a:avLst/>
              <a:gdLst>
                <a:gd name="T0" fmla="*/ 137 w 193"/>
                <a:gd name="T1" fmla="*/ 53 h 182"/>
                <a:gd name="T2" fmla="*/ 48 w 193"/>
                <a:gd name="T3" fmla="*/ 0 h 182"/>
                <a:gd name="T4" fmla="*/ 0 w 193"/>
                <a:gd name="T5" fmla="*/ 71 h 182"/>
                <a:gd name="T6" fmla="*/ 93 w 193"/>
                <a:gd name="T7" fmla="*/ 126 h 182"/>
                <a:gd name="T8" fmla="*/ 188 w 193"/>
                <a:gd name="T9" fmla="*/ 182 h 182"/>
                <a:gd name="T10" fmla="*/ 193 w 193"/>
                <a:gd name="T11" fmla="*/ 86 h 182"/>
                <a:gd name="T12" fmla="*/ 137 w 193"/>
                <a:gd name="T13" fmla="*/ 53 h 182"/>
                <a:gd name="T14" fmla="*/ 137 w 193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3" h="182">
                  <a:moveTo>
                    <a:pt x="137" y="53"/>
                  </a:moveTo>
                  <a:cubicBezTo>
                    <a:pt x="49" y="1"/>
                    <a:pt x="48" y="0"/>
                    <a:pt x="48" y="0"/>
                  </a:cubicBezTo>
                  <a:cubicBezTo>
                    <a:pt x="48" y="0"/>
                    <a:pt x="14" y="48"/>
                    <a:pt x="0" y="71"/>
                  </a:cubicBezTo>
                  <a:cubicBezTo>
                    <a:pt x="93" y="126"/>
                    <a:pt x="93" y="126"/>
                    <a:pt x="93" y="126"/>
                  </a:cubicBezTo>
                  <a:cubicBezTo>
                    <a:pt x="188" y="182"/>
                    <a:pt x="188" y="182"/>
                    <a:pt x="188" y="182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7" y="53"/>
                    <a:pt x="137" y="53"/>
                    <a:pt x="137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7" name="Freeform 2156">
              <a:extLst>
                <a:ext uri="{FF2B5EF4-FFF2-40B4-BE49-F238E27FC236}">
                  <a16:creationId xmlns:a16="http://schemas.microsoft.com/office/drawing/2014/main" id="{BF4887E9-1BDD-4AA2-8FEC-F7A51D76A1C6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1290" y="4528731"/>
              <a:ext cx="276893" cy="445012"/>
            </a:xfrm>
            <a:custGeom>
              <a:avLst/>
              <a:gdLst>
                <a:gd name="T0" fmla="*/ 190 w 280"/>
                <a:gd name="T1" fmla="*/ 0 h 450"/>
                <a:gd name="T2" fmla="*/ 9 w 280"/>
                <a:gd name="T3" fmla="*/ 189 h 450"/>
                <a:gd name="T4" fmla="*/ 37 w 280"/>
                <a:gd name="T5" fmla="*/ 280 h 450"/>
                <a:gd name="T6" fmla="*/ 2 w 280"/>
                <a:gd name="T7" fmla="*/ 325 h 450"/>
                <a:gd name="T8" fmla="*/ 11 w 280"/>
                <a:gd name="T9" fmla="*/ 352 h 450"/>
                <a:gd name="T10" fmla="*/ 0 w 280"/>
                <a:gd name="T11" fmla="*/ 404 h 450"/>
                <a:gd name="T12" fmla="*/ 140 w 280"/>
                <a:gd name="T13" fmla="*/ 450 h 450"/>
                <a:gd name="T14" fmla="*/ 156 w 280"/>
                <a:gd name="T15" fmla="*/ 369 h 450"/>
                <a:gd name="T16" fmla="*/ 198 w 280"/>
                <a:gd name="T17" fmla="*/ 376 h 450"/>
                <a:gd name="T18" fmla="*/ 280 w 280"/>
                <a:gd name="T19" fmla="*/ 189 h 450"/>
                <a:gd name="T20" fmla="*/ 1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190" y="0"/>
                  </a:moveTo>
                  <a:cubicBezTo>
                    <a:pt x="115" y="0"/>
                    <a:pt x="9" y="85"/>
                    <a:pt x="9" y="189"/>
                  </a:cubicBezTo>
                  <a:cubicBezTo>
                    <a:pt x="9" y="221"/>
                    <a:pt x="20" y="252"/>
                    <a:pt x="37" y="280"/>
                  </a:cubicBezTo>
                  <a:cubicBezTo>
                    <a:pt x="34" y="285"/>
                    <a:pt x="2" y="325"/>
                    <a:pt x="2" y="325"/>
                  </a:cubicBezTo>
                  <a:cubicBezTo>
                    <a:pt x="11" y="352"/>
                    <a:pt x="11" y="352"/>
                    <a:pt x="11" y="352"/>
                  </a:cubicBezTo>
                  <a:cubicBezTo>
                    <a:pt x="0" y="404"/>
                    <a:pt x="0" y="404"/>
                    <a:pt x="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56" y="369"/>
                    <a:pt x="156" y="369"/>
                    <a:pt x="156" y="369"/>
                  </a:cubicBezTo>
                  <a:cubicBezTo>
                    <a:pt x="170" y="373"/>
                    <a:pt x="184" y="376"/>
                    <a:pt x="198" y="376"/>
                  </a:cubicBezTo>
                  <a:cubicBezTo>
                    <a:pt x="271" y="376"/>
                    <a:pt x="280" y="291"/>
                    <a:pt x="280" y="189"/>
                  </a:cubicBezTo>
                  <a:cubicBezTo>
                    <a:pt x="280" y="85"/>
                    <a:pt x="263" y="0"/>
                    <a:pt x="1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8" name="Freeform 2157">
              <a:extLst>
                <a:ext uri="{FF2B5EF4-FFF2-40B4-BE49-F238E27FC236}">
                  <a16:creationId xmlns:a16="http://schemas.microsoft.com/office/drawing/2014/main" id="{9980563D-55A1-42FE-9507-BD824539051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31983" y="4504014"/>
              <a:ext cx="341138" cy="401509"/>
            </a:xfrm>
            <a:custGeom>
              <a:avLst/>
              <a:gdLst>
                <a:gd name="T0" fmla="*/ 301 w 345"/>
                <a:gd name="T1" fmla="*/ 386 h 406"/>
                <a:gd name="T2" fmla="*/ 267 w 345"/>
                <a:gd name="T3" fmla="*/ 406 h 406"/>
                <a:gd name="T4" fmla="*/ 197 w 345"/>
                <a:gd name="T5" fmla="*/ 394 h 406"/>
                <a:gd name="T6" fmla="*/ 178 w 345"/>
                <a:gd name="T7" fmla="*/ 280 h 406"/>
                <a:gd name="T8" fmla="*/ 132 w 345"/>
                <a:gd name="T9" fmla="*/ 168 h 406"/>
                <a:gd name="T10" fmla="*/ 101 w 345"/>
                <a:gd name="T11" fmla="*/ 300 h 406"/>
                <a:gd name="T12" fmla="*/ 71 w 345"/>
                <a:gd name="T13" fmla="*/ 377 h 406"/>
                <a:gd name="T14" fmla="*/ 0 w 345"/>
                <a:gd name="T15" fmla="*/ 157 h 406"/>
                <a:gd name="T16" fmla="*/ 84 w 345"/>
                <a:gd name="T17" fmla="*/ 6 h 406"/>
                <a:gd name="T18" fmla="*/ 257 w 345"/>
                <a:gd name="T19" fmla="*/ 0 h 406"/>
                <a:gd name="T20" fmla="*/ 335 w 345"/>
                <a:gd name="T21" fmla="*/ 47 h 406"/>
                <a:gd name="T22" fmla="*/ 345 w 345"/>
                <a:gd name="T23" fmla="*/ 74 h 406"/>
                <a:gd name="T24" fmla="*/ 331 w 345"/>
                <a:gd name="T25" fmla="*/ 105 h 406"/>
                <a:gd name="T26" fmla="*/ 249 w 345"/>
                <a:gd name="T27" fmla="*/ 62 h 406"/>
                <a:gd name="T28" fmla="*/ 214 w 345"/>
                <a:gd name="T29" fmla="*/ 159 h 406"/>
                <a:gd name="T30" fmla="*/ 218 w 345"/>
                <a:gd name="T31" fmla="*/ 313 h 406"/>
                <a:gd name="T32" fmla="*/ 319 w 345"/>
                <a:gd name="T33" fmla="*/ 355 h 406"/>
                <a:gd name="T34" fmla="*/ 317 w 345"/>
                <a:gd name="T35" fmla="*/ 371 h 406"/>
                <a:gd name="T36" fmla="*/ 301 w 345"/>
                <a:gd name="T37" fmla="*/ 38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5" h="406">
                  <a:moveTo>
                    <a:pt x="301" y="386"/>
                  </a:moveTo>
                  <a:cubicBezTo>
                    <a:pt x="267" y="406"/>
                    <a:pt x="267" y="406"/>
                    <a:pt x="267" y="406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71" y="377"/>
                    <a:pt x="71" y="377"/>
                    <a:pt x="71" y="37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335" y="47"/>
                    <a:pt x="335" y="47"/>
                    <a:pt x="335" y="47"/>
                  </a:cubicBezTo>
                  <a:cubicBezTo>
                    <a:pt x="339" y="57"/>
                    <a:pt x="341" y="64"/>
                    <a:pt x="345" y="74"/>
                  </a:cubicBezTo>
                  <a:cubicBezTo>
                    <a:pt x="331" y="105"/>
                    <a:pt x="331" y="105"/>
                    <a:pt x="331" y="105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319" y="355"/>
                    <a:pt x="319" y="355"/>
                    <a:pt x="319" y="355"/>
                  </a:cubicBezTo>
                  <a:cubicBezTo>
                    <a:pt x="317" y="371"/>
                    <a:pt x="317" y="371"/>
                    <a:pt x="317" y="371"/>
                  </a:cubicBezTo>
                  <a:lnTo>
                    <a:pt x="301" y="386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9" name="Freeform 2158">
              <a:extLst>
                <a:ext uri="{FF2B5EF4-FFF2-40B4-BE49-F238E27FC236}">
                  <a16:creationId xmlns:a16="http://schemas.microsoft.com/office/drawing/2014/main" id="{1651E3B3-416C-431A-9E69-E06D2E9C098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02328" y="4893661"/>
              <a:ext cx="328248" cy="665547"/>
            </a:xfrm>
            <a:custGeom>
              <a:avLst/>
              <a:gdLst>
                <a:gd name="T0" fmla="*/ 6807 w 9575"/>
                <a:gd name="T1" fmla="*/ 1558 h 19414"/>
                <a:gd name="T2" fmla="*/ 2711 w 9575"/>
                <a:gd name="T3" fmla="*/ 0 h 19414"/>
                <a:gd name="T4" fmla="*/ 0 w 9575"/>
                <a:gd name="T5" fmla="*/ 4212 h 19414"/>
                <a:gd name="T6" fmla="*/ 605 w 9575"/>
                <a:gd name="T7" fmla="*/ 14250 h 19414"/>
                <a:gd name="T8" fmla="*/ 317 w 9575"/>
                <a:gd name="T9" fmla="*/ 17856 h 19414"/>
                <a:gd name="T10" fmla="*/ 317 w 9575"/>
                <a:gd name="T11" fmla="*/ 19414 h 19414"/>
                <a:gd name="T12" fmla="*/ 9547 w 9575"/>
                <a:gd name="T13" fmla="*/ 18779 h 19414"/>
                <a:gd name="T14" fmla="*/ 9575 w 9575"/>
                <a:gd name="T15" fmla="*/ 5827 h 19414"/>
                <a:gd name="T16" fmla="*/ 6807 w 9575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75" h="19414">
                  <a:moveTo>
                    <a:pt x="6807" y="1558"/>
                  </a:moveTo>
                  <a:lnTo>
                    <a:pt x="2711" y="0"/>
                  </a:lnTo>
                  <a:lnTo>
                    <a:pt x="0" y="4212"/>
                  </a:lnTo>
                  <a:lnTo>
                    <a:pt x="605" y="14250"/>
                  </a:lnTo>
                  <a:lnTo>
                    <a:pt x="317" y="17856"/>
                  </a:lnTo>
                  <a:lnTo>
                    <a:pt x="317" y="19414"/>
                  </a:lnTo>
                  <a:lnTo>
                    <a:pt x="9547" y="18779"/>
                  </a:lnTo>
                  <a:lnTo>
                    <a:pt x="9575" y="5827"/>
                  </a:lnTo>
                  <a:lnTo>
                    <a:pt x="6807" y="1558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0" name="Freeform 2159">
              <a:extLst>
                <a:ext uri="{FF2B5EF4-FFF2-40B4-BE49-F238E27FC236}">
                  <a16:creationId xmlns:a16="http://schemas.microsoft.com/office/drawing/2014/main" id="{4A3B4FC5-D4D3-4086-83E9-85C8A7AA6B2F}"/>
                </a:ext>
              </a:extLst>
            </p:cNvPr>
            <p:cNvSpPr>
              <a:spLocks/>
            </p:cNvSpPr>
            <p:nvPr/>
          </p:nvSpPr>
          <p:spPr bwMode="gray">
            <a:xfrm>
              <a:off x="4510693" y="5741176"/>
              <a:ext cx="195784" cy="602263"/>
            </a:xfrm>
            <a:custGeom>
              <a:avLst/>
              <a:gdLst>
                <a:gd name="T0" fmla="*/ 5711 w 5711"/>
                <a:gd name="T1" fmla="*/ 375 h 17568"/>
                <a:gd name="T2" fmla="*/ 4643 w 5711"/>
                <a:gd name="T3" fmla="*/ 17280 h 17568"/>
                <a:gd name="T4" fmla="*/ 865 w 5711"/>
                <a:gd name="T5" fmla="*/ 17568 h 17568"/>
                <a:gd name="T6" fmla="*/ 634 w 5711"/>
                <a:gd name="T7" fmla="*/ 2221 h 17568"/>
                <a:gd name="T8" fmla="*/ 0 w 5711"/>
                <a:gd name="T9" fmla="*/ 0 h 17568"/>
                <a:gd name="T10" fmla="*/ 5711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5711" y="375"/>
                  </a:moveTo>
                  <a:lnTo>
                    <a:pt x="4643" y="17280"/>
                  </a:lnTo>
                  <a:lnTo>
                    <a:pt x="865" y="17568"/>
                  </a:lnTo>
                  <a:lnTo>
                    <a:pt x="634" y="2221"/>
                  </a:lnTo>
                  <a:lnTo>
                    <a:pt x="0" y="0"/>
                  </a:lnTo>
                  <a:lnTo>
                    <a:pt x="5711" y="375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1" name="Freeform 2160">
              <a:extLst>
                <a:ext uri="{FF2B5EF4-FFF2-40B4-BE49-F238E27FC236}">
                  <a16:creationId xmlns:a16="http://schemas.microsoft.com/office/drawing/2014/main" id="{AC346DED-1D73-47B4-A4D8-3FA06637D998}"/>
                </a:ext>
              </a:extLst>
            </p:cNvPr>
            <p:cNvSpPr>
              <a:spLocks/>
            </p:cNvSpPr>
            <p:nvPr/>
          </p:nvSpPr>
          <p:spPr bwMode="gray">
            <a:xfrm>
              <a:off x="4534418" y="6259381"/>
              <a:ext cx="212582" cy="83065"/>
            </a:xfrm>
            <a:custGeom>
              <a:avLst/>
              <a:gdLst>
                <a:gd name="T0" fmla="*/ 107 w 215"/>
                <a:gd name="T1" fmla="*/ 0 h 84"/>
                <a:gd name="T2" fmla="*/ 5 w 215"/>
                <a:gd name="T3" fmla="*/ 0 h 84"/>
                <a:gd name="T4" fmla="*/ 0 w 215"/>
                <a:gd name="T5" fmla="*/ 84 h 84"/>
                <a:gd name="T6" fmla="*/ 107 w 215"/>
                <a:gd name="T7" fmla="*/ 84 h 84"/>
                <a:gd name="T8" fmla="*/ 215 w 215"/>
                <a:gd name="T9" fmla="*/ 84 h 84"/>
                <a:gd name="T10" fmla="*/ 171 w 215"/>
                <a:gd name="T11" fmla="*/ 0 h 84"/>
                <a:gd name="T12" fmla="*/ 107 w 215"/>
                <a:gd name="T13" fmla="*/ 0 h 84"/>
                <a:gd name="T14" fmla="*/ 107 w 215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84">
                  <a:moveTo>
                    <a:pt x="107" y="0"/>
                  </a:moveTo>
                  <a:cubicBezTo>
                    <a:pt x="6" y="0"/>
                    <a:pt x="5" y="0"/>
                    <a:pt x="5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07" y="84"/>
                    <a:pt x="107" y="84"/>
                    <a:pt x="107" y="84"/>
                  </a:cubicBezTo>
                  <a:cubicBezTo>
                    <a:pt x="215" y="84"/>
                    <a:pt x="215" y="84"/>
                    <a:pt x="215" y="84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2" name="Freeform 2161">
              <a:extLst>
                <a:ext uri="{FF2B5EF4-FFF2-40B4-BE49-F238E27FC236}">
                  <a16:creationId xmlns:a16="http://schemas.microsoft.com/office/drawing/2014/main" id="{8D6B9D50-C371-4F97-B9EA-DB2D0C452BD2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767882"/>
              <a:ext cx="434077" cy="62290"/>
            </a:xfrm>
            <a:custGeom>
              <a:avLst/>
              <a:gdLst>
                <a:gd name="T0" fmla="*/ 393 w 439"/>
                <a:gd name="T1" fmla="*/ 0 h 63"/>
                <a:gd name="T2" fmla="*/ 45 w 439"/>
                <a:gd name="T3" fmla="*/ 0 h 63"/>
                <a:gd name="T4" fmla="*/ 0 w 439"/>
                <a:gd name="T5" fmla="*/ 63 h 63"/>
                <a:gd name="T6" fmla="*/ 439 w 439"/>
                <a:gd name="T7" fmla="*/ 63 h 63"/>
                <a:gd name="T8" fmla="*/ 393 w 439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9" h="63">
                  <a:moveTo>
                    <a:pt x="393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8"/>
                    <a:pt x="0" y="63"/>
                  </a:cubicBezTo>
                  <a:cubicBezTo>
                    <a:pt x="439" y="63"/>
                    <a:pt x="439" y="63"/>
                    <a:pt x="439" y="63"/>
                  </a:cubicBezTo>
                  <a:cubicBezTo>
                    <a:pt x="439" y="28"/>
                    <a:pt x="418" y="0"/>
                    <a:pt x="39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3" name="Freeform 2162">
              <a:extLst>
                <a:ext uri="{FF2B5EF4-FFF2-40B4-BE49-F238E27FC236}">
                  <a16:creationId xmlns:a16="http://schemas.microsoft.com/office/drawing/2014/main" id="{0AF451A3-C733-412B-A773-2E598E9693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825235"/>
              <a:ext cx="434077" cy="42510"/>
            </a:xfrm>
            <a:custGeom>
              <a:avLst/>
              <a:gdLst>
                <a:gd name="T0" fmla="*/ 0 w 12662"/>
                <a:gd name="T1" fmla="*/ 0 h 1240"/>
                <a:gd name="T2" fmla="*/ 12662 w 12662"/>
                <a:gd name="T3" fmla="*/ 0 h 1240"/>
                <a:gd name="T4" fmla="*/ 12662 w 12662"/>
                <a:gd name="T5" fmla="*/ 1240 h 1240"/>
                <a:gd name="T6" fmla="*/ 0 w 12662"/>
                <a:gd name="T7" fmla="*/ 1240 h 1240"/>
                <a:gd name="T8" fmla="*/ 0 w 12662"/>
                <a:gd name="T9" fmla="*/ 0 h 1240"/>
                <a:gd name="T10" fmla="*/ 0 w 12662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62" h="1240">
                  <a:moveTo>
                    <a:pt x="0" y="0"/>
                  </a:moveTo>
                  <a:lnTo>
                    <a:pt x="12662" y="0"/>
                  </a:lnTo>
                  <a:lnTo>
                    <a:pt x="12662" y="1240"/>
                  </a:lnTo>
                  <a:lnTo>
                    <a:pt x="0" y="1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4" name="Freeform 2163">
              <a:extLst>
                <a:ext uri="{FF2B5EF4-FFF2-40B4-BE49-F238E27FC236}">
                  <a16:creationId xmlns:a16="http://schemas.microsoft.com/office/drawing/2014/main" id="{A59C9FE5-EF5D-4540-AF00-4C0A3F78E704}"/>
                </a:ext>
              </a:extLst>
            </p:cNvPr>
            <p:cNvSpPr>
              <a:spLocks/>
            </p:cNvSpPr>
            <p:nvPr/>
          </p:nvSpPr>
          <p:spPr bwMode="gray">
            <a:xfrm>
              <a:off x="4067704" y="6115979"/>
              <a:ext cx="420226" cy="22763"/>
            </a:xfrm>
            <a:custGeom>
              <a:avLst/>
              <a:gdLst>
                <a:gd name="T0" fmla="*/ 0 w 12258"/>
                <a:gd name="T1" fmla="*/ 0 h 664"/>
                <a:gd name="T2" fmla="*/ 12258 w 12258"/>
                <a:gd name="T3" fmla="*/ 0 h 664"/>
                <a:gd name="T4" fmla="*/ 12258 w 12258"/>
                <a:gd name="T5" fmla="*/ 664 h 664"/>
                <a:gd name="T6" fmla="*/ 0 w 12258"/>
                <a:gd name="T7" fmla="*/ 664 h 664"/>
                <a:gd name="T8" fmla="*/ 0 w 12258"/>
                <a:gd name="T9" fmla="*/ 0 h 664"/>
                <a:gd name="T10" fmla="*/ 0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0" y="0"/>
                  </a:moveTo>
                  <a:lnTo>
                    <a:pt x="12258" y="0"/>
                  </a:lnTo>
                  <a:lnTo>
                    <a:pt x="12258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5" name="Freeform 2164">
              <a:extLst>
                <a:ext uri="{FF2B5EF4-FFF2-40B4-BE49-F238E27FC236}">
                  <a16:creationId xmlns:a16="http://schemas.microsoft.com/office/drawing/2014/main" id="{285BBA7A-0623-4289-8553-A77C3D91BE7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456363"/>
              <a:ext cx="53411" cy="883134"/>
            </a:xfrm>
            <a:custGeom>
              <a:avLst/>
              <a:gdLst>
                <a:gd name="T0" fmla="*/ 0 w 1558"/>
                <a:gd name="T1" fmla="*/ 0 h 25761"/>
                <a:gd name="T2" fmla="*/ 1558 w 1558"/>
                <a:gd name="T3" fmla="*/ 0 h 25761"/>
                <a:gd name="T4" fmla="*/ 1558 w 1558"/>
                <a:gd name="T5" fmla="*/ 25761 h 25761"/>
                <a:gd name="T6" fmla="*/ 0 w 1558"/>
                <a:gd name="T7" fmla="*/ 25761 h 25761"/>
                <a:gd name="T8" fmla="*/ 0 w 1558"/>
                <a:gd name="T9" fmla="*/ 0 h 25761"/>
                <a:gd name="T10" fmla="*/ 0 w 1558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8" h="25761">
                  <a:moveTo>
                    <a:pt x="0" y="0"/>
                  </a:moveTo>
                  <a:lnTo>
                    <a:pt x="1558" y="0"/>
                  </a:lnTo>
                  <a:lnTo>
                    <a:pt x="1558" y="25761"/>
                  </a:lnTo>
                  <a:lnTo>
                    <a:pt x="0" y="2576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6" name="Freeform 2165">
              <a:extLst>
                <a:ext uri="{FF2B5EF4-FFF2-40B4-BE49-F238E27FC236}">
                  <a16:creationId xmlns:a16="http://schemas.microsoft.com/office/drawing/2014/main" id="{48FBFE5C-537C-4C64-83ED-E25BEEED86DD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201" y="5825235"/>
              <a:ext cx="45491" cy="517210"/>
            </a:xfrm>
            <a:custGeom>
              <a:avLst/>
              <a:gdLst>
                <a:gd name="T0" fmla="*/ 0 w 1327"/>
                <a:gd name="T1" fmla="*/ 0 h 15087"/>
                <a:gd name="T2" fmla="*/ 1327 w 1327"/>
                <a:gd name="T3" fmla="*/ 0 h 15087"/>
                <a:gd name="T4" fmla="*/ 1327 w 1327"/>
                <a:gd name="T5" fmla="*/ 15087 h 15087"/>
                <a:gd name="T6" fmla="*/ 0 w 1327"/>
                <a:gd name="T7" fmla="*/ 15087 h 15087"/>
                <a:gd name="T8" fmla="*/ 0 w 1327"/>
                <a:gd name="T9" fmla="*/ 0 h 15087"/>
                <a:gd name="T10" fmla="*/ 0 w 1327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7" h="15087">
                  <a:moveTo>
                    <a:pt x="0" y="0"/>
                  </a:moveTo>
                  <a:lnTo>
                    <a:pt x="1327" y="0"/>
                  </a:lnTo>
                  <a:lnTo>
                    <a:pt x="1327" y="15087"/>
                  </a:lnTo>
                  <a:lnTo>
                    <a:pt x="0" y="1508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7" name="Freeform 2166">
              <a:extLst>
                <a:ext uri="{FF2B5EF4-FFF2-40B4-BE49-F238E27FC236}">
                  <a16:creationId xmlns:a16="http://schemas.microsoft.com/office/drawing/2014/main" id="{AE0551DD-42DB-4309-8DDF-476CB431B20C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221978"/>
              <a:ext cx="53411" cy="234385"/>
            </a:xfrm>
            <a:custGeom>
              <a:avLst/>
              <a:gdLst>
                <a:gd name="T0" fmla="*/ 40 w 54"/>
                <a:gd name="T1" fmla="*/ 0 h 237"/>
                <a:gd name="T2" fmla="*/ 14 w 54"/>
                <a:gd name="T3" fmla="*/ 0 h 237"/>
                <a:gd name="T4" fmla="*/ 0 w 54"/>
                <a:gd name="T5" fmla="*/ 134 h 237"/>
                <a:gd name="T6" fmla="*/ 0 w 54"/>
                <a:gd name="T7" fmla="*/ 237 h 237"/>
                <a:gd name="T8" fmla="*/ 54 w 54"/>
                <a:gd name="T9" fmla="*/ 237 h 237"/>
                <a:gd name="T10" fmla="*/ 54 w 54"/>
                <a:gd name="T11" fmla="*/ 134 h 237"/>
                <a:gd name="T12" fmla="*/ 40 w 54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37">
                  <a:moveTo>
                    <a:pt x="40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0"/>
                    <a:pt x="0" y="134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54" y="237"/>
                    <a:pt x="54" y="237"/>
                    <a:pt x="54" y="237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60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8" name="Freeform 2167">
              <a:extLst>
                <a:ext uri="{FF2B5EF4-FFF2-40B4-BE49-F238E27FC236}">
                  <a16:creationId xmlns:a16="http://schemas.microsoft.com/office/drawing/2014/main" id="{840B2859-7290-4530-846F-1B8A0CC26839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6042" y="5551288"/>
              <a:ext cx="490436" cy="216593"/>
            </a:xfrm>
            <a:custGeom>
              <a:avLst/>
              <a:gdLst>
                <a:gd name="T0" fmla="*/ 14306 w 14306"/>
                <a:gd name="T1" fmla="*/ 6318 h 6318"/>
                <a:gd name="T2" fmla="*/ 0 w 14306"/>
                <a:gd name="T3" fmla="*/ 6318 h 6318"/>
                <a:gd name="T4" fmla="*/ 0 w 14306"/>
                <a:gd name="T5" fmla="*/ 0 h 6318"/>
                <a:gd name="T6" fmla="*/ 12344 w 14306"/>
                <a:gd name="T7" fmla="*/ 1472 h 6318"/>
                <a:gd name="T8" fmla="*/ 14306 w 14306"/>
                <a:gd name="T9" fmla="*/ 3375 h 6318"/>
                <a:gd name="T10" fmla="*/ 14306 w 14306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06" h="6318">
                  <a:moveTo>
                    <a:pt x="14306" y="6318"/>
                  </a:moveTo>
                  <a:lnTo>
                    <a:pt x="0" y="6318"/>
                  </a:lnTo>
                  <a:lnTo>
                    <a:pt x="0" y="0"/>
                  </a:lnTo>
                  <a:lnTo>
                    <a:pt x="12344" y="1472"/>
                  </a:lnTo>
                  <a:lnTo>
                    <a:pt x="14306" y="3375"/>
                  </a:lnTo>
                  <a:lnTo>
                    <a:pt x="14306" y="6318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9" name="Freeform 2168">
              <a:extLst>
                <a:ext uri="{FF2B5EF4-FFF2-40B4-BE49-F238E27FC236}">
                  <a16:creationId xmlns:a16="http://schemas.microsoft.com/office/drawing/2014/main" id="{53DAF2E6-E868-4B7A-9C38-A5C8978CECD4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75046"/>
              <a:ext cx="212582" cy="192836"/>
            </a:xfrm>
            <a:custGeom>
              <a:avLst/>
              <a:gdLst>
                <a:gd name="T0" fmla="*/ 44 w 215"/>
                <a:gd name="T1" fmla="*/ 195 h 195"/>
                <a:gd name="T2" fmla="*/ 192 w 215"/>
                <a:gd name="T3" fmla="*/ 195 h 195"/>
                <a:gd name="T4" fmla="*/ 215 w 215"/>
                <a:gd name="T5" fmla="*/ 172 h 195"/>
                <a:gd name="T6" fmla="*/ 215 w 215"/>
                <a:gd name="T7" fmla="*/ 23 h 195"/>
                <a:gd name="T8" fmla="*/ 192 w 215"/>
                <a:gd name="T9" fmla="*/ 0 h 195"/>
                <a:gd name="T10" fmla="*/ 23 w 215"/>
                <a:gd name="T11" fmla="*/ 0 h 195"/>
                <a:gd name="T12" fmla="*/ 0 w 215"/>
                <a:gd name="T13" fmla="*/ 23 h 195"/>
                <a:gd name="T14" fmla="*/ 0 w 215"/>
                <a:gd name="T15" fmla="*/ 152 h 195"/>
                <a:gd name="T16" fmla="*/ 44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44" y="195"/>
                  </a:moveTo>
                  <a:cubicBezTo>
                    <a:pt x="192" y="195"/>
                    <a:pt x="192" y="195"/>
                    <a:pt x="192" y="195"/>
                  </a:cubicBezTo>
                  <a:cubicBezTo>
                    <a:pt x="205" y="195"/>
                    <a:pt x="215" y="185"/>
                    <a:pt x="215" y="172"/>
                  </a:cubicBezTo>
                  <a:cubicBezTo>
                    <a:pt x="215" y="23"/>
                    <a:pt x="215" y="23"/>
                    <a:pt x="215" y="23"/>
                  </a:cubicBezTo>
                  <a:cubicBezTo>
                    <a:pt x="215" y="11"/>
                    <a:pt x="205" y="0"/>
                    <a:pt x="19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7" y="169"/>
                    <a:pt x="27" y="178"/>
                    <a:pt x="44" y="195"/>
                  </a:cubicBez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0" name="Freeform 2169">
              <a:extLst>
                <a:ext uri="{FF2B5EF4-FFF2-40B4-BE49-F238E27FC236}">
                  <a16:creationId xmlns:a16="http://schemas.microsoft.com/office/drawing/2014/main" id="{EFE0F85A-1EBD-4351-966B-4F917D0493D3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11728"/>
              <a:ext cx="316421" cy="90025"/>
            </a:xfrm>
            <a:custGeom>
              <a:avLst/>
              <a:gdLst>
                <a:gd name="T0" fmla="*/ 7672 w 9230"/>
                <a:gd name="T1" fmla="*/ 2135 h 2626"/>
                <a:gd name="T2" fmla="*/ 0 w 9230"/>
                <a:gd name="T3" fmla="*/ 2626 h 2626"/>
                <a:gd name="T4" fmla="*/ 0 w 9230"/>
                <a:gd name="T5" fmla="*/ 0 h 2626"/>
                <a:gd name="T6" fmla="*/ 9230 w 9230"/>
                <a:gd name="T7" fmla="*/ 750 h 2626"/>
                <a:gd name="T8" fmla="*/ 9114 w 9230"/>
                <a:gd name="T9" fmla="*/ 1876 h 2626"/>
                <a:gd name="T10" fmla="*/ 7672 w 9230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0" h="2626">
                  <a:moveTo>
                    <a:pt x="7672" y="2135"/>
                  </a:moveTo>
                  <a:lnTo>
                    <a:pt x="0" y="2626"/>
                  </a:lnTo>
                  <a:lnTo>
                    <a:pt x="0" y="0"/>
                  </a:lnTo>
                  <a:lnTo>
                    <a:pt x="9230" y="750"/>
                  </a:lnTo>
                  <a:lnTo>
                    <a:pt x="9114" y="1876"/>
                  </a:lnTo>
                  <a:lnTo>
                    <a:pt x="7672" y="2135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1" name="Freeform 2170">
              <a:extLst>
                <a:ext uri="{FF2B5EF4-FFF2-40B4-BE49-F238E27FC236}">
                  <a16:creationId xmlns:a16="http://schemas.microsoft.com/office/drawing/2014/main" id="{ADD32C4C-1E1F-452B-86E8-735B6D0E7CD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0192" y="5088485"/>
              <a:ext cx="252143" cy="398526"/>
            </a:xfrm>
            <a:custGeom>
              <a:avLst/>
              <a:gdLst>
                <a:gd name="T0" fmla="*/ 5768 w 7355"/>
                <a:gd name="T1" fmla="*/ 11625 h 11625"/>
                <a:gd name="T2" fmla="*/ 0 w 7355"/>
                <a:gd name="T3" fmla="*/ 4875 h 11625"/>
                <a:gd name="T4" fmla="*/ 1730 w 7355"/>
                <a:gd name="T5" fmla="*/ 0 h 11625"/>
                <a:gd name="T6" fmla="*/ 7355 w 7355"/>
                <a:gd name="T7" fmla="*/ 9173 h 11625"/>
                <a:gd name="T8" fmla="*/ 5768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5768" y="11625"/>
                  </a:moveTo>
                  <a:lnTo>
                    <a:pt x="0" y="4875"/>
                  </a:lnTo>
                  <a:lnTo>
                    <a:pt x="1730" y="0"/>
                  </a:lnTo>
                  <a:lnTo>
                    <a:pt x="7355" y="9173"/>
                  </a:lnTo>
                  <a:lnTo>
                    <a:pt x="5768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2" name="Freeform 2171">
              <a:extLst>
                <a:ext uri="{FF2B5EF4-FFF2-40B4-BE49-F238E27FC236}">
                  <a16:creationId xmlns:a16="http://schemas.microsoft.com/office/drawing/2014/main" id="{E6EAE067-1AB9-40E2-A9A2-7DBE03383AE2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045" y="5399009"/>
              <a:ext cx="183887" cy="88001"/>
            </a:xfrm>
            <a:custGeom>
              <a:avLst/>
              <a:gdLst>
                <a:gd name="T0" fmla="*/ 5364 w 5364"/>
                <a:gd name="T1" fmla="*/ 2336 h 2567"/>
                <a:gd name="T2" fmla="*/ 230 w 5364"/>
                <a:gd name="T3" fmla="*/ 2567 h 2567"/>
                <a:gd name="T4" fmla="*/ 0 w 5364"/>
                <a:gd name="T5" fmla="*/ 750 h 2567"/>
                <a:gd name="T6" fmla="*/ 1471 w 5364"/>
                <a:gd name="T7" fmla="*/ 0 h 2567"/>
                <a:gd name="T8" fmla="*/ 3951 w 5364"/>
                <a:gd name="T9" fmla="*/ 519 h 2567"/>
                <a:gd name="T10" fmla="*/ 5364 w 5364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4" h="2567">
                  <a:moveTo>
                    <a:pt x="5364" y="2336"/>
                  </a:moveTo>
                  <a:lnTo>
                    <a:pt x="230" y="2567"/>
                  </a:lnTo>
                  <a:lnTo>
                    <a:pt x="0" y="750"/>
                  </a:lnTo>
                  <a:lnTo>
                    <a:pt x="1471" y="0"/>
                  </a:lnTo>
                  <a:lnTo>
                    <a:pt x="3951" y="519"/>
                  </a:lnTo>
                  <a:lnTo>
                    <a:pt x="5364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3" name="Freeform 2172">
              <a:extLst>
                <a:ext uri="{FF2B5EF4-FFF2-40B4-BE49-F238E27FC236}">
                  <a16:creationId xmlns:a16="http://schemas.microsoft.com/office/drawing/2014/main" id="{4863DB5E-7FE3-4B45-A60E-4D3A89D86AB5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5613" y="4980667"/>
              <a:ext cx="255091" cy="288790"/>
            </a:xfrm>
            <a:custGeom>
              <a:avLst/>
              <a:gdLst>
                <a:gd name="T0" fmla="*/ 258 w 258"/>
                <a:gd name="T1" fmla="*/ 205 h 292"/>
                <a:gd name="T2" fmla="*/ 122 w 258"/>
                <a:gd name="T3" fmla="*/ 292 h 292"/>
                <a:gd name="T4" fmla="*/ 0 w 258"/>
                <a:gd name="T5" fmla="*/ 100 h 292"/>
                <a:gd name="T6" fmla="*/ 14 w 258"/>
                <a:gd name="T7" fmla="*/ 38 h 292"/>
                <a:gd name="T8" fmla="*/ 74 w 258"/>
                <a:gd name="T9" fmla="*/ 0 h 292"/>
                <a:gd name="T10" fmla="*/ 136 w 258"/>
                <a:gd name="T11" fmla="*/ 13 h 292"/>
                <a:gd name="T12" fmla="*/ 258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258" y="205"/>
                  </a:moveTo>
                  <a:cubicBezTo>
                    <a:pt x="122" y="292"/>
                    <a:pt x="122" y="292"/>
                    <a:pt x="122" y="29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8" y="62"/>
                    <a:pt x="14" y="3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5"/>
                    <a:pt x="136" y="13"/>
                    <a:pt x="136" y="13"/>
                  </a:cubicBezTo>
                  <a:lnTo>
                    <a:pt x="258" y="205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4" name="Freeform 2173">
              <a:extLst>
                <a:ext uri="{FF2B5EF4-FFF2-40B4-BE49-F238E27FC236}">
                  <a16:creationId xmlns:a16="http://schemas.microsoft.com/office/drawing/2014/main" id="{DBB77F21-4190-4AB9-9DCE-B723D487CAA9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695" y="5399009"/>
              <a:ext cx="106788" cy="80083"/>
            </a:xfrm>
            <a:custGeom>
              <a:avLst/>
              <a:gdLst>
                <a:gd name="T0" fmla="*/ 108 w 108"/>
                <a:gd name="T1" fmla="*/ 48 h 81"/>
                <a:gd name="T2" fmla="*/ 65 w 108"/>
                <a:gd name="T3" fmla="*/ 81 h 81"/>
                <a:gd name="T4" fmla="*/ 0 w 108"/>
                <a:gd name="T5" fmla="*/ 14 h 81"/>
                <a:gd name="T6" fmla="*/ 13 w 108"/>
                <a:gd name="T7" fmla="*/ 0 h 81"/>
                <a:gd name="T8" fmla="*/ 61 w 108"/>
                <a:gd name="T9" fmla="*/ 0 h 81"/>
                <a:gd name="T10" fmla="*/ 108 w 108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81">
                  <a:moveTo>
                    <a:pt x="108" y="48"/>
                  </a:moveTo>
                  <a:cubicBezTo>
                    <a:pt x="65" y="81"/>
                    <a:pt x="65" y="81"/>
                    <a:pt x="65" y="8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9" y="19"/>
                    <a:pt x="89" y="29"/>
                    <a:pt x="108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5" name="Freeform 2174">
              <a:extLst>
                <a:ext uri="{FF2B5EF4-FFF2-40B4-BE49-F238E27FC236}">
                  <a16:creationId xmlns:a16="http://schemas.microsoft.com/office/drawing/2014/main" id="{51FA8E34-EE08-48F8-938D-46F571674117}"/>
                </a:ext>
              </a:extLst>
            </p:cNvPr>
            <p:cNvSpPr>
              <a:spLocks/>
            </p:cNvSpPr>
            <p:nvPr/>
          </p:nvSpPr>
          <p:spPr bwMode="gray">
            <a:xfrm>
              <a:off x="9229172" y="5031130"/>
              <a:ext cx="325335" cy="447961"/>
            </a:xfrm>
            <a:custGeom>
              <a:avLst/>
              <a:gdLst>
                <a:gd name="T0" fmla="*/ 894 w 9490"/>
                <a:gd name="T1" fmla="*/ 13067 h 13067"/>
                <a:gd name="T2" fmla="*/ 9490 w 9490"/>
                <a:gd name="T3" fmla="*/ 1500 h 13067"/>
                <a:gd name="T4" fmla="*/ 7067 w 9490"/>
                <a:gd name="T5" fmla="*/ 0 h 13067"/>
                <a:gd name="T6" fmla="*/ 0 w 9490"/>
                <a:gd name="T7" fmla="*/ 11135 h 13067"/>
                <a:gd name="T8" fmla="*/ 894 w 9490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0" h="13067">
                  <a:moveTo>
                    <a:pt x="894" y="13067"/>
                  </a:moveTo>
                  <a:lnTo>
                    <a:pt x="9490" y="1500"/>
                  </a:lnTo>
                  <a:lnTo>
                    <a:pt x="7067" y="0"/>
                  </a:lnTo>
                  <a:lnTo>
                    <a:pt x="0" y="11135"/>
                  </a:lnTo>
                  <a:lnTo>
                    <a:pt x="894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6" name="Freeform 2175">
              <a:extLst>
                <a:ext uri="{FF2B5EF4-FFF2-40B4-BE49-F238E27FC236}">
                  <a16:creationId xmlns:a16="http://schemas.microsoft.com/office/drawing/2014/main" id="{F0E0437B-4BAE-42C8-820F-2146856FCBB9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0087" y="5420743"/>
              <a:ext cx="265992" cy="66267"/>
            </a:xfrm>
            <a:custGeom>
              <a:avLst/>
              <a:gdLst>
                <a:gd name="T0" fmla="*/ 0 w 269"/>
                <a:gd name="T1" fmla="*/ 67 h 67"/>
                <a:gd name="T2" fmla="*/ 269 w 269"/>
                <a:gd name="T3" fmla="*/ 67 h 67"/>
                <a:gd name="T4" fmla="*/ 157 w 269"/>
                <a:gd name="T5" fmla="*/ 20 h 67"/>
                <a:gd name="T6" fmla="*/ 138 w 269"/>
                <a:gd name="T7" fmla="*/ 0 h 67"/>
                <a:gd name="T8" fmla="*/ 68 w 269"/>
                <a:gd name="T9" fmla="*/ 0 h 67"/>
                <a:gd name="T10" fmla="*/ 0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0" y="67"/>
                  </a:moveTo>
                  <a:cubicBezTo>
                    <a:pt x="269" y="67"/>
                    <a:pt x="269" y="67"/>
                    <a:pt x="269" y="67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2" y="26"/>
                    <a:pt x="27" y="41"/>
                    <a:pt x="0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7" name="Freeform 2176">
              <a:extLst>
                <a:ext uri="{FF2B5EF4-FFF2-40B4-BE49-F238E27FC236}">
                  <a16:creationId xmlns:a16="http://schemas.microsoft.com/office/drawing/2014/main" id="{D76630BE-9D1C-407A-ACA3-6B240245EE31}"/>
                </a:ext>
              </a:extLst>
            </p:cNvPr>
            <p:cNvSpPr>
              <a:spLocks/>
            </p:cNvSpPr>
            <p:nvPr/>
          </p:nvSpPr>
          <p:spPr bwMode="gray">
            <a:xfrm>
              <a:off x="9079867" y="5630412"/>
              <a:ext cx="434077" cy="656668"/>
            </a:xfrm>
            <a:custGeom>
              <a:avLst/>
              <a:gdLst>
                <a:gd name="T0" fmla="*/ 86 w 439"/>
                <a:gd name="T1" fmla="*/ 0 h 664"/>
                <a:gd name="T2" fmla="*/ 439 w 439"/>
                <a:gd name="T3" fmla="*/ 607 h 664"/>
                <a:gd name="T4" fmla="*/ 306 w 439"/>
                <a:gd name="T5" fmla="*/ 664 h 664"/>
                <a:gd name="T6" fmla="*/ 0 w 439"/>
                <a:gd name="T7" fmla="*/ 164 h 664"/>
                <a:gd name="T8" fmla="*/ 35 w 439"/>
                <a:gd name="T9" fmla="*/ 31 h 664"/>
                <a:gd name="T10" fmla="*/ 86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86" y="0"/>
                  </a:moveTo>
                  <a:cubicBezTo>
                    <a:pt x="439" y="607"/>
                    <a:pt x="439" y="607"/>
                    <a:pt x="439" y="607"/>
                  </a:cubicBezTo>
                  <a:cubicBezTo>
                    <a:pt x="306" y="664"/>
                    <a:pt x="306" y="664"/>
                    <a:pt x="306" y="6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4" y="112"/>
                    <a:pt x="21" y="83"/>
                    <a:pt x="35" y="31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8" name="Freeform 2177">
              <a:extLst>
                <a:ext uri="{FF2B5EF4-FFF2-40B4-BE49-F238E27FC236}">
                  <a16:creationId xmlns:a16="http://schemas.microsoft.com/office/drawing/2014/main" id="{0232653D-7716-48E6-9768-F692BDC3141E}"/>
                </a:ext>
              </a:extLst>
            </p:cNvPr>
            <p:cNvSpPr>
              <a:spLocks/>
            </p:cNvSpPr>
            <p:nvPr/>
          </p:nvSpPr>
          <p:spPr bwMode="gray">
            <a:xfrm>
              <a:off x="9330022" y="6157529"/>
              <a:ext cx="189853" cy="179979"/>
            </a:xfrm>
            <a:custGeom>
              <a:avLst/>
              <a:gdLst>
                <a:gd name="T0" fmla="*/ 56 w 192"/>
                <a:gd name="T1" fmla="*/ 53 h 182"/>
                <a:gd name="T2" fmla="*/ 145 w 192"/>
                <a:gd name="T3" fmla="*/ 0 h 182"/>
                <a:gd name="T4" fmla="*/ 192 w 192"/>
                <a:gd name="T5" fmla="*/ 71 h 182"/>
                <a:gd name="T6" fmla="*/ 99 w 192"/>
                <a:gd name="T7" fmla="*/ 126 h 182"/>
                <a:gd name="T8" fmla="*/ 4 w 192"/>
                <a:gd name="T9" fmla="*/ 182 h 182"/>
                <a:gd name="T10" fmla="*/ 0 w 192"/>
                <a:gd name="T11" fmla="*/ 86 h 182"/>
                <a:gd name="T12" fmla="*/ 56 w 192"/>
                <a:gd name="T13" fmla="*/ 53 h 182"/>
                <a:gd name="T14" fmla="*/ 56 w 192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182">
                  <a:moveTo>
                    <a:pt x="56" y="53"/>
                  </a:moveTo>
                  <a:cubicBezTo>
                    <a:pt x="143" y="1"/>
                    <a:pt x="145" y="0"/>
                    <a:pt x="145" y="0"/>
                  </a:cubicBezTo>
                  <a:cubicBezTo>
                    <a:pt x="145" y="0"/>
                    <a:pt x="179" y="48"/>
                    <a:pt x="192" y="71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53"/>
                    <a:pt x="56" y="53"/>
                    <a:pt x="56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9" name="Freeform 2178">
              <a:extLst>
                <a:ext uri="{FF2B5EF4-FFF2-40B4-BE49-F238E27FC236}">
                  <a16:creationId xmlns:a16="http://schemas.microsoft.com/office/drawing/2014/main" id="{875066E3-CFAB-4105-9919-CDF513A355D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5861" y="4528731"/>
              <a:ext cx="276859" cy="445012"/>
            </a:xfrm>
            <a:custGeom>
              <a:avLst/>
              <a:gdLst>
                <a:gd name="T0" fmla="*/ 90 w 280"/>
                <a:gd name="T1" fmla="*/ 0 h 450"/>
                <a:gd name="T2" fmla="*/ 271 w 280"/>
                <a:gd name="T3" fmla="*/ 189 h 450"/>
                <a:gd name="T4" fmla="*/ 243 w 280"/>
                <a:gd name="T5" fmla="*/ 280 h 450"/>
                <a:gd name="T6" fmla="*/ 278 w 280"/>
                <a:gd name="T7" fmla="*/ 325 h 450"/>
                <a:gd name="T8" fmla="*/ 269 w 280"/>
                <a:gd name="T9" fmla="*/ 352 h 450"/>
                <a:gd name="T10" fmla="*/ 280 w 280"/>
                <a:gd name="T11" fmla="*/ 404 h 450"/>
                <a:gd name="T12" fmla="*/ 140 w 280"/>
                <a:gd name="T13" fmla="*/ 450 h 450"/>
                <a:gd name="T14" fmla="*/ 124 w 280"/>
                <a:gd name="T15" fmla="*/ 369 h 450"/>
                <a:gd name="T16" fmla="*/ 82 w 280"/>
                <a:gd name="T17" fmla="*/ 376 h 450"/>
                <a:gd name="T18" fmla="*/ 0 w 280"/>
                <a:gd name="T19" fmla="*/ 189 h 450"/>
                <a:gd name="T20" fmla="*/ 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90" y="0"/>
                  </a:moveTo>
                  <a:cubicBezTo>
                    <a:pt x="165" y="0"/>
                    <a:pt x="271" y="85"/>
                    <a:pt x="271" y="189"/>
                  </a:cubicBezTo>
                  <a:cubicBezTo>
                    <a:pt x="271" y="221"/>
                    <a:pt x="261" y="252"/>
                    <a:pt x="243" y="280"/>
                  </a:cubicBezTo>
                  <a:cubicBezTo>
                    <a:pt x="247" y="285"/>
                    <a:pt x="278" y="325"/>
                    <a:pt x="278" y="325"/>
                  </a:cubicBezTo>
                  <a:cubicBezTo>
                    <a:pt x="269" y="352"/>
                    <a:pt x="269" y="352"/>
                    <a:pt x="269" y="352"/>
                  </a:cubicBezTo>
                  <a:cubicBezTo>
                    <a:pt x="280" y="404"/>
                    <a:pt x="280" y="404"/>
                    <a:pt x="28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24" y="369"/>
                    <a:pt x="124" y="369"/>
                    <a:pt x="124" y="369"/>
                  </a:cubicBezTo>
                  <a:cubicBezTo>
                    <a:pt x="110" y="373"/>
                    <a:pt x="96" y="376"/>
                    <a:pt x="82" y="376"/>
                  </a:cubicBezTo>
                  <a:cubicBezTo>
                    <a:pt x="9" y="376"/>
                    <a:pt x="0" y="291"/>
                    <a:pt x="0" y="189"/>
                  </a:cubicBezTo>
                  <a:cubicBezTo>
                    <a:pt x="0" y="85"/>
                    <a:pt x="17" y="0"/>
                    <a:pt x="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0" name="Freeform 2179">
              <a:extLst>
                <a:ext uri="{FF2B5EF4-FFF2-40B4-BE49-F238E27FC236}">
                  <a16:creationId xmlns:a16="http://schemas.microsoft.com/office/drawing/2014/main" id="{3B3ECF27-8C60-4F0F-B3D7-A13426B7B70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0889" y="4485228"/>
              <a:ext cx="341138" cy="391601"/>
            </a:xfrm>
            <a:custGeom>
              <a:avLst/>
              <a:gdLst>
                <a:gd name="T0" fmla="*/ 168 w 345"/>
                <a:gd name="T1" fmla="*/ 299 h 396"/>
                <a:gd name="T2" fmla="*/ 194 w 345"/>
                <a:gd name="T3" fmla="*/ 183 h 396"/>
                <a:gd name="T4" fmla="*/ 216 w 345"/>
                <a:gd name="T5" fmla="*/ 207 h 396"/>
                <a:gd name="T6" fmla="*/ 244 w 345"/>
                <a:gd name="T7" fmla="*/ 319 h 396"/>
                <a:gd name="T8" fmla="*/ 274 w 345"/>
                <a:gd name="T9" fmla="*/ 396 h 396"/>
                <a:gd name="T10" fmla="*/ 322 w 345"/>
                <a:gd name="T11" fmla="*/ 347 h 396"/>
                <a:gd name="T12" fmla="*/ 345 w 345"/>
                <a:gd name="T13" fmla="*/ 176 h 396"/>
                <a:gd name="T14" fmla="*/ 325 w 345"/>
                <a:gd name="T15" fmla="*/ 104 h 396"/>
                <a:gd name="T16" fmla="*/ 261 w 345"/>
                <a:gd name="T17" fmla="*/ 25 h 396"/>
                <a:gd name="T18" fmla="*/ 181 w 345"/>
                <a:gd name="T19" fmla="*/ 0 h 396"/>
                <a:gd name="T20" fmla="*/ 88 w 345"/>
                <a:gd name="T21" fmla="*/ 19 h 396"/>
                <a:gd name="T22" fmla="*/ 10 w 345"/>
                <a:gd name="T23" fmla="*/ 66 h 396"/>
                <a:gd name="T24" fmla="*/ 0 w 345"/>
                <a:gd name="T25" fmla="*/ 93 h 396"/>
                <a:gd name="T26" fmla="*/ 14 w 345"/>
                <a:gd name="T27" fmla="*/ 124 h 396"/>
                <a:gd name="T28" fmla="*/ 96 w 345"/>
                <a:gd name="T29" fmla="*/ 81 h 396"/>
                <a:gd name="T30" fmla="*/ 131 w 345"/>
                <a:gd name="T31" fmla="*/ 178 h 396"/>
                <a:gd name="T32" fmla="*/ 168 w 345"/>
                <a:gd name="T33" fmla="*/ 29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5" h="396">
                  <a:moveTo>
                    <a:pt x="168" y="299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44" y="319"/>
                    <a:pt x="244" y="319"/>
                    <a:pt x="244" y="319"/>
                  </a:cubicBezTo>
                  <a:cubicBezTo>
                    <a:pt x="274" y="396"/>
                    <a:pt x="274" y="396"/>
                    <a:pt x="274" y="396"/>
                  </a:cubicBezTo>
                  <a:cubicBezTo>
                    <a:pt x="322" y="347"/>
                    <a:pt x="322" y="347"/>
                    <a:pt x="322" y="347"/>
                  </a:cubicBezTo>
                  <a:cubicBezTo>
                    <a:pt x="345" y="176"/>
                    <a:pt x="345" y="176"/>
                    <a:pt x="345" y="176"/>
                  </a:cubicBezTo>
                  <a:cubicBezTo>
                    <a:pt x="325" y="104"/>
                    <a:pt x="325" y="104"/>
                    <a:pt x="325" y="104"/>
                  </a:cubicBezTo>
                  <a:cubicBezTo>
                    <a:pt x="261" y="25"/>
                    <a:pt x="261" y="25"/>
                    <a:pt x="261" y="25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6" y="76"/>
                    <a:pt x="4" y="83"/>
                    <a:pt x="0" y="9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131" y="178"/>
                    <a:pt x="131" y="178"/>
                    <a:pt x="131" y="178"/>
                  </a:cubicBezTo>
                  <a:lnTo>
                    <a:pt x="168" y="299"/>
                  </a:lnTo>
                  <a:close/>
                </a:path>
              </a:pathLst>
            </a:custGeom>
            <a:solidFill>
              <a:srgbClr val="73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1" name="Freeform 2180">
              <a:extLst>
                <a:ext uri="{FF2B5EF4-FFF2-40B4-BE49-F238E27FC236}">
                  <a16:creationId xmlns:a16="http://schemas.microsoft.com/office/drawing/2014/main" id="{CBF8B282-E8B1-4DD3-B549-DFF0835107E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88" y="4893663"/>
              <a:ext cx="327288" cy="665547"/>
            </a:xfrm>
            <a:custGeom>
              <a:avLst/>
              <a:gdLst>
                <a:gd name="T0" fmla="*/ 2712 w 9547"/>
                <a:gd name="T1" fmla="*/ 1558 h 19414"/>
                <a:gd name="T2" fmla="*/ 6807 w 9547"/>
                <a:gd name="T3" fmla="*/ 0 h 19414"/>
                <a:gd name="T4" fmla="*/ 9547 w 9547"/>
                <a:gd name="T5" fmla="*/ 4212 h 19414"/>
                <a:gd name="T6" fmla="*/ 8942 w 9547"/>
                <a:gd name="T7" fmla="*/ 14250 h 19414"/>
                <a:gd name="T8" fmla="*/ 9201 w 9547"/>
                <a:gd name="T9" fmla="*/ 17856 h 19414"/>
                <a:gd name="T10" fmla="*/ 9201 w 9547"/>
                <a:gd name="T11" fmla="*/ 19414 h 19414"/>
                <a:gd name="T12" fmla="*/ 0 w 9547"/>
                <a:gd name="T13" fmla="*/ 18779 h 19414"/>
                <a:gd name="T14" fmla="*/ 0 w 9547"/>
                <a:gd name="T15" fmla="*/ 4673 h 19414"/>
                <a:gd name="T16" fmla="*/ 2712 w 9547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47" h="19414">
                  <a:moveTo>
                    <a:pt x="2712" y="1558"/>
                  </a:moveTo>
                  <a:lnTo>
                    <a:pt x="6807" y="0"/>
                  </a:lnTo>
                  <a:lnTo>
                    <a:pt x="9547" y="4212"/>
                  </a:lnTo>
                  <a:lnTo>
                    <a:pt x="8942" y="14250"/>
                  </a:lnTo>
                  <a:lnTo>
                    <a:pt x="9201" y="17856"/>
                  </a:lnTo>
                  <a:lnTo>
                    <a:pt x="9201" y="19414"/>
                  </a:lnTo>
                  <a:lnTo>
                    <a:pt x="0" y="18779"/>
                  </a:lnTo>
                  <a:lnTo>
                    <a:pt x="0" y="4673"/>
                  </a:lnTo>
                  <a:lnTo>
                    <a:pt x="2712" y="1558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2" name="Freeform 2181">
              <a:extLst>
                <a:ext uri="{FF2B5EF4-FFF2-40B4-BE49-F238E27FC236}">
                  <a16:creationId xmlns:a16="http://schemas.microsoft.com/office/drawing/2014/main" id="{540C6DBF-A1D5-4F32-B0CD-A600896A26A8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28" y="5741179"/>
              <a:ext cx="195784" cy="602263"/>
            </a:xfrm>
            <a:custGeom>
              <a:avLst/>
              <a:gdLst>
                <a:gd name="T0" fmla="*/ 0 w 5711"/>
                <a:gd name="T1" fmla="*/ 375 h 17568"/>
                <a:gd name="T2" fmla="*/ 1039 w 5711"/>
                <a:gd name="T3" fmla="*/ 17280 h 17568"/>
                <a:gd name="T4" fmla="*/ 4846 w 5711"/>
                <a:gd name="T5" fmla="*/ 17568 h 17568"/>
                <a:gd name="T6" fmla="*/ 5048 w 5711"/>
                <a:gd name="T7" fmla="*/ 2221 h 17568"/>
                <a:gd name="T8" fmla="*/ 5711 w 5711"/>
                <a:gd name="T9" fmla="*/ 0 h 17568"/>
                <a:gd name="T10" fmla="*/ 0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0" y="375"/>
                  </a:moveTo>
                  <a:lnTo>
                    <a:pt x="1039" y="17280"/>
                  </a:lnTo>
                  <a:lnTo>
                    <a:pt x="4846" y="17568"/>
                  </a:lnTo>
                  <a:lnTo>
                    <a:pt x="5048" y="2221"/>
                  </a:lnTo>
                  <a:lnTo>
                    <a:pt x="5711" y="0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3" name="Freeform 2182">
              <a:extLst>
                <a:ext uri="{FF2B5EF4-FFF2-40B4-BE49-F238E27FC236}">
                  <a16:creationId xmlns:a16="http://schemas.microsoft.com/office/drawing/2014/main" id="{D7B744AB-ED5A-4AEE-8746-4381F1AF4627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7006" y="6259384"/>
              <a:ext cx="213575" cy="83065"/>
            </a:xfrm>
            <a:custGeom>
              <a:avLst/>
              <a:gdLst>
                <a:gd name="T0" fmla="*/ 108 w 216"/>
                <a:gd name="T1" fmla="*/ 0 h 84"/>
                <a:gd name="T2" fmla="*/ 211 w 216"/>
                <a:gd name="T3" fmla="*/ 0 h 84"/>
                <a:gd name="T4" fmla="*/ 216 w 216"/>
                <a:gd name="T5" fmla="*/ 84 h 84"/>
                <a:gd name="T6" fmla="*/ 108 w 216"/>
                <a:gd name="T7" fmla="*/ 84 h 84"/>
                <a:gd name="T8" fmla="*/ 0 w 216"/>
                <a:gd name="T9" fmla="*/ 84 h 84"/>
                <a:gd name="T10" fmla="*/ 44 w 216"/>
                <a:gd name="T11" fmla="*/ 0 h 84"/>
                <a:gd name="T12" fmla="*/ 108 w 216"/>
                <a:gd name="T13" fmla="*/ 0 h 84"/>
                <a:gd name="T14" fmla="*/ 108 w 216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84">
                  <a:moveTo>
                    <a:pt x="108" y="0"/>
                  </a:moveTo>
                  <a:cubicBezTo>
                    <a:pt x="209" y="0"/>
                    <a:pt x="211" y="0"/>
                    <a:pt x="211" y="0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4" name="Freeform 2183">
              <a:extLst>
                <a:ext uri="{FF2B5EF4-FFF2-40B4-BE49-F238E27FC236}">
                  <a16:creationId xmlns:a16="http://schemas.microsoft.com/office/drawing/2014/main" id="{46A77009-E984-4348-8177-D71A4834EB59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767885"/>
              <a:ext cx="433081" cy="62290"/>
            </a:xfrm>
            <a:custGeom>
              <a:avLst/>
              <a:gdLst>
                <a:gd name="T0" fmla="*/ 45 w 438"/>
                <a:gd name="T1" fmla="*/ 0 h 63"/>
                <a:gd name="T2" fmla="*/ 393 w 438"/>
                <a:gd name="T3" fmla="*/ 0 h 63"/>
                <a:gd name="T4" fmla="*/ 438 w 438"/>
                <a:gd name="T5" fmla="*/ 63 h 63"/>
                <a:gd name="T6" fmla="*/ 0 w 438"/>
                <a:gd name="T7" fmla="*/ 63 h 63"/>
                <a:gd name="T8" fmla="*/ 45 w 438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63">
                  <a:moveTo>
                    <a:pt x="45" y="0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418" y="0"/>
                    <a:pt x="438" y="28"/>
                    <a:pt x="438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0" y="0"/>
                    <a:pt x="45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5" name="Freeform 2184">
              <a:extLst>
                <a:ext uri="{FF2B5EF4-FFF2-40B4-BE49-F238E27FC236}">
                  <a16:creationId xmlns:a16="http://schemas.microsoft.com/office/drawing/2014/main" id="{9DF786C1-23F2-47DB-9E19-F4CC347DCA2C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825238"/>
              <a:ext cx="433081" cy="42510"/>
            </a:xfrm>
            <a:custGeom>
              <a:avLst/>
              <a:gdLst>
                <a:gd name="T0" fmla="*/ 12633 w 12633"/>
                <a:gd name="T1" fmla="*/ 0 h 1240"/>
                <a:gd name="T2" fmla="*/ 0 w 12633"/>
                <a:gd name="T3" fmla="*/ 0 h 1240"/>
                <a:gd name="T4" fmla="*/ 0 w 12633"/>
                <a:gd name="T5" fmla="*/ 1240 h 1240"/>
                <a:gd name="T6" fmla="*/ 12633 w 12633"/>
                <a:gd name="T7" fmla="*/ 1240 h 1240"/>
                <a:gd name="T8" fmla="*/ 12633 w 12633"/>
                <a:gd name="T9" fmla="*/ 0 h 1240"/>
                <a:gd name="T10" fmla="*/ 12633 w 12633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33" h="1240">
                  <a:moveTo>
                    <a:pt x="12633" y="0"/>
                  </a:moveTo>
                  <a:lnTo>
                    <a:pt x="0" y="0"/>
                  </a:lnTo>
                  <a:lnTo>
                    <a:pt x="0" y="1240"/>
                  </a:lnTo>
                  <a:lnTo>
                    <a:pt x="12633" y="1240"/>
                  </a:lnTo>
                  <a:lnTo>
                    <a:pt x="12633" y="0"/>
                  </a:lnTo>
                  <a:lnTo>
                    <a:pt x="12633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6" name="Freeform 2185">
              <a:extLst>
                <a:ext uri="{FF2B5EF4-FFF2-40B4-BE49-F238E27FC236}">
                  <a16:creationId xmlns:a16="http://schemas.microsoft.com/office/drawing/2014/main" id="{CFA20861-F77C-4130-BDA9-F289292DB8CA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6074" y="6115982"/>
              <a:ext cx="420226" cy="22763"/>
            </a:xfrm>
            <a:custGeom>
              <a:avLst/>
              <a:gdLst>
                <a:gd name="T0" fmla="*/ 12258 w 12258"/>
                <a:gd name="T1" fmla="*/ 0 h 664"/>
                <a:gd name="T2" fmla="*/ 0 w 12258"/>
                <a:gd name="T3" fmla="*/ 0 h 664"/>
                <a:gd name="T4" fmla="*/ 0 w 12258"/>
                <a:gd name="T5" fmla="*/ 664 h 664"/>
                <a:gd name="T6" fmla="*/ 12258 w 12258"/>
                <a:gd name="T7" fmla="*/ 664 h 664"/>
                <a:gd name="T8" fmla="*/ 12258 w 12258"/>
                <a:gd name="T9" fmla="*/ 0 h 664"/>
                <a:gd name="T10" fmla="*/ 12258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12258" y="0"/>
                  </a:moveTo>
                  <a:lnTo>
                    <a:pt x="0" y="0"/>
                  </a:lnTo>
                  <a:lnTo>
                    <a:pt x="0" y="664"/>
                  </a:lnTo>
                  <a:lnTo>
                    <a:pt x="12258" y="664"/>
                  </a:lnTo>
                  <a:lnTo>
                    <a:pt x="12258" y="0"/>
                  </a:lnTo>
                  <a:lnTo>
                    <a:pt x="1225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7" name="Freeform 2186">
              <a:extLst>
                <a:ext uri="{FF2B5EF4-FFF2-40B4-BE49-F238E27FC236}">
                  <a16:creationId xmlns:a16="http://schemas.microsoft.com/office/drawing/2014/main" id="{E9F491D0-7E18-4796-94ED-A2A45AE76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7" y="5456365"/>
              <a:ext cx="52417" cy="883135"/>
            </a:xfrm>
            <a:custGeom>
              <a:avLst/>
              <a:gdLst>
                <a:gd name="T0" fmla="*/ 1529 w 1529"/>
                <a:gd name="T1" fmla="*/ 0 h 25761"/>
                <a:gd name="T2" fmla="*/ 0 w 1529"/>
                <a:gd name="T3" fmla="*/ 0 h 25761"/>
                <a:gd name="T4" fmla="*/ 0 w 1529"/>
                <a:gd name="T5" fmla="*/ 25761 h 25761"/>
                <a:gd name="T6" fmla="*/ 1529 w 1529"/>
                <a:gd name="T7" fmla="*/ 25761 h 25761"/>
                <a:gd name="T8" fmla="*/ 1529 w 1529"/>
                <a:gd name="T9" fmla="*/ 0 h 25761"/>
                <a:gd name="T10" fmla="*/ 1529 w 1529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9" h="25761">
                  <a:moveTo>
                    <a:pt x="1529" y="0"/>
                  </a:moveTo>
                  <a:lnTo>
                    <a:pt x="0" y="0"/>
                  </a:lnTo>
                  <a:lnTo>
                    <a:pt x="0" y="25761"/>
                  </a:lnTo>
                  <a:lnTo>
                    <a:pt x="1529" y="25761"/>
                  </a:lnTo>
                  <a:lnTo>
                    <a:pt x="1529" y="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8" name="Freeform 2187">
              <a:extLst>
                <a:ext uri="{FF2B5EF4-FFF2-40B4-BE49-F238E27FC236}">
                  <a16:creationId xmlns:a16="http://schemas.microsoft.com/office/drawing/2014/main" id="{A9DE0740-62DB-4277-A177-DF81E9C0A538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4304" y="5825239"/>
              <a:ext cx="44498" cy="517211"/>
            </a:xfrm>
            <a:custGeom>
              <a:avLst/>
              <a:gdLst>
                <a:gd name="T0" fmla="*/ 1298 w 1298"/>
                <a:gd name="T1" fmla="*/ 0 h 15087"/>
                <a:gd name="T2" fmla="*/ 0 w 1298"/>
                <a:gd name="T3" fmla="*/ 0 h 15087"/>
                <a:gd name="T4" fmla="*/ 0 w 1298"/>
                <a:gd name="T5" fmla="*/ 15087 h 15087"/>
                <a:gd name="T6" fmla="*/ 1298 w 1298"/>
                <a:gd name="T7" fmla="*/ 15087 h 15087"/>
                <a:gd name="T8" fmla="*/ 1298 w 1298"/>
                <a:gd name="T9" fmla="*/ 0 h 15087"/>
                <a:gd name="T10" fmla="*/ 1298 w 1298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8" h="15087">
                  <a:moveTo>
                    <a:pt x="1298" y="0"/>
                  </a:moveTo>
                  <a:lnTo>
                    <a:pt x="0" y="0"/>
                  </a:lnTo>
                  <a:lnTo>
                    <a:pt x="0" y="15087"/>
                  </a:lnTo>
                  <a:lnTo>
                    <a:pt x="1298" y="15087"/>
                  </a:lnTo>
                  <a:lnTo>
                    <a:pt x="1298" y="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9" name="Freeform 2188">
              <a:extLst>
                <a:ext uri="{FF2B5EF4-FFF2-40B4-BE49-F238E27FC236}">
                  <a16:creationId xmlns:a16="http://schemas.microsoft.com/office/drawing/2014/main" id="{6FEFD623-A6B4-45E5-B3AB-62E2D77276DF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4" y="5221981"/>
              <a:ext cx="52417" cy="234385"/>
            </a:xfrm>
            <a:custGeom>
              <a:avLst/>
              <a:gdLst>
                <a:gd name="T0" fmla="*/ 13 w 53"/>
                <a:gd name="T1" fmla="*/ 0 h 237"/>
                <a:gd name="T2" fmla="*/ 39 w 53"/>
                <a:gd name="T3" fmla="*/ 0 h 237"/>
                <a:gd name="T4" fmla="*/ 53 w 53"/>
                <a:gd name="T5" fmla="*/ 134 h 237"/>
                <a:gd name="T6" fmla="*/ 53 w 53"/>
                <a:gd name="T7" fmla="*/ 237 h 237"/>
                <a:gd name="T8" fmla="*/ 0 w 53"/>
                <a:gd name="T9" fmla="*/ 237 h 237"/>
                <a:gd name="T10" fmla="*/ 0 w 53"/>
                <a:gd name="T11" fmla="*/ 134 h 237"/>
                <a:gd name="T12" fmla="*/ 13 w 53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37">
                  <a:moveTo>
                    <a:pt x="1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47" y="0"/>
                    <a:pt x="53" y="60"/>
                    <a:pt x="53" y="134"/>
                  </a:cubicBezTo>
                  <a:cubicBezTo>
                    <a:pt x="53" y="237"/>
                    <a:pt x="53" y="237"/>
                    <a:pt x="53" y="237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60"/>
                    <a:pt x="6" y="0"/>
                    <a:pt x="1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0" name="Freeform 2189">
              <a:extLst>
                <a:ext uri="{FF2B5EF4-FFF2-40B4-BE49-F238E27FC236}">
                  <a16:creationId xmlns:a16="http://schemas.microsoft.com/office/drawing/2014/main" id="{C4826BCD-29C1-415C-BE41-28229AA7FC15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09" y="5551292"/>
              <a:ext cx="489474" cy="216593"/>
            </a:xfrm>
            <a:custGeom>
              <a:avLst/>
              <a:gdLst>
                <a:gd name="T0" fmla="*/ 0 w 14278"/>
                <a:gd name="T1" fmla="*/ 6318 h 6318"/>
                <a:gd name="T2" fmla="*/ 14278 w 14278"/>
                <a:gd name="T3" fmla="*/ 6318 h 6318"/>
                <a:gd name="T4" fmla="*/ 14278 w 14278"/>
                <a:gd name="T5" fmla="*/ 0 h 6318"/>
                <a:gd name="T6" fmla="*/ 1962 w 14278"/>
                <a:gd name="T7" fmla="*/ 1472 h 6318"/>
                <a:gd name="T8" fmla="*/ 0 w 14278"/>
                <a:gd name="T9" fmla="*/ 3375 h 6318"/>
                <a:gd name="T10" fmla="*/ 0 w 14278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78" h="6318">
                  <a:moveTo>
                    <a:pt x="0" y="6318"/>
                  </a:moveTo>
                  <a:lnTo>
                    <a:pt x="14278" y="6318"/>
                  </a:lnTo>
                  <a:lnTo>
                    <a:pt x="14278" y="0"/>
                  </a:lnTo>
                  <a:lnTo>
                    <a:pt x="1962" y="1472"/>
                  </a:lnTo>
                  <a:lnTo>
                    <a:pt x="0" y="3375"/>
                  </a:lnTo>
                  <a:lnTo>
                    <a:pt x="0" y="6318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1" name="Freeform 2190">
              <a:extLst>
                <a:ext uri="{FF2B5EF4-FFF2-40B4-BE49-F238E27FC236}">
                  <a16:creationId xmlns:a16="http://schemas.microsoft.com/office/drawing/2014/main" id="{33E03106-73C6-4E59-8013-92A5553C979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88213" y="5575046"/>
              <a:ext cx="212581" cy="192836"/>
            </a:xfrm>
            <a:custGeom>
              <a:avLst/>
              <a:gdLst>
                <a:gd name="T0" fmla="*/ 172 w 215"/>
                <a:gd name="T1" fmla="*/ 195 h 195"/>
                <a:gd name="T2" fmla="*/ 23 w 215"/>
                <a:gd name="T3" fmla="*/ 195 h 195"/>
                <a:gd name="T4" fmla="*/ 0 w 215"/>
                <a:gd name="T5" fmla="*/ 172 h 195"/>
                <a:gd name="T6" fmla="*/ 0 w 215"/>
                <a:gd name="T7" fmla="*/ 23 h 195"/>
                <a:gd name="T8" fmla="*/ 23 w 215"/>
                <a:gd name="T9" fmla="*/ 0 h 195"/>
                <a:gd name="T10" fmla="*/ 192 w 215"/>
                <a:gd name="T11" fmla="*/ 0 h 195"/>
                <a:gd name="T12" fmla="*/ 215 w 215"/>
                <a:gd name="T13" fmla="*/ 23 h 195"/>
                <a:gd name="T14" fmla="*/ 215 w 215"/>
                <a:gd name="T15" fmla="*/ 152 h 195"/>
                <a:gd name="T16" fmla="*/ 172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172" y="195"/>
                  </a:moveTo>
                  <a:cubicBezTo>
                    <a:pt x="23" y="195"/>
                    <a:pt x="23" y="195"/>
                    <a:pt x="23" y="195"/>
                  </a:cubicBezTo>
                  <a:cubicBezTo>
                    <a:pt x="11" y="195"/>
                    <a:pt x="0" y="185"/>
                    <a:pt x="0" y="17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5" y="0"/>
                    <a:pt x="215" y="11"/>
                    <a:pt x="215" y="23"/>
                  </a:cubicBezTo>
                  <a:cubicBezTo>
                    <a:pt x="215" y="152"/>
                    <a:pt x="215" y="152"/>
                    <a:pt x="215" y="152"/>
                  </a:cubicBezTo>
                  <a:cubicBezTo>
                    <a:pt x="198" y="169"/>
                    <a:pt x="189" y="178"/>
                    <a:pt x="172" y="195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2" name="Freeform 2191">
              <a:extLst>
                <a:ext uri="{FF2B5EF4-FFF2-40B4-BE49-F238E27FC236}">
                  <a16:creationId xmlns:a16="http://schemas.microsoft.com/office/drawing/2014/main" id="{0C2E08AD-A838-488F-954D-BB65C31D24F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70" y="5511727"/>
              <a:ext cx="315426" cy="90025"/>
            </a:xfrm>
            <a:custGeom>
              <a:avLst/>
              <a:gdLst>
                <a:gd name="T0" fmla="*/ 1529 w 9201"/>
                <a:gd name="T1" fmla="*/ 2135 h 2626"/>
                <a:gd name="T2" fmla="*/ 9201 w 9201"/>
                <a:gd name="T3" fmla="*/ 2626 h 2626"/>
                <a:gd name="T4" fmla="*/ 9201 w 9201"/>
                <a:gd name="T5" fmla="*/ 0 h 2626"/>
                <a:gd name="T6" fmla="*/ 0 w 9201"/>
                <a:gd name="T7" fmla="*/ 750 h 2626"/>
                <a:gd name="T8" fmla="*/ 87 w 9201"/>
                <a:gd name="T9" fmla="*/ 1876 h 2626"/>
                <a:gd name="T10" fmla="*/ 1529 w 9201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01" h="2626">
                  <a:moveTo>
                    <a:pt x="1529" y="2135"/>
                  </a:moveTo>
                  <a:lnTo>
                    <a:pt x="9201" y="2626"/>
                  </a:lnTo>
                  <a:lnTo>
                    <a:pt x="9201" y="0"/>
                  </a:lnTo>
                  <a:lnTo>
                    <a:pt x="0" y="750"/>
                  </a:lnTo>
                  <a:lnTo>
                    <a:pt x="87" y="1876"/>
                  </a:lnTo>
                  <a:lnTo>
                    <a:pt x="1529" y="2135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3" name="Freeform 2192">
              <a:extLst>
                <a:ext uri="{FF2B5EF4-FFF2-40B4-BE49-F238E27FC236}">
                  <a16:creationId xmlns:a16="http://schemas.microsoft.com/office/drawing/2014/main" id="{53B7C170-4DE0-4B40-B17F-4D62A0001A01}"/>
                </a:ext>
              </a:extLst>
            </p:cNvPr>
            <p:cNvSpPr>
              <a:spLocks/>
            </p:cNvSpPr>
            <p:nvPr/>
          </p:nvSpPr>
          <p:spPr bwMode="gray">
            <a:xfrm>
              <a:off x="9271657" y="5088484"/>
              <a:ext cx="252143" cy="398526"/>
            </a:xfrm>
            <a:custGeom>
              <a:avLst/>
              <a:gdLst>
                <a:gd name="T0" fmla="*/ 1587 w 7355"/>
                <a:gd name="T1" fmla="*/ 11625 h 11625"/>
                <a:gd name="T2" fmla="*/ 7355 w 7355"/>
                <a:gd name="T3" fmla="*/ 4875 h 11625"/>
                <a:gd name="T4" fmla="*/ 5625 w 7355"/>
                <a:gd name="T5" fmla="*/ 0 h 11625"/>
                <a:gd name="T6" fmla="*/ 0 w 7355"/>
                <a:gd name="T7" fmla="*/ 9173 h 11625"/>
                <a:gd name="T8" fmla="*/ 1587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1587" y="11625"/>
                  </a:moveTo>
                  <a:lnTo>
                    <a:pt x="7355" y="4875"/>
                  </a:lnTo>
                  <a:lnTo>
                    <a:pt x="5625" y="0"/>
                  </a:lnTo>
                  <a:lnTo>
                    <a:pt x="0" y="9173"/>
                  </a:lnTo>
                  <a:lnTo>
                    <a:pt x="1587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4" name="Freeform 2193">
              <a:extLst>
                <a:ext uri="{FF2B5EF4-FFF2-40B4-BE49-F238E27FC236}">
                  <a16:creationId xmlns:a16="http://schemas.microsoft.com/office/drawing/2014/main" id="{104C85D0-4CDA-4B54-91E8-101F4894A7B2}"/>
                </a:ext>
              </a:extLst>
            </p:cNvPr>
            <p:cNvSpPr>
              <a:spLocks/>
            </p:cNvSpPr>
            <p:nvPr/>
          </p:nvSpPr>
          <p:spPr bwMode="gray">
            <a:xfrm>
              <a:off x="9150059" y="5399010"/>
              <a:ext cx="183922" cy="88001"/>
            </a:xfrm>
            <a:custGeom>
              <a:avLst/>
              <a:gdLst>
                <a:gd name="T0" fmla="*/ 0 w 5365"/>
                <a:gd name="T1" fmla="*/ 2336 h 2567"/>
                <a:gd name="T2" fmla="*/ 5134 w 5365"/>
                <a:gd name="T3" fmla="*/ 2567 h 2567"/>
                <a:gd name="T4" fmla="*/ 5365 w 5365"/>
                <a:gd name="T5" fmla="*/ 750 h 2567"/>
                <a:gd name="T6" fmla="*/ 3894 w 5365"/>
                <a:gd name="T7" fmla="*/ 0 h 2567"/>
                <a:gd name="T8" fmla="*/ 1442 w 5365"/>
                <a:gd name="T9" fmla="*/ 519 h 2567"/>
                <a:gd name="T10" fmla="*/ 0 w 5365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5" h="2567">
                  <a:moveTo>
                    <a:pt x="0" y="2336"/>
                  </a:moveTo>
                  <a:lnTo>
                    <a:pt x="5134" y="2567"/>
                  </a:lnTo>
                  <a:lnTo>
                    <a:pt x="5365" y="750"/>
                  </a:lnTo>
                  <a:lnTo>
                    <a:pt x="3894" y="0"/>
                  </a:lnTo>
                  <a:lnTo>
                    <a:pt x="1442" y="519"/>
                  </a:lnTo>
                  <a:lnTo>
                    <a:pt x="0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5" name="Freeform 2194">
              <a:extLst>
                <a:ext uri="{FF2B5EF4-FFF2-40B4-BE49-F238E27FC236}">
                  <a16:creationId xmlns:a16="http://schemas.microsoft.com/office/drawing/2014/main" id="{8E2CE024-61D5-441A-ADBC-304177C5333D}"/>
                </a:ext>
              </a:extLst>
            </p:cNvPr>
            <p:cNvSpPr>
              <a:spLocks/>
            </p:cNvSpPr>
            <p:nvPr/>
          </p:nvSpPr>
          <p:spPr bwMode="gray">
            <a:xfrm>
              <a:off x="9393286" y="4980666"/>
              <a:ext cx="255124" cy="288790"/>
            </a:xfrm>
            <a:custGeom>
              <a:avLst/>
              <a:gdLst>
                <a:gd name="T0" fmla="*/ 0 w 258"/>
                <a:gd name="T1" fmla="*/ 205 h 292"/>
                <a:gd name="T2" fmla="*/ 137 w 258"/>
                <a:gd name="T3" fmla="*/ 292 h 292"/>
                <a:gd name="T4" fmla="*/ 258 w 258"/>
                <a:gd name="T5" fmla="*/ 100 h 292"/>
                <a:gd name="T6" fmla="*/ 245 w 258"/>
                <a:gd name="T7" fmla="*/ 38 h 292"/>
                <a:gd name="T8" fmla="*/ 185 w 258"/>
                <a:gd name="T9" fmla="*/ 0 h 292"/>
                <a:gd name="T10" fmla="*/ 122 w 258"/>
                <a:gd name="T11" fmla="*/ 13 h 292"/>
                <a:gd name="T12" fmla="*/ 0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0" y="205"/>
                  </a:moveTo>
                  <a:cubicBezTo>
                    <a:pt x="137" y="292"/>
                    <a:pt x="137" y="292"/>
                    <a:pt x="137" y="292"/>
                  </a:cubicBezTo>
                  <a:cubicBezTo>
                    <a:pt x="258" y="100"/>
                    <a:pt x="258" y="100"/>
                    <a:pt x="258" y="100"/>
                  </a:cubicBezTo>
                  <a:cubicBezTo>
                    <a:pt x="258" y="100"/>
                    <a:pt x="250" y="62"/>
                    <a:pt x="245" y="38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60" y="5"/>
                    <a:pt x="122" y="13"/>
                    <a:pt x="122" y="13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0F78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6" name="Freeform 2195">
              <a:extLst>
                <a:ext uri="{FF2B5EF4-FFF2-40B4-BE49-F238E27FC236}">
                  <a16:creationId xmlns:a16="http://schemas.microsoft.com/office/drawing/2014/main" id="{2F656618-D11E-40F7-A579-304E6D1DB7C6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9517" y="5399029"/>
              <a:ext cx="105794" cy="80083"/>
            </a:xfrm>
            <a:custGeom>
              <a:avLst/>
              <a:gdLst>
                <a:gd name="T0" fmla="*/ 0 w 107"/>
                <a:gd name="T1" fmla="*/ 48 h 81"/>
                <a:gd name="T2" fmla="*/ 42 w 107"/>
                <a:gd name="T3" fmla="*/ 81 h 81"/>
                <a:gd name="T4" fmla="*/ 107 w 107"/>
                <a:gd name="T5" fmla="*/ 14 h 81"/>
                <a:gd name="T6" fmla="*/ 94 w 107"/>
                <a:gd name="T7" fmla="*/ 0 h 81"/>
                <a:gd name="T8" fmla="*/ 46 w 107"/>
                <a:gd name="T9" fmla="*/ 0 h 81"/>
                <a:gd name="T10" fmla="*/ 0 w 107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81">
                  <a:moveTo>
                    <a:pt x="0" y="48"/>
                  </a:moveTo>
                  <a:cubicBezTo>
                    <a:pt x="42" y="81"/>
                    <a:pt x="42" y="81"/>
                    <a:pt x="42" y="81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8" y="19"/>
                    <a:pt x="18" y="29"/>
                    <a:pt x="0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830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EF7BA6B8-2D49-49EE-AA38-401584AC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615553"/>
          </a:xfrm>
        </p:spPr>
        <p:txBody>
          <a:bodyPr/>
          <a:lstStyle/>
          <a:p>
            <a:r>
              <a:rPr lang="en-US" dirty="0">
                <a:latin typeface="+mn-lt"/>
                <a:ea typeface="+mn-ea"/>
                <a:cs typeface="+mn-ea"/>
                <a:sym typeface="+mn-lt"/>
              </a:rPr>
              <a:t>Contact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8C0B1B3-7902-4A0F-A274-1F5878B81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453" y="2325278"/>
            <a:ext cx="9288000" cy="1930123"/>
          </a:xfrm>
        </p:spPr>
        <p:txBody>
          <a:bodyPr/>
          <a:lstStyle/>
          <a:p>
            <a:r>
              <a:rPr lang="en-US" dirty="0">
                <a:cs typeface="+mn-ea"/>
                <a:sym typeface="+mn-lt"/>
              </a:rPr>
              <a:t>Published by Siemens </a:t>
            </a:r>
          </a:p>
          <a:p>
            <a:r>
              <a:rPr lang="en-US" dirty="0">
                <a:cs typeface="+mn-ea"/>
                <a:sym typeface="+mn-lt"/>
              </a:rPr>
              <a:t>T </a:t>
            </a:r>
            <a:r>
              <a:rPr lang="en-US" altLang="zh-CN" dirty="0">
                <a:cs typeface="+mn-ea"/>
                <a:sym typeface="+mn-lt"/>
              </a:rPr>
              <a:t>CED INW-CN</a:t>
            </a:r>
          </a:p>
          <a:p>
            <a:r>
              <a:rPr lang="en-US" altLang="zh-CN" dirty="0">
                <a:cs typeface="+mn-ea"/>
                <a:sym typeface="+mn-lt"/>
              </a:rPr>
              <a:t>Expert</a:t>
            </a:r>
            <a:endParaRPr lang="en-US" dirty="0">
              <a:cs typeface="+mn-ea"/>
              <a:sym typeface="+mn-lt"/>
            </a:endParaRPr>
          </a:p>
          <a:p>
            <a:pPr lvl="1"/>
            <a:r>
              <a:rPr lang="en-US" altLang="zh-CN" dirty="0">
                <a:cs typeface="+mn-ea"/>
                <a:sym typeface="+mn-lt"/>
              </a:rPr>
              <a:t>YU He</a:t>
            </a:r>
          </a:p>
          <a:p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200, </a:t>
            </a:r>
            <a:r>
              <a:rPr lang="en-US" dirty="0" err="1">
                <a:cs typeface="+mn-ea"/>
                <a:sym typeface="+mn-lt"/>
              </a:rPr>
              <a:t>Linghu</a:t>
            </a:r>
            <a:r>
              <a:rPr lang="en-US" dirty="0">
                <a:cs typeface="+mn-ea"/>
                <a:sym typeface="+mn-lt"/>
              </a:rPr>
              <a:t> Avenue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214135, Wuxi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China</a:t>
            </a:r>
          </a:p>
          <a:p>
            <a:endParaRPr lang="en-US" dirty="0">
              <a:cs typeface="+mn-ea"/>
              <a:sym typeface="+mn-lt"/>
            </a:endParaRPr>
          </a:p>
          <a:p>
            <a:r>
              <a:rPr lang="en-US" dirty="0">
                <a:cs typeface="+mn-ea"/>
                <a:sym typeface="+mn-lt"/>
              </a:rPr>
              <a:t>Mobile: +86 18921506861</a:t>
            </a:r>
          </a:p>
          <a:p>
            <a:r>
              <a:rPr lang="en-US" dirty="0">
                <a:cs typeface="+mn-ea"/>
                <a:sym typeface="+mn-lt"/>
              </a:rPr>
              <a:t>E-mail: yu-he@siemens.com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D86EBFB-CE6A-4758-896A-AAD8E1D08C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0400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cs typeface="+mn-ea"/>
                <a:sym typeface="+mn-lt"/>
              </a:rPr>
              <a:t>Restricted | © Siemens 2022 </a:t>
            </a:r>
          </a:p>
        </p:txBody>
      </p:sp>
    </p:spTree>
    <p:extLst>
      <p:ext uri="{BB962C8B-B14F-4D97-AF65-F5344CB8AC3E}">
        <p14:creationId xmlns:p14="http://schemas.microsoft.com/office/powerpoint/2010/main" val="30440833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YDq8bS6ul.4jt44ds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Q3awhsBkSjCU_r304bX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ooieeu3g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174D5FE7DC343B8DB7235E0ED09A9" ma:contentTypeVersion="6" ma:contentTypeDescription="Create a new document." ma:contentTypeScope="" ma:versionID="25a5548619853e2e015bca764fa528c5">
  <xsd:schema xmlns:xsd="http://www.w3.org/2001/XMLSchema" xmlns:xs="http://www.w3.org/2001/XMLSchema" xmlns:p="http://schemas.microsoft.com/office/2006/metadata/properties" xmlns:ns2="c871b2bf-9c29-448e-bcb4-2f3f17144cb5" targetNamespace="http://schemas.microsoft.com/office/2006/metadata/properties" ma:root="true" ma:fieldsID="0eea03751fc4ef6bf140dc2ef857a7aa" ns2:_="">
    <xsd:import namespace="c871b2bf-9c29-448e-bcb4-2f3f17144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1b2bf-9c29-448e-bcb4-2f3f17144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4ppTags>
  <Name>Free Content</Name>
  <PpLayout>11</PpLayout>
  <Index>9</Index>
</p4ppTag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FA42EB-90FA-4F29-AD7C-D6AA50015DB3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9e776604-f57f-41ff-b37d-aeaa9b01075c"/>
    <ds:schemaRef ds:uri="658b11ea-c6d3-4639-a05a-9b8f21dc6de6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B60A748-859D-4CC5-B484-786E9D5509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71b2bf-9c29-448e-bcb4-2f3f17144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8097D0C-BE3E-4AEC-9593-65CFCCB19297}">
  <ds:schemaRefs/>
</ds:datastoreItem>
</file>

<file path=customXml/itemProps4.xml><?xml version="1.0" encoding="utf-8"?>
<ds:datastoreItem xmlns:ds="http://schemas.openxmlformats.org/officeDocument/2006/customXml" ds:itemID="{53A56ABD-608E-44B1-8067-B759FE0DD1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NEW!_sie-ppt-O365-16x9-standard-eng-v3-0</Template>
  <TotalTime>22074</TotalTime>
  <Words>772</Words>
  <Application>Microsoft Office PowerPoint</Application>
  <PresentationFormat>Widescreen</PresentationFormat>
  <Paragraphs>105</Paragraphs>
  <Slides>8</Slides>
  <Notes>4</Notes>
  <HiddenSlides>0</HiddenSlides>
  <MMClips>1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微软雅黑</vt:lpstr>
      <vt:lpstr>微软雅黑</vt:lpstr>
      <vt:lpstr>Arial</vt:lpstr>
      <vt:lpstr>Calibri</vt:lpstr>
      <vt:lpstr>Siemens Sans</vt:lpstr>
      <vt:lpstr>Wingdings</vt:lpstr>
      <vt:lpstr>Siemens 2020</vt:lpstr>
      <vt:lpstr>think-cell Slide</vt:lpstr>
      <vt:lpstr>Technical support and edge-computing suits for bearing analysis  SXVT X-Ray Tube Project T CED INW-CN  |  April,2022</vt:lpstr>
      <vt:lpstr>PowerPoint Presentation</vt:lpstr>
      <vt:lpstr>Introduction  </vt:lpstr>
      <vt:lpstr>Technical support and edge-computing suits </vt:lpstr>
      <vt:lpstr>Prototype 1.0-WP1 技术支持-数采方案 </vt:lpstr>
      <vt:lpstr>Prototype 1.0-WP2 基于X-Tools的数据特征分析 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Yu, He (T RDA IOT INW-CN)</dc:creator>
  <cp:keywords>Template</cp:keywords>
  <dc:description>Version 3.0.8
September 2020</dc:description>
  <cp:lastModifiedBy>Yu, He (T CED INW-CN)</cp:lastModifiedBy>
  <cp:revision>403</cp:revision>
  <dcterms:created xsi:type="dcterms:W3CDTF">2020-11-27T07:32:20Z</dcterms:created>
  <dcterms:modified xsi:type="dcterms:W3CDTF">2022-04-27T00:41:06Z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0x01010072B174D5FE7DC343B8DB7235E0ED09A9</vt:lpwstr>
  </property>
  <property fmtid="{D5CDD505-2E9C-101B-9397-08002B2CF9AE}" pid="3" name="MSIP_Label_a59b6cd5-d141-4a33-8bf1-0ca04484304f_Enabled">
    <vt:lpwstr>true</vt:lpwstr>
  </property>
  <property fmtid="{D5CDD505-2E9C-101B-9397-08002B2CF9AE}" pid="4" name="MSIP_Label_a59b6cd5-d141-4a33-8bf1-0ca04484304f_SetDate">
    <vt:lpwstr>2022-04-27T00:41:06Z</vt:lpwstr>
  </property>
  <property fmtid="{D5CDD505-2E9C-101B-9397-08002B2CF9AE}" pid="5" name="MSIP_Label_a59b6cd5-d141-4a33-8bf1-0ca04484304f_Method">
    <vt:lpwstr>Standard</vt:lpwstr>
  </property>
  <property fmtid="{D5CDD505-2E9C-101B-9397-08002B2CF9AE}" pid="6" name="MSIP_Label_a59b6cd5-d141-4a33-8bf1-0ca04484304f_Name">
    <vt:lpwstr>restricted-default</vt:lpwstr>
  </property>
  <property fmtid="{D5CDD505-2E9C-101B-9397-08002B2CF9AE}" pid="7" name="MSIP_Label_a59b6cd5-d141-4a33-8bf1-0ca04484304f_SiteId">
    <vt:lpwstr>38ae3bcd-9579-4fd4-adda-b42e1495d55a</vt:lpwstr>
  </property>
  <property fmtid="{D5CDD505-2E9C-101B-9397-08002B2CF9AE}" pid="8" name="MSIP_Label_a59b6cd5-d141-4a33-8bf1-0ca04484304f_ActionId">
    <vt:lpwstr>f925726c-a707-4b58-8df1-0b6731ff310f</vt:lpwstr>
  </property>
  <property fmtid="{D5CDD505-2E9C-101B-9397-08002B2CF9AE}" pid="9" name="MSIP_Label_a59b6cd5-d141-4a33-8bf1-0ca04484304f_ContentBits">
    <vt:lpwstr>0</vt:lpwstr>
  </property>
  <property fmtid="{D5CDD505-2E9C-101B-9397-08002B2CF9AE}" pid="10" name="Document_Confidentiality">
    <vt:lpwstr>Restricted</vt:lpwstr>
  </property>
</Properties>
</file>