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tags/tag2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tags/tag3.xml" ContentType="application/vnd.openxmlformats-officedocument.presentationml.tags+xml"/>
  <Override PartName="/ppt/notesSlides/notesSlide1.xml" ContentType="application/vnd.openxmlformats-officedocument.presentationml.notesSlide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notesSlides/notesSlide2.xml" ContentType="application/vnd.openxmlformats-officedocument.presentationml.notesSlide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notesSlides/notesSlide3.xml" ContentType="application/vnd.openxmlformats-officedocument.presentationml.notesSlide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notesSlides/notesSlide4.xml" ContentType="application/vnd.openxmlformats-officedocument.presentationml.notesSlide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notesSlides/notesSlide5.xml" ContentType="application/vnd.openxmlformats-officedocument.presentationml.notesSlide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notesSlides/notesSlide6.xml" ContentType="application/vnd.openxmlformats-officedocument.presentationml.notesSlide+xml"/>
  <Override PartName="/ppt/tags/tag17.xml" ContentType="application/vnd.openxmlformats-officedocument.presentationml.tags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handoutMasterIdLst>
    <p:handoutMasterId r:id="rId10"/>
  </p:handoutMasterIdLst>
  <p:sldIdLst>
    <p:sldId id="256" r:id="rId2"/>
    <p:sldId id="397" r:id="rId3"/>
    <p:sldId id="394" r:id="rId4"/>
    <p:sldId id="392" r:id="rId5"/>
    <p:sldId id="395" r:id="rId6"/>
    <p:sldId id="393" r:id="rId7"/>
    <p:sldId id="391" r:id="rId8"/>
  </p:sldIdLst>
  <p:sldSz cx="12192000" cy="6858000"/>
  <p:notesSz cx="6858000" cy="9144000"/>
  <p:custDataLst>
    <p:tags r:id="rId11"/>
  </p:custDataLst>
  <p:defaultTextStyle>
    <a:defPPr>
      <a:defRPr lang="en-US"/>
    </a:defPPr>
    <a:lvl1pPr>
      <a:spcBef>
        <a:spcPts val="0"/>
      </a:spcBef>
      <a:buClr>
        <a:schemeClr val="accent1"/>
      </a:buClr>
      <a:defRPr sz="1800"/>
    </a:lvl1pPr>
    <a:lvl2pPr marL="180000" indent="-180000">
      <a:spcBef>
        <a:spcPts val="0"/>
      </a:spcBef>
      <a:buClr>
        <a:schemeClr val="accent1"/>
      </a:buClr>
      <a:buFont typeface="Arial" panose="020B0604020202020204" pitchFamily="34" charset="0"/>
      <a:buChar char="•"/>
      <a:defRPr sz="1800"/>
    </a:lvl2pPr>
    <a:lvl3pPr marL="360000" indent="-180000">
      <a:spcBef>
        <a:spcPts val="0"/>
      </a:spcBef>
      <a:buClr>
        <a:schemeClr val="accent1"/>
      </a:buClr>
      <a:buFont typeface="Arial" panose="020B0604020202020204" pitchFamily="34" charset="0"/>
      <a:buChar char="•"/>
      <a:defRPr sz="1800"/>
    </a:lvl3pPr>
    <a:lvl4pPr marL="540000" indent="-180000">
      <a:spcBef>
        <a:spcPts val="0"/>
      </a:spcBef>
      <a:buClr>
        <a:schemeClr val="accent1"/>
      </a:buClr>
      <a:buFont typeface="Arial" panose="020B0604020202020204" pitchFamily="34" charset="0"/>
      <a:buChar char="•"/>
      <a:defRPr sz="1800"/>
    </a:lvl4pPr>
    <a:lvl5pPr marL="720000" indent="-180000">
      <a:spcBef>
        <a:spcPts val="0"/>
      </a:spcBef>
      <a:buClr>
        <a:schemeClr val="accent1"/>
      </a:buClr>
      <a:buFont typeface="Arial" panose="020B0604020202020204" pitchFamily="34" charset="0"/>
      <a:buChar char="•"/>
      <a:defRPr sz="1800"/>
    </a:lvl5pPr>
    <a:lvl6pPr marL="900000" indent="-180000">
      <a:spcBef>
        <a:spcPts val="0"/>
      </a:spcBef>
      <a:buClr>
        <a:schemeClr val="accent1"/>
      </a:buClr>
      <a:buFont typeface="Arial" panose="020B0604020202020204" pitchFamily="34" charset="0"/>
      <a:buChar char="•"/>
      <a:defRPr sz="1800"/>
    </a:lvl6pPr>
    <a:lvl7pPr marL="1080000" indent="-180000">
      <a:spcBef>
        <a:spcPts val="0"/>
      </a:spcBef>
      <a:buClr>
        <a:schemeClr val="accent1"/>
      </a:buClr>
      <a:buFont typeface="Arial" panose="020B0604020202020204" pitchFamily="34" charset="0"/>
      <a:buChar char="•"/>
      <a:defRPr sz="1800"/>
    </a:lvl7pPr>
    <a:lvl8pPr marL="1260000" indent="-180000">
      <a:spcBef>
        <a:spcPts val="0"/>
      </a:spcBef>
      <a:buClr>
        <a:schemeClr val="accent1"/>
      </a:buClr>
      <a:buFont typeface="Arial" panose="020B0604020202020204" pitchFamily="34" charset="0"/>
      <a:buChar char="•"/>
      <a:defRPr sz="1800"/>
    </a:lvl8pPr>
    <a:lvl9pPr marL="1440000" indent="-180000">
      <a:spcBef>
        <a:spcPts val="0"/>
      </a:spcBef>
      <a:buClr>
        <a:schemeClr val="accent1"/>
      </a:buClr>
      <a:buFont typeface="Arial" panose="020B0604020202020204" pitchFamily="34" charset="0"/>
      <a:buChar char="•"/>
      <a:defRPr sz="1800"/>
    </a:lvl9pPr>
  </p:defaultTextStyle>
  <p:extLst>
    <p:ext uri="{EFAFB233-063F-42B5-8137-9DF3F51BA10A}">
      <p15:sldGuideLst xmlns:p15="http://schemas.microsoft.com/office/powerpoint/2012/main">
        <p15:guide id="1" pos="3840" userDrawn="1">
          <p15:clr>
            <a:srgbClr val="A4A3A4"/>
          </p15:clr>
        </p15:guide>
        <p15:guide id="2" orient="horz" pos="21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Denny Welle" initials="DW" lastIdx="1" clrIdx="0">
    <p:extLst>
      <p:ext uri="{19B8F6BF-5375-455C-9EA6-DF929625EA0E}">
        <p15:presenceInfo xmlns:p15="http://schemas.microsoft.com/office/powerpoint/2012/main" userId="S::denwelle1@publicisgroupe.net::08b00602-60fa-48c3-96fb-06a947b67cdf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clrMode="bw" scaleToFitPaper="1" frameSlides="1"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15C61"/>
    <a:srgbClr val="E6E6E6"/>
    <a:srgbClr val="128489"/>
    <a:srgbClr val="2EA1A0"/>
    <a:srgbClr val="48BBBA"/>
    <a:srgbClr val="77CCCC"/>
    <a:srgbClr val="D9D9D9"/>
    <a:srgbClr val="FFFFFF"/>
    <a:srgbClr val="F2F2F2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D89A207-BD51-42CD-BE57-FDB347139C51}" v="3" dt="2023-10-25T02:56:04.253"/>
  </p1510:revLst>
</p1510:revInfo>
</file>

<file path=ppt/tableStyles.xml><?xml version="1.0" encoding="utf-8"?>
<a:tblStyleLst xmlns:a="http://schemas.openxmlformats.org/drawingml/2006/main" def="{0E3FDE45-AF77-4B5C-9715-49D594BDF05E}"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 w="12700" cmpd="sng">
              <a:solidFill>
                <a:schemeClr val="accent6">
                  <a:alpha val="15000"/>
                </a:schemeClr>
              </a:solidFill>
            </a:ln>
          </a:bottom>
          <a:insideH>
            <a:ln w="12700" cmpd="sng">
              <a:solidFill>
                <a:schemeClr val="accent6">
                  <a:alpha val="15000"/>
                </a:schemeClr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bottom>
            <a:ln w="12700" cmpd="sng">
              <a:solidFill>
                <a:schemeClr val="accent6">
                  <a:alpha val="15000"/>
                </a:schemeClr>
              </a:solidFill>
            </a:ln>
          </a:bottom>
        </a:tcBdr>
        <a:fill>
          <a:solidFill>
            <a:schemeClr val="accent6">
              <a:alpha val="5000"/>
            </a:schemeClr>
          </a:solidFill>
        </a:fill>
      </a:tcStyle>
    </a:band1H>
    <a:band2H>
      <a:tcStyle>
        <a:tcBdr>
          <a:bottom>
            <a:ln w="12700" cmpd="sng">
              <a:solidFill>
                <a:schemeClr val="accent6">
                  <a:alpha val="15000"/>
                </a:schemeClr>
              </a:solidFill>
            </a:ln>
          </a:bottom>
        </a:tcBdr>
      </a:tcStyle>
    </a:band2H>
    <a:band1V>
      <a:tcStyle>
        <a:tcBdr/>
        <a:fill>
          <a:solidFill>
            <a:schemeClr val="accent6">
              <a:alpha val="5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bottom>
            <a:ln w="28575" cmpd="sng">
              <a:solidFill>
                <a:schemeClr val="dk1"/>
              </a:solidFill>
            </a:ln>
          </a:bottom>
        </a:tcBdr>
        <a:fill>
          <a:noFill/>
        </a:fill>
      </a:tcStyle>
    </a:lastRow>
    <a:firstRow>
      <a:tcTxStyle b="on"/>
      <a:tcStyle>
        <a:tcBdr>
          <a:bottom>
            <a:ln w="28575" cmpd="sng">
              <a:solidFill>
                <a:schemeClr val="dk1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1" autoAdjust="0"/>
    <p:restoredTop sz="93792" autoAdjust="0"/>
  </p:normalViewPr>
  <p:slideViewPr>
    <p:cSldViewPr snapToGrid="0" showGuides="1">
      <p:cViewPr varScale="1">
        <p:scale>
          <a:sx n="62" d="100"/>
          <a:sy n="62" d="100"/>
        </p:scale>
        <p:origin x="752" y="44"/>
      </p:cViewPr>
      <p:guideLst>
        <p:guide pos="3840"/>
        <p:guide orient="horz" pos="2160"/>
      </p:guideLst>
    </p:cSldViewPr>
  </p:slideViewPr>
  <p:outlineViewPr>
    <p:cViewPr>
      <p:scale>
        <a:sx n="33" d="100"/>
        <a:sy n="33" d="100"/>
      </p:scale>
      <p:origin x="0" y="-2310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 showGuides="1">
      <p:cViewPr varScale="1">
        <p:scale>
          <a:sx n="122" d="100"/>
          <a:sy n="122" d="100"/>
        </p:scale>
        <p:origin x="4524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commentAuthors" Target="commentAuthors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gs" Target="tags/tag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Wang, Yang - Gavin (T CED INW-CN)" userId="3bfd8117-d247-4416-84f8-c693ddb0b51a" providerId="ADAL" clId="{818DA5A0-48F4-4E85-8248-52437E656C31}"/>
    <pc:docChg chg="undo redo custSel addSld delSld modSld replTag">
      <pc:chgData name="Wang, Yang - Gavin (T CED INW-CN)" userId="3bfd8117-d247-4416-84f8-c693ddb0b51a" providerId="ADAL" clId="{818DA5A0-48F4-4E85-8248-52437E656C31}" dt="2023-09-23T07:52:01.214" v="41682"/>
      <pc:docMkLst>
        <pc:docMk/>
      </pc:docMkLst>
      <pc:sldChg chg="modSp mod">
        <pc:chgData name="Wang, Yang - Gavin (T CED INW-CN)" userId="3bfd8117-d247-4416-84f8-c693ddb0b51a" providerId="ADAL" clId="{818DA5A0-48F4-4E85-8248-52437E656C31}" dt="2023-09-23T06:08:45.433" v="22499" actId="947"/>
        <pc:sldMkLst>
          <pc:docMk/>
          <pc:sldMk cId="3416584685" sldId="393"/>
        </pc:sldMkLst>
        <pc:spChg chg="mod">
          <ac:chgData name="Wang, Yang - Gavin (T CED INW-CN)" userId="3bfd8117-d247-4416-84f8-c693ddb0b51a" providerId="ADAL" clId="{818DA5A0-48F4-4E85-8248-52437E656C31}" dt="2023-09-23T06:08:45.433" v="22499" actId="947"/>
          <ac:spMkLst>
            <pc:docMk/>
            <pc:sldMk cId="3416584685" sldId="393"/>
            <ac:spMk id="5" creationId="{4EB14FC8-DF39-E127-F6A1-63ED15A4EA2F}"/>
          </ac:spMkLst>
        </pc:spChg>
        <pc:spChg chg="mod">
          <ac:chgData name="Wang, Yang - Gavin (T CED INW-CN)" userId="3bfd8117-d247-4416-84f8-c693ddb0b51a" providerId="ADAL" clId="{818DA5A0-48F4-4E85-8248-52437E656C31}" dt="2023-09-23T06:08:45.433" v="22499" actId="947"/>
          <ac:spMkLst>
            <pc:docMk/>
            <pc:sldMk cId="3416584685" sldId="393"/>
            <ac:spMk id="6" creationId="{9130183A-8FB7-A218-4407-B327CCCEB346}"/>
          </ac:spMkLst>
        </pc:spChg>
        <pc:spChg chg="mod">
          <ac:chgData name="Wang, Yang - Gavin (T CED INW-CN)" userId="3bfd8117-d247-4416-84f8-c693ddb0b51a" providerId="ADAL" clId="{818DA5A0-48F4-4E85-8248-52437E656C31}" dt="2023-09-23T06:08:45.433" v="22499" actId="947"/>
          <ac:spMkLst>
            <pc:docMk/>
            <pc:sldMk cId="3416584685" sldId="393"/>
            <ac:spMk id="7" creationId="{B02F9F52-36B4-DB1C-F741-23D01463358E}"/>
          </ac:spMkLst>
        </pc:spChg>
        <pc:spChg chg="mod">
          <ac:chgData name="Wang, Yang - Gavin (T CED INW-CN)" userId="3bfd8117-d247-4416-84f8-c693ddb0b51a" providerId="ADAL" clId="{818DA5A0-48F4-4E85-8248-52437E656C31}" dt="2023-09-23T06:08:45.433" v="22499" actId="947"/>
          <ac:spMkLst>
            <pc:docMk/>
            <pc:sldMk cId="3416584685" sldId="393"/>
            <ac:spMk id="17" creationId="{4D231499-19D7-34FD-1D4F-44D5451F026C}"/>
          </ac:spMkLst>
        </pc:spChg>
        <pc:spChg chg="mod">
          <ac:chgData name="Wang, Yang - Gavin (T CED INW-CN)" userId="3bfd8117-d247-4416-84f8-c693ddb0b51a" providerId="ADAL" clId="{818DA5A0-48F4-4E85-8248-52437E656C31}" dt="2023-09-23T06:08:45.433" v="22499" actId="947"/>
          <ac:spMkLst>
            <pc:docMk/>
            <pc:sldMk cId="3416584685" sldId="393"/>
            <ac:spMk id="18" creationId="{05667921-7E53-BC70-1E34-C9F69DA05B55}"/>
          </ac:spMkLst>
        </pc:spChg>
        <pc:spChg chg="mod">
          <ac:chgData name="Wang, Yang - Gavin (T CED INW-CN)" userId="3bfd8117-d247-4416-84f8-c693ddb0b51a" providerId="ADAL" clId="{818DA5A0-48F4-4E85-8248-52437E656C31}" dt="2023-09-23T06:08:45.433" v="22499" actId="947"/>
          <ac:spMkLst>
            <pc:docMk/>
            <pc:sldMk cId="3416584685" sldId="393"/>
            <ac:spMk id="20" creationId="{D5B75EB5-FA64-C8C4-4143-53B55AE7C1C7}"/>
          </ac:spMkLst>
        </pc:spChg>
        <pc:spChg chg="mod">
          <ac:chgData name="Wang, Yang - Gavin (T CED INW-CN)" userId="3bfd8117-d247-4416-84f8-c693ddb0b51a" providerId="ADAL" clId="{818DA5A0-48F4-4E85-8248-52437E656C31}" dt="2023-09-23T06:08:45.433" v="22499" actId="947"/>
          <ac:spMkLst>
            <pc:docMk/>
            <pc:sldMk cId="3416584685" sldId="393"/>
            <ac:spMk id="21" creationId="{70E3914D-88C4-7D7D-57D2-5DE56C5C9FEF}"/>
          </ac:spMkLst>
        </pc:spChg>
        <pc:spChg chg="mod">
          <ac:chgData name="Wang, Yang - Gavin (T CED INW-CN)" userId="3bfd8117-d247-4416-84f8-c693ddb0b51a" providerId="ADAL" clId="{818DA5A0-48F4-4E85-8248-52437E656C31}" dt="2023-09-23T06:08:45.433" v="22499" actId="947"/>
          <ac:spMkLst>
            <pc:docMk/>
            <pc:sldMk cId="3416584685" sldId="393"/>
            <ac:spMk id="23" creationId="{F7209EF9-909C-9FBC-D32C-C0C701FF3652}"/>
          </ac:spMkLst>
        </pc:spChg>
        <pc:spChg chg="mod">
          <ac:chgData name="Wang, Yang - Gavin (T CED INW-CN)" userId="3bfd8117-d247-4416-84f8-c693ddb0b51a" providerId="ADAL" clId="{818DA5A0-48F4-4E85-8248-52437E656C31}" dt="2023-09-23T06:08:45.433" v="22499" actId="947"/>
          <ac:spMkLst>
            <pc:docMk/>
            <pc:sldMk cId="3416584685" sldId="393"/>
            <ac:spMk id="24" creationId="{2B1B9AEB-A665-5734-68F1-D467736A59ED}"/>
          </ac:spMkLst>
        </pc:spChg>
        <pc:spChg chg="mod">
          <ac:chgData name="Wang, Yang - Gavin (T CED INW-CN)" userId="3bfd8117-d247-4416-84f8-c693ddb0b51a" providerId="ADAL" clId="{818DA5A0-48F4-4E85-8248-52437E656C31}" dt="2023-09-23T06:08:45.433" v="22499" actId="947"/>
          <ac:spMkLst>
            <pc:docMk/>
            <pc:sldMk cId="3416584685" sldId="393"/>
            <ac:spMk id="26" creationId="{23D1FF42-3938-DA4E-CFC5-BD026B8B24C6}"/>
          </ac:spMkLst>
        </pc:spChg>
        <pc:spChg chg="mod">
          <ac:chgData name="Wang, Yang - Gavin (T CED INW-CN)" userId="3bfd8117-d247-4416-84f8-c693ddb0b51a" providerId="ADAL" clId="{818DA5A0-48F4-4E85-8248-52437E656C31}" dt="2023-09-23T06:08:45.433" v="22499" actId="947"/>
          <ac:spMkLst>
            <pc:docMk/>
            <pc:sldMk cId="3416584685" sldId="393"/>
            <ac:spMk id="27" creationId="{056219BA-CEF8-0C0F-73D0-3ED0E1294A0E}"/>
          </ac:spMkLst>
        </pc:spChg>
        <pc:spChg chg="mod">
          <ac:chgData name="Wang, Yang - Gavin (T CED INW-CN)" userId="3bfd8117-d247-4416-84f8-c693ddb0b51a" providerId="ADAL" clId="{818DA5A0-48F4-4E85-8248-52437E656C31}" dt="2023-09-23T06:08:45.433" v="22499" actId="947"/>
          <ac:spMkLst>
            <pc:docMk/>
            <pc:sldMk cId="3416584685" sldId="393"/>
            <ac:spMk id="28" creationId="{94B78B67-5CB0-AAE0-7ADC-6D4FF9724BC2}"/>
          </ac:spMkLst>
        </pc:spChg>
        <pc:spChg chg="mod">
          <ac:chgData name="Wang, Yang - Gavin (T CED INW-CN)" userId="3bfd8117-d247-4416-84f8-c693ddb0b51a" providerId="ADAL" clId="{818DA5A0-48F4-4E85-8248-52437E656C31}" dt="2023-09-23T06:08:45.433" v="22499" actId="947"/>
          <ac:spMkLst>
            <pc:docMk/>
            <pc:sldMk cId="3416584685" sldId="393"/>
            <ac:spMk id="29" creationId="{A1FC9F4F-68A6-1CCB-19A8-81F6220DF4B8}"/>
          </ac:spMkLst>
        </pc:spChg>
        <pc:spChg chg="mod">
          <ac:chgData name="Wang, Yang - Gavin (T CED INW-CN)" userId="3bfd8117-d247-4416-84f8-c693ddb0b51a" providerId="ADAL" clId="{818DA5A0-48F4-4E85-8248-52437E656C31}" dt="2023-09-23T06:08:45.433" v="22499" actId="947"/>
          <ac:spMkLst>
            <pc:docMk/>
            <pc:sldMk cId="3416584685" sldId="393"/>
            <ac:spMk id="30" creationId="{7C1187C8-3796-5314-C697-F051F6BD0347}"/>
          </ac:spMkLst>
        </pc:spChg>
        <pc:spChg chg="mod">
          <ac:chgData name="Wang, Yang - Gavin (T CED INW-CN)" userId="3bfd8117-d247-4416-84f8-c693ddb0b51a" providerId="ADAL" clId="{818DA5A0-48F4-4E85-8248-52437E656C31}" dt="2023-09-23T06:08:45.433" v="22499" actId="947"/>
          <ac:spMkLst>
            <pc:docMk/>
            <pc:sldMk cId="3416584685" sldId="393"/>
            <ac:spMk id="31" creationId="{1A5355A9-8532-60E7-9A25-86F87451BA9C}"/>
          </ac:spMkLst>
        </pc:spChg>
        <pc:spChg chg="mod">
          <ac:chgData name="Wang, Yang - Gavin (T CED INW-CN)" userId="3bfd8117-d247-4416-84f8-c693ddb0b51a" providerId="ADAL" clId="{818DA5A0-48F4-4E85-8248-52437E656C31}" dt="2023-09-23T06:08:45.433" v="22499" actId="947"/>
          <ac:spMkLst>
            <pc:docMk/>
            <pc:sldMk cId="3416584685" sldId="393"/>
            <ac:spMk id="72" creationId="{1F318B49-5180-B2B3-405F-A97901CB0CD9}"/>
          </ac:spMkLst>
        </pc:spChg>
        <pc:spChg chg="mod">
          <ac:chgData name="Wang, Yang - Gavin (T CED INW-CN)" userId="3bfd8117-d247-4416-84f8-c693ddb0b51a" providerId="ADAL" clId="{818DA5A0-48F4-4E85-8248-52437E656C31}" dt="2023-09-23T06:08:45.433" v="22499" actId="947"/>
          <ac:spMkLst>
            <pc:docMk/>
            <pc:sldMk cId="3416584685" sldId="393"/>
            <ac:spMk id="73" creationId="{F0074D2D-184E-A5C9-1616-44A82DD2D83D}"/>
          </ac:spMkLst>
        </pc:spChg>
        <pc:spChg chg="mod">
          <ac:chgData name="Wang, Yang - Gavin (T CED INW-CN)" userId="3bfd8117-d247-4416-84f8-c693ddb0b51a" providerId="ADAL" clId="{818DA5A0-48F4-4E85-8248-52437E656C31}" dt="2023-09-23T06:08:45.433" v="22499" actId="947"/>
          <ac:spMkLst>
            <pc:docMk/>
            <pc:sldMk cId="3416584685" sldId="393"/>
            <ac:spMk id="75" creationId="{00723298-770B-E10D-9D72-FFB8AE03D3C0}"/>
          </ac:spMkLst>
        </pc:spChg>
        <pc:spChg chg="mod">
          <ac:chgData name="Wang, Yang - Gavin (T CED INW-CN)" userId="3bfd8117-d247-4416-84f8-c693ddb0b51a" providerId="ADAL" clId="{818DA5A0-48F4-4E85-8248-52437E656C31}" dt="2023-09-23T06:08:45.433" v="22499" actId="947"/>
          <ac:spMkLst>
            <pc:docMk/>
            <pc:sldMk cId="3416584685" sldId="393"/>
            <ac:spMk id="76" creationId="{3CA7D3DE-A9D0-A955-A08C-A0952D344A65}"/>
          </ac:spMkLst>
        </pc:spChg>
        <pc:spChg chg="mod">
          <ac:chgData name="Wang, Yang - Gavin (T CED INW-CN)" userId="3bfd8117-d247-4416-84f8-c693ddb0b51a" providerId="ADAL" clId="{818DA5A0-48F4-4E85-8248-52437E656C31}" dt="2023-09-23T06:08:45.433" v="22499" actId="947"/>
          <ac:spMkLst>
            <pc:docMk/>
            <pc:sldMk cId="3416584685" sldId="393"/>
            <ac:spMk id="77" creationId="{DF1B1D08-F50E-641C-1347-3BD561E46B4B}"/>
          </ac:spMkLst>
        </pc:spChg>
        <pc:spChg chg="mod">
          <ac:chgData name="Wang, Yang - Gavin (T CED INW-CN)" userId="3bfd8117-d247-4416-84f8-c693ddb0b51a" providerId="ADAL" clId="{818DA5A0-48F4-4E85-8248-52437E656C31}" dt="2023-09-23T06:08:45.433" v="22499" actId="947"/>
          <ac:spMkLst>
            <pc:docMk/>
            <pc:sldMk cId="3416584685" sldId="393"/>
            <ac:spMk id="78" creationId="{FB808AFB-9D3F-A622-E500-1EC4742DF83A}"/>
          </ac:spMkLst>
        </pc:spChg>
        <pc:spChg chg="mod">
          <ac:chgData name="Wang, Yang - Gavin (T CED INW-CN)" userId="3bfd8117-d247-4416-84f8-c693ddb0b51a" providerId="ADAL" clId="{818DA5A0-48F4-4E85-8248-52437E656C31}" dt="2023-09-23T06:08:45.433" v="22499" actId="947"/>
          <ac:spMkLst>
            <pc:docMk/>
            <pc:sldMk cId="3416584685" sldId="393"/>
            <ac:spMk id="79" creationId="{8C830D7F-D8DF-A67F-6BD2-319E76276876}"/>
          </ac:spMkLst>
        </pc:spChg>
        <pc:spChg chg="mod">
          <ac:chgData name="Wang, Yang - Gavin (T CED INW-CN)" userId="3bfd8117-d247-4416-84f8-c693ddb0b51a" providerId="ADAL" clId="{818DA5A0-48F4-4E85-8248-52437E656C31}" dt="2023-09-23T06:08:45.433" v="22499" actId="947"/>
          <ac:spMkLst>
            <pc:docMk/>
            <pc:sldMk cId="3416584685" sldId="393"/>
            <ac:spMk id="80" creationId="{3F762412-588E-3473-63EB-C02E689D6513}"/>
          </ac:spMkLst>
        </pc:spChg>
        <pc:spChg chg="mod">
          <ac:chgData name="Wang, Yang - Gavin (T CED INW-CN)" userId="3bfd8117-d247-4416-84f8-c693ddb0b51a" providerId="ADAL" clId="{818DA5A0-48F4-4E85-8248-52437E656C31}" dt="2023-09-23T06:08:45.433" v="22499" actId="947"/>
          <ac:spMkLst>
            <pc:docMk/>
            <pc:sldMk cId="3416584685" sldId="393"/>
            <ac:spMk id="82" creationId="{5461D08A-D9B7-F105-B89B-D14145D8F76E}"/>
          </ac:spMkLst>
        </pc:spChg>
        <pc:spChg chg="mod">
          <ac:chgData name="Wang, Yang - Gavin (T CED INW-CN)" userId="3bfd8117-d247-4416-84f8-c693ddb0b51a" providerId="ADAL" clId="{818DA5A0-48F4-4E85-8248-52437E656C31}" dt="2023-09-23T06:08:45.433" v="22499" actId="947"/>
          <ac:spMkLst>
            <pc:docMk/>
            <pc:sldMk cId="3416584685" sldId="393"/>
            <ac:spMk id="84" creationId="{97BB53F1-48CF-FA7D-F67F-D63A26753947}"/>
          </ac:spMkLst>
        </pc:spChg>
        <pc:spChg chg="mod">
          <ac:chgData name="Wang, Yang - Gavin (T CED INW-CN)" userId="3bfd8117-d247-4416-84f8-c693ddb0b51a" providerId="ADAL" clId="{818DA5A0-48F4-4E85-8248-52437E656C31}" dt="2023-09-23T06:08:45.433" v="22499" actId="947"/>
          <ac:spMkLst>
            <pc:docMk/>
            <pc:sldMk cId="3416584685" sldId="393"/>
            <ac:spMk id="85" creationId="{DB0E4B4E-FD68-93F2-B647-93DA8C96B49E}"/>
          </ac:spMkLst>
        </pc:spChg>
        <pc:spChg chg="mod">
          <ac:chgData name="Wang, Yang - Gavin (T CED INW-CN)" userId="3bfd8117-d247-4416-84f8-c693ddb0b51a" providerId="ADAL" clId="{818DA5A0-48F4-4E85-8248-52437E656C31}" dt="2023-09-23T06:08:45.433" v="22499" actId="947"/>
          <ac:spMkLst>
            <pc:docMk/>
            <pc:sldMk cId="3416584685" sldId="393"/>
            <ac:spMk id="86" creationId="{824F4D79-987D-AA8F-B128-5F95E7DEB315}"/>
          </ac:spMkLst>
        </pc:spChg>
        <pc:spChg chg="mod">
          <ac:chgData name="Wang, Yang - Gavin (T CED INW-CN)" userId="3bfd8117-d247-4416-84f8-c693ddb0b51a" providerId="ADAL" clId="{818DA5A0-48F4-4E85-8248-52437E656C31}" dt="2023-09-23T06:08:45.433" v="22499" actId="947"/>
          <ac:spMkLst>
            <pc:docMk/>
            <pc:sldMk cId="3416584685" sldId="393"/>
            <ac:spMk id="87" creationId="{0E6FCFBF-7D5D-A7BB-B1D4-9E77474DC09D}"/>
          </ac:spMkLst>
        </pc:spChg>
        <pc:spChg chg="mod">
          <ac:chgData name="Wang, Yang - Gavin (T CED INW-CN)" userId="3bfd8117-d247-4416-84f8-c693ddb0b51a" providerId="ADAL" clId="{818DA5A0-48F4-4E85-8248-52437E656C31}" dt="2023-09-23T06:08:45.433" v="22499" actId="947"/>
          <ac:spMkLst>
            <pc:docMk/>
            <pc:sldMk cId="3416584685" sldId="393"/>
            <ac:spMk id="93" creationId="{3B01B0EE-261A-C9A8-5B8C-DB4DEF84578D}"/>
          </ac:spMkLst>
        </pc:spChg>
        <pc:spChg chg="mod">
          <ac:chgData name="Wang, Yang - Gavin (T CED INW-CN)" userId="3bfd8117-d247-4416-84f8-c693ddb0b51a" providerId="ADAL" clId="{818DA5A0-48F4-4E85-8248-52437E656C31}" dt="2023-09-23T06:08:45.433" v="22499" actId="947"/>
          <ac:spMkLst>
            <pc:docMk/>
            <pc:sldMk cId="3416584685" sldId="393"/>
            <ac:spMk id="94" creationId="{4B84F435-FD81-86EE-D23A-D11B50DC48C7}"/>
          </ac:spMkLst>
        </pc:spChg>
        <pc:spChg chg="mod">
          <ac:chgData name="Wang, Yang - Gavin (T CED INW-CN)" userId="3bfd8117-d247-4416-84f8-c693ddb0b51a" providerId="ADAL" clId="{818DA5A0-48F4-4E85-8248-52437E656C31}" dt="2023-09-23T06:08:45.433" v="22499" actId="947"/>
          <ac:spMkLst>
            <pc:docMk/>
            <pc:sldMk cId="3416584685" sldId="393"/>
            <ac:spMk id="95" creationId="{1BCBD448-61EA-A332-C7B5-0888868DC7D5}"/>
          </ac:spMkLst>
        </pc:spChg>
        <pc:spChg chg="mod">
          <ac:chgData name="Wang, Yang - Gavin (T CED INW-CN)" userId="3bfd8117-d247-4416-84f8-c693ddb0b51a" providerId="ADAL" clId="{818DA5A0-48F4-4E85-8248-52437E656C31}" dt="2023-09-23T06:08:45.433" v="22499" actId="947"/>
          <ac:spMkLst>
            <pc:docMk/>
            <pc:sldMk cId="3416584685" sldId="393"/>
            <ac:spMk id="140" creationId="{5FDC6BF2-9DB8-326E-2C8F-03062460AD49}"/>
          </ac:spMkLst>
        </pc:spChg>
        <pc:spChg chg="mod">
          <ac:chgData name="Wang, Yang - Gavin (T CED INW-CN)" userId="3bfd8117-d247-4416-84f8-c693ddb0b51a" providerId="ADAL" clId="{818DA5A0-48F4-4E85-8248-52437E656C31}" dt="2023-09-23T06:08:45.433" v="22499" actId="947"/>
          <ac:spMkLst>
            <pc:docMk/>
            <pc:sldMk cId="3416584685" sldId="393"/>
            <ac:spMk id="143" creationId="{A759D7D8-E611-49EB-FBB0-A2C39758898B}"/>
          </ac:spMkLst>
        </pc:spChg>
        <pc:spChg chg="mod">
          <ac:chgData name="Wang, Yang - Gavin (T CED INW-CN)" userId="3bfd8117-d247-4416-84f8-c693ddb0b51a" providerId="ADAL" clId="{818DA5A0-48F4-4E85-8248-52437E656C31}" dt="2023-09-23T06:08:45.433" v="22499" actId="947"/>
          <ac:spMkLst>
            <pc:docMk/>
            <pc:sldMk cId="3416584685" sldId="393"/>
            <ac:spMk id="144" creationId="{DF34F04B-D0B6-6258-7F4A-09B131E6DACE}"/>
          </ac:spMkLst>
        </pc:spChg>
        <pc:spChg chg="mod">
          <ac:chgData name="Wang, Yang - Gavin (T CED INW-CN)" userId="3bfd8117-d247-4416-84f8-c693ddb0b51a" providerId="ADAL" clId="{818DA5A0-48F4-4E85-8248-52437E656C31}" dt="2023-09-23T06:08:45.433" v="22499" actId="947"/>
          <ac:spMkLst>
            <pc:docMk/>
            <pc:sldMk cId="3416584685" sldId="393"/>
            <ac:spMk id="145" creationId="{48E32722-4A86-C5D9-FEEB-C48E5A342F9F}"/>
          </ac:spMkLst>
        </pc:spChg>
        <pc:spChg chg="mod">
          <ac:chgData name="Wang, Yang - Gavin (T CED INW-CN)" userId="3bfd8117-d247-4416-84f8-c693ddb0b51a" providerId="ADAL" clId="{818DA5A0-48F4-4E85-8248-52437E656C31}" dt="2023-09-23T06:08:45.433" v="22499" actId="947"/>
          <ac:spMkLst>
            <pc:docMk/>
            <pc:sldMk cId="3416584685" sldId="393"/>
            <ac:spMk id="147" creationId="{F4CE7C99-6C34-B46E-93E8-DF585F49CF4A}"/>
          </ac:spMkLst>
        </pc:spChg>
        <pc:spChg chg="mod">
          <ac:chgData name="Wang, Yang - Gavin (T CED INW-CN)" userId="3bfd8117-d247-4416-84f8-c693ddb0b51a" providerId="ADAL" clId="{818DA5A0-48F4-4E85-8248-52437E656C31}" dt="2023-09-23T06:08:45.433" v="22499" actId="947"/>
          <ac:spMkLst>
            <pc:docMk/>
            <pc:sldMk cId="3416584685" sldId="393"/>
            <ac:spMk id="148" creationId="{A728D336-03EB-D574-EE3A-E9250704CC2D}"/>
          </ac:spMkLst>
        </pc:spChg>
        <pc:spChg chg="mod">
          <ac:chgData name="Wang, Yang - Gavin (T CED INW-CN)" userId="3bfd8117-d247-4416-84f8-c693ddb0b51a" providerId="ADAL" clId="{818DA5A0-48F4-4E85-8248-52437E656C31}" dt="2023-09-23T06:08:45.433" v="22499" actId="947"/>
          <ac:spMkLst>
            <pc:docMk/>
            <pc:sldMk cId="3416584685" sldId="393"/>
            <ac:spMk id="149" creationId="{0C393AE8-B363-F3A6-D538-17FD5A48D589}"/>
          </ac:spMkLst>
        </pc:spChg>
        <pc:spChg chg="mod">
          <ac:chgData name="Wang, Yang - Gavin (T CED INW-CN)" userId="3bfd8117-d247-4416-84f8-c693ddb0b51a" providerId="ADAL" clId="{818DA5A0-48F4-4E85-8248-52437E656C31}" dt="2023-09-23T06:08:45.433" v="22499" actId="947"/>
          <ac:spMkLst>
            <pc:docMk/>
            <pc:sldMk cId="3416584685" sldId="393"/>
            <ac:spMk id="150" creationId="{44FA19E9-BF8D-6918-360E-BC476E9E08CE}"/>
          </ac:spMkLst>
        </pc:spChg>
        <pc:spChg chg="mod">
          <ac:chgData name="Wang, Yang - Gavin (T CED INW-CN)" userId="3bfd8117-d247-4416-84f8-c693ddb0b51a" providerId="ADAL" clId="{818DA5A0-48F4-4E85-8248-52437E656C31}" dt="2023-09-23T06:08:45.433" v="22499" actId="947"/>
          <ac:spMkLst>
            <pc:docMk/>
            <pc:sldMk cId="3416584685" sldId="393"/>
            <ac:spMk id="151" creationId="{23EF7A7E-52F4-EE25-4E93-821F7F561AFE}"/>
          </ac:spMkLst>
        </pc:spChg>
        <pc:spChg chg="mod">
          <ac:chgData name="Wang, Yang - Gavin (T CED INW-CN)" userId="3bfd8117-d247-4416-84f8-c693ddb0b51a" providerId="ADAL" clId="{818DA5A0-48F4-4E85-8248-52437E656C31}" dt="2023-09-23T06:08:45.433" v="22499" actId="947"/>
          <ac:spMkLst>
            <pc:docMk/>
            <pc:sldMk cId="3416584685" sldId="393"/>
            <ac:spMk id="153" creationId="{129A7F50-1A74-4DA9-D646-A042B2F43170}"/>
          </ac:spMkLst>
        </pc:spChg>
        <pc:spChg chg="mod">
          <ac:chgData name="Wang, Yang - Gavin (T CED INW-CN)" userId="3bfd8117-d247-4416-84f8-c693ddb0b51a" providerId="ADAL" clId="{818DA5A0-48F4-4E85-8248-52437E656C31}" dt="2023-09-23T06:08:45.433" v="22499" actId="947"/>
          <ac:spMkLst>
            <pc:docMk/>
            <pc:sldMk cId="3416584685" sldId="393"/>
            <ac:spMk id="154" creationId="{1E9358FE-0E56-D978-C2A5-526D3A84259D}"/>
          </ac:spMkLst>
        </pc:spChg>
        <pc:spChg chg="mod">
          <ac:chgData name="Wang, Yang - Gavin (T CED INW-CN)" userId="3bfd8117-d247-4416-84f8-c693ddb0b51a" providerId="ADAL" clId="{818DA5A0-48F4-4E85-8248-52437E656C31}" dt="2023-09-23T06:08:45.433" v="22499" actId="947"/>
          <ac:spMkLst>
            <pc:docMk/>
            <pc:sldMk cId="3416584685" sldId="393"/>
            <ac:spMk id="155" creationId="{185E7232-72A6-3049-7CCF-52BD78EDE219}"/>
          </ac:spMkLst>
        </pc:spChg>
        <pc:spChg chg="mod">
          <ac:chgData name="Wang, Yang - Gavin (T CED INW-CN)" userId="3bfd8117-d247-4416-84f8-c693ddb0b51a" providerId="ADAL" clId="{818DA5A0-48F4-4E85-8248-52437E656C31}" dt="2023-09-23T06:08:45.433" v="22499" actId="947"/>
          <ac:spMkLst>
            <pc:docMk/>
            <pc:sldMk cId="3416584685" sldId="393"/>
            <ac:spMk id="156" creationId="{A19BEC3C-61A5-2742-9F1F-37A890394F55}"/>
          </ac:spMkLst>
        </pc:spChg>
        <pc:spChg chg="mod">
          <ac:chgData name="Wang, Yang - Gavin (T CED INW-CN)" userId="3bfd8117-d247-4416-84f8-c693ddb0b51a" providerId="ADAL" clId="{818DA5A0-48F4-4E85-8248-52437E656C31}" dt="2023-09-23T06:08:45.433" v="22499" actId="947"/>
          <ac:spMkLst>
            <pc:docMk/>
            <pc:sldMk cId="3416584685" sldId="393"/>
            <ac:spMk id="164" creationId="{A98935A0-5561-FB21-70CD-CC2897700700}"/>
          </ac:spMkLst>
        </pc:spChg>
      </pc:sldChg>
      <pc:sldChg chg="modSp mod">
        <pc:chgData name="Wang, Yang - Gavin (T CED INW-CN)" userId="3bfd8117-d247-4416-84f8-c693ddb0b51a" providerId="ADAL" clId="{818DA5A0-48F4-4E85-8248-52437E656C31}" dt="2023-09-23T06:09:19.910" v="22500" actId="2711"/>
        <pc:sldMkLst>
          <pc:docMk/>
          <pc:sldMk cId="3289095215" sldId="1023"/>
        </pc:sldMkLst>
        <pc:spChg chg="mod">
          <ac:chgData name="Wang, Yang - Gavin (T CED INW-CN)" userId="3bfd8117-d247-4416-84f8-c693ddb0b51a" providerId="ADAL" clId="{818DA5A0-48F4-4E85-8248-52437E656C31}" dt="2023-09-23T06:09:19.910" v="22500" actId="2711"/>
          <ac:spMkLst>
            <pc:docMk/>
            <pc:sldMk cId="3289095215" sldId="1023"/>
            <ac:spMk id="7" creationId="{A9BDD093-41FC-E8B1-C240-EE41FBFB4EDA}"/>
          </ac:spMkLst>
        </pc:spChg>
      </pc:sldChg>
      <pc:sldChg chg="addSp modSp mod">
        <pc:chgData name="Wang, Yang - Gavin (T CED INW-CN)" userId="3bfd8117-d247-4416-84f8-c693ddb0b51a" providerId="ADAL" clId="{818DA5A0-48F4-4E85-8248-52437E656C31}" dt="2023-09-23T05:25:56.581" v="41" actId="1076"/>
        <pc:sldMkLst>
          <pc:docMk/>
          <pc:sldMk cId="521785525" sldId="1025"/>
        </pc:sldMkLst>
        <pc:spChg chg="add mod">
          <ac:chgData name="Wang, Yang - Gavin (T CED INW-CN)" userId="3bfd8117-d247-4416-84f8-c693ddb0b51a" providerId="ADAL" clId="{818DA5A0-48F4-4E85-8248-52437E656C31}" dt="2023-09-23T05:25:56.581" v="41" actId="1076"/>
          <ac:spMkLst>
            <pc:docMk/>
            <pc:sldMk cId="521785525" sldId="1025"/>
            <ac:spMk id="21" creationId="{35633C78-FE82-43F7-B5F6-EF625139784A}"/>
          </ac:spMkLst>
        </pc:spChg>
      </pc:sldChg>
      <pc:sldChg chg="addSp delSp modSp add del mod">
        <pc:chgData name="Wang, Yang - Gavin (T CED INW-CN)" userId="3bfd8117-d247-4416-84f8-c693ddb0b51a" providerId="ADAL" clId="{818DA5A0-48F4-4E85-8248-52437E656C31}" dt="2023-09-23T06:42:12.864" v="26945"/>
        <pc:sldMkLst>
          <pc:docMk/>
          <pc:sldMk cId="4091533890" sldId="1026"/>
        </pc:sldMkLst>
        <pc:spChg chg="mod ord">
          <ac:chgData name="Wang, Yang - Gavin (T CED INW-CN)" userId="3bfd8117-d247-4416-84f8-c693ddb0b51a" providerId="ADAL" clId="{818DA5A0-48F4-4E85-8248-52437E656C31}" dt="2023-09-23T06:42:11.347" v="26856"/>
          <ac:spMkLst>
            <pc:docMk/>
            <pc:sldMk cId="4091533890" sldId="1026"/>
            <ac:spMk id="2" creationId="{973FE4C4-A3A8-B687-1FEF-987F4D2F3B0C}"/>
          </ac:spMkLst>
        </pc:spChg>
        <pc:spChg chg="mod ord">
          <ac:chgData name="Wang, Yang - Gavin (T CED INW-CN)" userId="3bfd8117-d247-4416-84f8-c693ddb0b51a" providerId="ADAL" clId="{818DA5A0-48F4-4E85-8248-52437E656C31}" dt="2023-09-23T06:42:11.347" v="26856"/>
          <ac:spMkLst>
            <pc:docMk/>
            <pc:sldMk cId="4091533890" sldId="1026"/>
            <ac:spMk id="3" creationId="{CA25C496-AAB0-B2A2-9774-34D0B4B0D587}"/>
          </ac:spMkLst>
        </pc:spChg>
        <pc:spChg chg="mod ord">
          <ac:chgData name="Wang, Yang - Gavin (T CED INW-CN)" userId="3bfd8117-d247-4416-84f8-c693ddb0b51a" providerId="ADAL" clId="{818DA5A0-48F4-4E85-8248-52437E656C31}" dt="2023-09-23T06:42:11.347" v="26856"/>
          <ac:spMkLst>
            <pc:docMk/>
            <pc:sldMk cId="4091533890" sldId="1026"/>
            <ac:spMk id="4" creationId="{86B8434C-B227-28C7-B407-C811909B4C1F}"/>
          </ac:spMkLst>
        </pc:spChg>
        <pc:spChg chg="add del mod replST">
          <ac:chgData name="Wang, Yang - Gavin (T CED INW-CN)" userId="3bfd8117-d247-4416-84f8-c693ddb0b51a" providerId="ADAL" clId="{818DA5A0-48F4-4E85-8248-52437E656C31}" dt="2023-09-23T05:32:13.938" v="3197"/>
          <ac:spMkLst>
            <pc:docMk/>
            <pc:sldMk cId="4091533890" sldId="1026"/>
            <ac:spMk id="6" creationId="{8148D5E6-3C1C-0EA9-6D32-4C3F0B2C5501}"/>
          </ac:spMkLst>
        </pc:spChg>
        <pc:spChg chg="add del mod replST">
          <ac:chgData name="Wang, Yang - Gavin (T CED INW-CN)" userId="3bfd8117-d247-4416-84f8-c693ddb0b51a" providerId="ADAL" clId="{818DA5A0-48F4-4E85-8248-52437E656C31}" dt="2023-09-23T05:32:13.938" v="3196"/>
          <ac:spMkLst>
            <pc:docMk/>
            <pc:sldMk cId="4091533890" sldId="1026"/>
            <ac:spMk id="7" creationId="{FE25E5B8-AABD-C65D-0F69-BC8728054B5B}"/>
          </ac:spMkLst>
        </pc:spChg>
        <pc:spChg chg="add del mod modVis">
          <ac:chgData name="Wang, Yang - Gavin (T CED INW-CN)" userId="3bfd8117-d247-4416-84f8-c693ddb0b51a" providerId="ADAL" clId="{818DA5A0-48F4-4E85-8248-52437E656C31}" dt="2023-09-23T05:31:27.455" v="1836"/>
          <ac:spMkLst>
            <pc:docMk/>
            <pc:sldMk cId="4091533890" sldId="1026"/>
            <ac:spMk id="8" creationId="{3B3C0061-B633-CF08-CD8E-872C82D84BA8}"/>
          </ac:spMkLst>
        </pc:spChg>
        <pc:spChg chg="add del mod modVis">
          <ac:chgData name="Wang, Yang - Gavin (T CED INW-CN)" userId="3bfd8117-d247-4416-84f8-c693ddb0b51a" providerId="ADAL" clId="{818DA5A0-48F4-4E85-8248-52437E656C31}" dt="2023-09-23T05:31:44.376" v="2098"/>
          <ac:spMkLst>
            <pc:docMk/>
            <pc:sldMk cId="4091533890" sldId="1026"/>
            <ac:spMk id="10" creationId="{BCF6B5CF-4B1A-0B89-CC12-FFAAC5DB097C}"/>
          </ac:spMkLst>
        </pc:spChg>
        <pc:spChg chg="add del mod replST">
          <ac:chgData name="Wang, Yang - Gavin (T CED INW-CN)" userId="3bfd8117-d247-4416-84f8-c693ddb0b51a" providerId="ADAL" clId="{818DA5A0-48F4-4E85-8248-52437E656C31}" dt="2023-09-23T05:31:46.395" v="2147"/>
          <ac:spMkLst>
            <pc:docMk/>
            <pc:sldMk cId="4091533890" sldId="1026"/>
            <ac:spMk id="11" creationId="{6750A408-ED0E-47CF-AC3A-5AD4A6E25CE3}"/>
          </ac:spMkLst>
        </pc:spChg>
        <pc:spChg chg="add del mod replST">
          <ac:chgData name="Wang, Yang - Gavin (T CED INW-CN)" userId="3bfd8117-d247-4416-84f8-c693ddb0b51a" providerId="ADAL" clId="{818DA5A0-48F4-4E85-8248-52437E656C31}" dt="2023-09-23T05:31:46.411" v="2148"/>
          <ac:spMkLst>
            <pc:docMk/>
            <pc:sldMk cId="4091533890" sldId="1026"/>
            <ac:spMk id="12" creationId="{6750A408-ED0E-47CF-AC3A-5AD4A6E25CE3}"/>
          </ac:spMkLst>
        </pc:spChg>
        <pc:spChg chg="add del mod replST">
          <ac:chgData name="Wang, Yang - Gavin (T CED INW-CN)" userId="3bfd8117-d247-4416-84f8-c693ddb0b51a" providerId="ADAL" clId="{818DA5A0-48F4-4E85-8248-52437E656C31}" dt="2023-09-23T05:31:46.411" v="2149"/>
          <ac:spMkLst>
            <pc:docMk/>
            <pc:sldMk cId="4091533890" sldId="1026"/>
            <ac:spMk id="13" creationId="{6750A408-ED0E-47CF-AC3A-5AD4A6E25CE3}"/>
          </ac:spMkLst>
        </pc:spChg>
        <pc:spChg chg="add del mod modVis">
          <ac:chgData name="Wang, Yang - Gavin (T CED INW-CN)" userId="3bfd8117-d247-4416-84f8-c693ddb0b51a" providerId="ADAL" clId="{818DA5A0-48F4-4E85-8248-52437E656C31}" dt="2023-09-23T05:31:46.428" v="2174"/>
          <ac:spMkLst>
            <pc:docMk/>
            <pc:sldMk cId="4091533890" sldId="1026"/>
            <ac:spMk id="15" creationId="{41F3D33D-8307-CF72-6926-BC47CC1E70E0}"/>
          </ac:spMkLst>
        </pc:spChg>
        <pc:spChg chg="add del mod modVis">
          <ac:chgData name="Wang, Yang - Gavin (T CED INW-CN)" userId="3bfd8117-d247-4416-84f8-c693ddb0b51a" providerId="ADAL" clId="{818DA5A0-48F4-4E85-8248-52437E656C31}" dt="2023-09-23T05:31:51.858" v="2406"/>
          <ac:spMkLst>
            <pc:docMk/>
            <pc:sldMk cId="4091533890" sldId="1026"/>
            <ac:spMk id="17" creationId="{A3B688B0-4884-F422-5E32-53D685D5F36E}"/>
          </ac:spMkLst>
        </pc:spChg>
        <pc:spChg chg="add del mod replST">
          <ac:chgData name="Wang, Yang - Gavin (T CED INW-CN)" userId="3bfd8117-d247-4416-84f8-c693ddb0b51a" providerId="ADAL" clId="{818DA5A0-48F4-4E85-8248-52437E656C31}" dt="2023-09-23T05:31:55.175" v="2457"/>
          <ac:spMkLst>
            <pc:docMk/>
            <pc:sldMk cId="4091533890" sldId="1026"/>
            <ac:spMk id="18" creationId="{6750A408-ED0E-47CF-AC3A-5AD4A6E25CE3}"/>
          </ac:spMkLst>
        </pc:spChg>
        <pc:spChg chg="add del mod replST">
          <ac:chgData name="Wang, Yang - Gavin (T CED INW-CN)" userId="3bfd8117-d247-4416-84f8-c693ddb0b51a" providerId="ADAL" clId="{818DA5A0-48F4-4E85-8248-52437E656C31}" dt="2023-09-23T05:31:55.175" v="2456"/>
          <ac:spMkLst>
            <pc:docMk/>
            <pc:sldMk cId="4091533890" sldId="1026"/>
            <ac:spMk id="19" creationId="{6750A408-ED0E-47CF-AC3A-5AD4A6E25CE3}"/>
          </ac:spMkLst>
        </pc:spChg>
        <pc:spChg chg="add del mod replST">
          <ac:chgData name="Wang, Yang - Gavin (T CED INW-CN)" userId="3bfd8117-d247-4416-84f8-c693ddb0b51a" providerId="ADAL" clId="{818DA5A0-48F4-4E85-8248-52437E656C31}" dt="2023-09-23T05:31:55.175" v="2455"/>
          <ac:spMkLst>
            <pc:docMk/>
            <pc:sldMk cId="4091533890" sldId="1026"/>
            <ac:spMk id="20" creationId="{6750A408-ED0E-47CF-AC3A-5AD4A6E25CE3}"/>
          </ac:spMkLst>
        </pc:spChg>
        <pc:spChg chg="add del mod modVis">
          <ac:chgData name="Wang, Yang - Gavin (T CED INW-CN)" userId="3bfd8117-d247-4416-84f8-c693ddb0b51a" providerId="ADAL" clId="{818DA5A0-48F4-4E85-8248-52437E656C31}" dt="2023-09-23T05:31:55.206" v="2482"/>
          <ac:spMkLst>
            <pc:docMk/>
            <pc:sldMk cId="4091533890" sldId="1026"/>
            <ac:spMk id="22" creationId="{273725D0-63FD-EB74-8FA3-CE1DD5C2F1E3}"/>
          </ac:spMkLst>
        </pc:spChg>
        <pc:spChg chg="add del mod modVis">
          <ac:chgData name="Wang, Yang - Gavin (T CED INW-CN)" userId="3bfd8117-d247-4416-84f8-c693ddb0b51a" providerId="ADAL" clId="{818DA5A0-48F4-4E85-8248-52437E656C31}" dt="2023-09-23T05:31:58.239" v="2714"/>
          <ac:spMkLst>
            <pc:docMk/>
            <pc:sldMk cId="4091533890" sldId="1026"/>
            <ac:spMk id="24" creationId="{0E3018D6-C659-2B3B-234B-660F3AF62A6C}"/>
          </ac:spMkLst>
        </pc:spChg>
        <pc:spChg chg="add del mod replST">
          <ac:chgData name="Wang, Yang - Gavin (T CED INW-CN)" userId="3bfd8117-d247-4416-84f8-c693ddb0b51a" providerId="ADAL" clId="{818DA5A0-48F4-4E85-8248-52437E656C31}" dt="2023-09-23T05:32:00.358" v="2765"/>
          <ac:spMkLst>
            <pc:docMk/>
            <pc:sldMk cId="4091533890" sldId="1026"/>
            <ac:spMk id="25" creationId="{6750A408-ED0E-47CF-AC3A-5AD4A6E25CE3}"/>
          </ac:spMkLst>
        </pc:spChg>
        <pc:spChg chg="add del mod replST">
          <ac:chgData name="Wang, Yang - Gavin (T CED INW-CN)" userId="3bfd8117-d247-4416-84f8-c693ddb0b51a" providerId="ADAL" clId="{818DA5A0-48F4-4E85-8248-52437E656C31}" dt="2023-09-23T05:32:00.357" v="2764"/>
          <ac:spMkLst>
            <pc:docMk/>
            <pc:sldMk cId="4091533890" sldId="1026"/>
            <ac:spMk id="26" creationId="{6750A408-ED0E-47CF-AC3A-5AD4A6E25CE3}"/>
          </ac:spMkLst>
        </pc:spChg>
        <pc:spChg chg="add del mod replST">
          <ac:chgData name="Wang, Yang - Gavin (T CED INW-CN)" userId="3bfd8117-d247-4416-84f8-c693ddb0b51a" providerId="ADAL" clId="{818DA5A0-48F4-4E85-8248-52437E656C31}" dt="2023-09-23T05:32:00.356" v="2763"/>
          <ac:spMkLst>
            <pc:docMk/>
            <pc:sldMk cId="4091533890" sldId="1026"/>
            <ac:spMk id="27" creationId="{6750A408-ED0E-47CF-AC3A-5AD4A6E25CE3}"/>
          </ac:spMkLst>
        </pc:spChg>
        <pc:spChg chg="add del mod modVis">
          <ac:chgData name="Wang, Yang - Gavin (T CED INW-CN)" userId="3bfd8117-d247-4416-84f8-c693ddb0b51a" providerId="ADAL" clId="{818DA5A0-48F4-4E85-8248-52437E656C31}" dt="2023-09-23T05:32:00.394" v="2790"/>
          <ac:spMkLst>
            <pc:docMk/>
            <pc:sldMk cId="4091533890" sldId="1026"/>
            <ac:spMk id="29" creationId="{280F3D8D-88A2-3C55-4459-247A0DB22DF2}"/>
          </ac:spMkLst>
        </pc:spChg>
        <pc:spChg chg="add del mod modVis">
          <ac:chgData name="Wang, Yang - Gavin (T CED INW-CN)" userId="3bfd8117-d247-4416-84f8-c693ddb0b51a" providerId="ADAL" clId="{818DA5A0-48F4-4E85-8248-52437E656C31}" dt="2023-09-23T05:32:07.118" v="3022"/>
          <ac:spMkLst>
            <pc:docMk/>
            <pc:sldMk cId="4091533890" sldId="1026"/>
            <ac:spMk id="31" creationId="{EFD6952C-41C2-533B-E13E-B5AB4E8A3835}"/>
          </ac:spMkLst>
        </pc:spChg>
        <pc:spChg chg="add del mod replST">
          <ac:chgData name="Wang, Yang - Gavin (T CED INW-CN)" userId="3bfd8117-d247-4416-84f8-c693ddb0b51a" providerId="ADAL" clId="{818DA5A0-48F4-4E85-8248-52437E656C31}" dt="2023-09-23T05:32:13.938" v="3195"/>
          <ac:spMkLst>
            <pc:docMk/>
            <pc:sldMk cId="4091533890" sldId="1026"/>
            <ac:spMk id="64" creationId="{6750A408-ED0E-47CF-AC3A-5AD4A6E25CE3}"/>
          </ac:spMkLst>
        </pc:spChg>
        <pc:spChg chg="add del mod replST">
          <ac:chgData name="Wang, Yang - Gavin (T CED INW-CN)" userId="3bfd8117-d247-4416-84f8-c693ddb0b51a" providerId="ADAL" clId="{818DA5A0-48F4-4E85-8248-52437E656C31}" dt="2023-09-23T05:32:13.938" v="3194"/>
          <ac:spMkLst>
            <pc:docMk/>
            <pc:sldMk cId="4091533890" sldId="1026"/>
            <ac:spMk id="65" creationId="{6750A408-ED0E-47CF-AC3A-5AD4A6E25CE3}"/>
          </ac:spMkLst>
        </pc:spChg>
        <pc:spChg chg="add del mod replST">
          <ac:chgData name="Wang, Yang - Gavin (T CED INW-CN)" userId="3bfd8117-d247-4416-84f8-c693ddb0b51a" providerId="ADAL" clId="{818DA5A0-48F4-4E85-8248-52437E656C31}" dt="2023-09-23T05:32:13.938" v="3193"/>
          <ac:spMkLst>
            <pc:docMk/>
            <pc:sldMk cId="4091533890" sldId="1026"/>
            <ac:spMk id="66" creationId="{6750A408-ED0E-47CF-AC3A-5AD4A6E25CE3}"/>
          </ac:spMkLst>
        </pc:spChg>
        <pc:spChg chg="add del mod modVis">
          <ac:chgData name="Wang, Yang - Gavin (T CED INW-CN)" userId="3bfd8117-d247-4416-84f8-c693ddb0b51a" providerId="ADAL" clId="{818DA5A0-48F4-4E85-8248-52437E656C31}" dt="2023-09-23T05:32:08.322" v="3120"/>
          <ac:spMkLst>
            <pc:docMk/>
            <pc:sldMk cId="4091533890" sldId="1026"/>
            <ac:spMk id="68" creationId="{97C36CDF-4084-BE2C-34B6-A64B60A1D05D}"/>
          </ac:spMkLst>
        </pc:spChg>
        <pc:spChg chg="add del mod modVis">
          <ac:chgData name="Wang, Yang - Gavin (T CED INW-CN)" userId="3bfd8117-d247-4416-84f8-c693ddb0b51a" providerId="ADAL" clId="{818DA5A0-48F4-4E85-8248-52437E656C31}" dt="2023-09-23T05:32:09.405" v="3190"/>
          <ac:spMkLst>
            <pc:docMk/>
            <pc:sldMk cId="4091533890" sldId="1026"/>
            <ac:spMk id="70" creationId="{56262190-7F4A-1C96-C8CF-F121658EAC39}"/>
          </ac:spMkLst>
        </pc:spChg>
        <pc:spChg chg="add del mod modVis">
          <ac:chgData name="Wang, Yang - Gavin (T CED INW-CN)" userId="3bfd8117-d247-4416-84f8-c693ddb0b51a" providerId="ADAL" clId="{818DA5A0-48F4-4E85-8248-52437E656C31}" dt="2023-09-23T05:32:26.661" v="3388"/>
          <ac:spMkLst>
            <pc:docMk/>
            <pc:sldMk cId="4091533890" sldId="1026"/>
            <ac:spMk id="72" creationId="{97B9B72E-0627-7F9D-653E-2A818F912EF5}"/>
          </ac:spMkLst>
        </pc:spChg>
        <pc:spChg chg="add del mod replST">
          <ac:chgData name="Wang, Yang - Gavin (T CED INW-CN)" userId="3bfd8117-d247-4416-84f8-c693ddb0b51a" providerId="ADAL" clId="{818DA5A0-48F4-4E85-8248-52437E656C31}" dt="2023-09-23T05:35:25.047" v="6625"/>
          <ac:spMkLst>
            <pc:docMk/>
            <pc:sldMk cId="4091533890" sldId="1026"/>
            <ac:spMk id="73" creationId="{6750A408-ED0E-47CF-AC3A-5AD4A6E25CE3}"/>
          </ac:spMkLst>
        </pc:spChg>
        <pc:spChg chg="add del mod replST">
          <ac:chgData name="Wang, Yang - Gavin (T CED INW-CN)" userId="3bfd8117-d247-4416-84f8-c693ddb0b51a" providerId="ADAL" clId="{818DA5A0-48F4-4E85-8248-52437E656C31}" dt="2023-09-23T05:35:25.047" v="6626"/>
          <ac:spMkLst>
            <pc:docMk/>
            <pc:sldMk cId="4091533890" sldId="1026"/>
            <ac:spMk id="74" creationId="{6750A408-ED0E-47CF-AC3A-5AD4A6E25CE3}"/>
          </ac:spMkLst>
        </pc:spChg>
        <pc:spChg chg="add del mod modVis">
          <ac:chgData name="Wang, Yang - Gavin (T CED INW-CN)" userId="3bfd8117-d247-4416-84f8-c693ddb0b51a" providerId="ADAL" clId="{818DA5A0-48F4-4E85-8248-52437E656C31}" dt="2023-09-23T05:33:27.075" v="3512"/>
          <ac:spMkLst>
            <pc:docMk/>
            <pc:sldMk cId="4091533890" sldId="1026"/>
            <ac:spMk id="76" creationId="{BF93392E-0D8C-912C-EA4E-38B151D9EB45}"/>
          </ac:spMkLst>
        </pc:spChg>
        <pc:spChg chg="add del mod replST">
          <ac:chgData name="Wang, Yang - Gavin (T CED INW-CN)" userId="3bfd8117-d247-4416-84f8-c693ddb0b51a" providerId="ADAL" clId="{818DA5A0-48F4-4E85-8248-52437E656C31}" dt="2023-09-23T05:35:27.862" v="6758"/>
          <ac:spMkLst>
            <pc:docMk/>
            <pc:sldMk cId="4091533890" sldId="1026"/>
            <ac:spMk id="77" creationId="{6750A408-ED0E-47CF-AC3A-5AD4A6E25CE3}"/>
          </ac:spMkLst>
        </pc:spChg>
        <pc:spChg chg="add del mod modVis">
          <ac:chgData name="Wang, Yang - Gavin (T CED INW-CN)" userId="3bfd8117-d247-4416-84f8-c693ddb0b51a" providerId="ADAL" clId="{818DA5A0-48F4-4E85-8248-52437E656C31}" dt="2023-09-23T05:33:31.570" v="3574"/>
          <ac:spMkLst>
            <pc:docMk/>
            <pc:sldMk cId="4091533890" sldId="1026"/>
            <ac:spMk id="79" creationId="{374D0EBE-CBD1-12E0-ED16-D17FE6005B51}"/>
          </ac:spMkLst>
        </pc:spChg>
        <pc:spChg chg="add del mod replST">
          <ac:chgData name="Wang, Yang - Gavin (T CED INW-CN)" userId="3bfd8117-d247-4416-84f8-c693ddb0b51a" providerId="ADAL" clId="{818DA5A0-48F4-4E85-8248-52437E656C31}" dt="2023-09-23T05:35:27.862" v="6759"/>
          <ac:spMkLst>
            <pc:docMk/>
            <pc:sldMk cId="4091533890" sldId="1026"/>
            <ac:spMk id="81" creationId="{DD215794-AE3A-E52D-C44C-45CFDE7E82BB}"/>
          </ac:spMkLst>
        </pc:spChg>
        <pc:spChg chg="add del mod modVis">
          <ac:chgData name="Wang, Yang - Gavin (T CED INW-CN)" userId="3bfd8117-d247-4416-84f8-c693ddb0b51a" providerId="ADAL" clId="{818DA5A0-48F4-4E85-8248-52437E656C31}" dt="2023-09-23T05:33:41.472" v="3670"/>
          <ac:spMkLst>
            <pc:docMk/>
            <pc:sldMk cId="4091533890" sldId="1026"/>
            <ac:spMk id="82" creationId="{59FECB50-66FD-9849-0F60-FEC40D11B58E}"/>
          </ac:spMkLst>
        </pc:spChg>
        <pc:spChg chg="add del mod replST">
          <ac:chgData name="Wang, Yang - Gavin (T CED INW-CN)" userId="3bfd8117-d247-4416-84f8-c693ddb0b51a" providerId="ADAL" clId="{818DA5A0-48F4-4E85-8248-52437E656C31}" dt="2023-09-23T05:35:27.862" v="6760"/>
          <ac:spMkLst>
            <pc:docMk/>
            <pc:sldMk cId="4091533890" sldId="1026"/>
            <ac:spMk id="85" creationId="{78D82B74-0A45-55D3-1E1C-DC850C1EDA0B}"/>
          </ac:spMkLst>
        </pc:spChg>
        <pc:spChg chg="add del mod modVis">
          <ac:chgData name="Wang, Yang - Gavin (T CED INW-CN)" userId="3bfd8117-d247-4416-84f8-c693ddb0b51a" providerId="ADAL" clId="{818DA5A0-48F4-4E85-8248-52437E656C31}" dt="2023-09-23T05:33:46.995" v="3768"/>
          <ac:spMkLst>
            <pc:docMk/>
            <pc:sldMk cId="4091533890" sldId="1026"/>
            <ac:spMk id="86" creationId="{50168CD5-C6BB-81E7-BCE1-9400BE89F8F6}"/>
          </ac:spMkLst>
        </pc:spChg>
        <pc:spChg chg="add del mod modVis">
          <ac:chgData name="Wang, Yang - Gavin (T CED INW-CN)" userId="3bfd8117-d247-4416-84f8-c693ddb0b51a" providerId="ADAL" clId="{818DA5A0-48F4-4E85-8248-52437E656C31}" dt="2023-09-23T05:33:51.710" v="3834"/>
          <ac:spMkLst>
            <pc:docMk/>
            <pc:sldMk cId="4091533890" sldId="1026"/>
            <ac:spMk id="88" creationId="{B4EED73D-800A-36C9-3030-12AE5442B625}"/>
          </ac:spMkLst>
        </pc:spChg>
        <pc:spChg chg="add del mod modVis">
          <ac:chgData name="Wang, Yang - Gavin (T CED INW-CN)" userId="3bfd8117-d247-4416-84f8-c693ddb0b51a" providerId="ADAL" clId="{818DA5A0-48F4-4E85-8248-52437E656C31}" dt="2023-09-23T05:33:52.854" v="3900"/>
          <ac:spMkLst>
            <pc:docMk/>
            <pc:sldMk cId="4091533890" sldId="1026"/>
            <ac:spMk id="90" creationId="{87116D18-DA2A-EEA8-8AC2-1FB2E667A4D5}"/>
          </ac:spMkLst>
        </pc:spChg>
        <pc:spChg chg="add del mod replST">
          <ac:chgData name="Wang, Yang - Gavin (T CED INW-CN)" userId="3bfd8117-d247-4416-84f8-c693ddb0b51a" providerId="ADAL" clId="{818DA5A0-48F4-4E85-8248-52437E656C31}" dt="2023-09-23T05:35:27.862" v="6761"/>
          <ac:spMkLst>
            <pc:docMk/>
            <pc:sldMk cId="4091533890" sldId="1026"/>
            <ac:spMk id="92" creationId="{C35D8391-D4FF-0555-1116-F931739E17F0}"/>
          </ac:spMkLst>
        </pc:spChg>
        <pc:spChg chg="add del mod replST">
          <ac:chgData name="Wang, Yang - Gavin (T CED INW-CN)" userId="3bfd8117-d247-4416-84f8-c693ddb0b51a" providerId="ADAL" clId="{818DA5A0-48F4-4E85-8248-52437E656C31}" dt="2023-09-23T05:35:27.862" v="6762"/>
          <ac:spMkLst>
            <pc:docMk/>
            <pc:sldMk cId="4091533890" sldId="1026"/>
            <ac:spMk id="93" creationId="{DF6F544A-F5A6-D969-D704-E5FD16B258C9}"/>
          </ac:spMkLst>
        </pc:spChg>
        <pc:spChg chg="add del mod replST">
          <ac:chgData name="Wang, Yang - Gavin (T CED INW-CN)" userId="3bfd8117-d247-4416-84f8-c693ddb0b51a" providerId="ADAL" clId="{818DA5A0-48F4-4E85-8248-52437E656C31}" dt="2023-09-23T05:35:27.862" v="6763"/>
          <ac:spMkLst>
            <pc:docMk/>
            <pc:sldMk cId="4091533890" sldId="1026"/>
            <ac:spMk id="94" creationId="{11475613-F478-0C57-242D-8479B3C021D7}"/>
          </ac:spMkLst>
        </pc:spChg>
        <pc:spChg chg="add del mod replST">
          <ac:chgData name="Wang, Yang - Gavin (T CED INW-CN)" userId="3bfd8117-d247-4416-84f8-c693ddb0b51a" providerId="ADAL" clId="{818DA5A0-48F4-4E85-8248-52437E656C31}" dt="2023-09-23T05:35:27.862" v="6757"/>
          <ac:spMkLst>
            <pc:docMk/>
            <pc:sldMk cId="4091533890" sldId="1026"/>
            <ac:spMk id="95" creationId="{061C481C-3197-A2DC-3CD5-6CF88CE65DD6}"/>
          </ac:spMkLst>
        </pc:spChg>
        <pc:spChg chg="add del mod modVis">
          <ac:chgData name="Wang, Yang - Gavin (T CED INW-CN)" userId="3bfd8117-d247-4416-84f8-c693ddb0b51a" providerId="ADAL" clId="{818DA5A0-48F4-4E85-8248-52437E656C31}" dt="2023-09-23T05:33:59.588" v="4074"/>
          <ac:spMkLst>
            <pc:docMk/>
            <pc:sldMk cId="4091533890" sldId="1026"/>
            <ac:spMk id="96" creationId="{A2FD207F-343B-A16F-0458-7586E74EE41B}"/>
          </ac:spMkLst>
        </pc:spChg>
        <pc:spChg chg="add del mod modVis">
          <ac:chgData name="Wang, Yang - Gavin (T CED INW-CN)" userId="3bfd8117-d247-4416-84f8-c693ddb0b51a" providerId="ADAL" clId="{818DA5A0-48F4-4E85-8248-52437E656C31}" dt="2023-09-23T05:34:01.929" v="4148"/>
          <ac:spMkLst>
            <pc:docMk/>
            <pc:sldMk cId="4091533890" sldId="1026"/>
            <ac:spMk id="98" creationId="{EEF83F08-E3B7-C570-1E79-1BA34CF8C93B}"/>
          </ac:spMkLst>
        </pc:spChg>
        <pc:spChg chg="add del mod modVis">
          <ac:chgData name="Wang, Yang - Gavin (T CED INW-CN)" userId="3bfd8117-d247-4416-84f8-c693ddb0b51a" providerId="ADAL" clId="{818DA5A0-48F4-4E85-8248-52437E656C31}" dt="2023-09-23T05:34:03.256" v="4222"/>
          <ac:spMkLst>
            <pc:docMk/>
            <pc:sldMk cId="4091533890" sldId="1026"/>
            <ac:spMk id="100" creationId="{C8157D85-3A79-C396-FAF3-0AEEDCC97DFD}"/>
          </ac:spMkLst>
        </pc:spChg>
        <pc:spChg chg="add del mod modVis">
          <ac:chgData name="Wang, Yang - Gavin (T CED INW-CN)" userId="3bfd8117-d247-4416-84f8-c693ddb0b51a" providerId="ADAL" clId="{818DA5A0-48F4-4E85-8248-52437E656C31}" dt="2023-09-23T05:34:04.255" v="4296"/>
          <ac:spMkLst>
            <pc:docMk/>
            <pc:sldMk cId="4091533890" sldId="1026"/>
            <ac:spMk id="102" creationId="{F5D9720E-36BF-3E2A-C420-DC2BCB52D137}"/>
          </ac:spMkLst>
        </pc:spChg>
        <pc:spChg chg="add del mod modVis">
          <ac:chgData name="Wang, Yang - Gavin (T CED INW-CN)" userId="3bfd8117-d247-4416-84f8-c693ddb0b51a" providerId="ADAL" clId="{818DA5A0-48F4-4E85-8248-52437E656C31}" dt="2023-09-23T05:34:05.238" v="4370"/>
          <ac:spMkLst>
            <pc:docMk/>
            <pc:sldMk cId="4091533890" sldId="1026"/>
            <ac:spMk id="104" creationId="{BBAE6042-DDB8-D0E5-5EB7-39FA7387B0D0}"/>
          </ac:spMkLst>
        </pc:spChg>
        <pc:spChg chg="add del mod modVis">
          <ac:chgData name="Wang, Yang - Gavin (T CED INW-CN)" userId="3bfd8117-d247-4416-84f8-c693ddb0b51a" providerId="ADAL" clId="{818DA5A0-48F4-4E85-8248-52437E656C31}" dt="2023-09-23T05:34:11.005" v="4471"/>
          <ac:spMkLst>
            <pc:docMk/>
            <pc:sldMk cId="4091533890" sldId="1026"/>
            <ac:spMk id="106" creationId="{7B3650EE-5343-EB15-C23D-4DB8B29E2FA4}"/>
          </ac:spMkLst>
        </pc:spChg>
        <pc:spChg chg="add del mod modVis">
          <ac:chgData name="Wang, Yang - Gavin (T CED INW-CN)" userId="3bfd8117-d247-4416-84f8-c693ddb0b51a" providerId="ADAL" clId="{818DA5A0-48F4-4E85-8248-52437E656C31}" dt="2023-09-23T05:34:22.737" v="4673"/>
          <ac:spMkLst>
            <pc:docMk/>
            <pc:sldMk cId="4091533890" sldId="1026"/>
            <ac:spMk id="108" creationId="{6B64190E-9840-B4AF-8363-80C25C6F7BE2}"/>
          </ac:spMkLst>
        </pc:spChg>
        <pc:spChg chg="add del mod modVis">
          <ac:chgData name="Wang, Yang - Gavin (T CED INW-CN)" userId="3bfd8117-d247-4416-84f8-c693ddb0b51a" providerId="ADAL" clId="{818DA5A0-48F4-4E85-8248-52437E656C31}" dt="2023-09-23T05:34:25.506" v="4764"/>
          <ac:spMkLst>
            <pc:docMk/>
            <pc:sldMk cId="4091533890" sldId="1026"/>
            <ac:spMk id="110" creationId="{41977AB8-4675-07CD-6D1B-1C5D07DB9C29}"/>
          </ac:spMkLst>
        </pc:spChg>
        <pc:spChg chg="add del mod modVis">
          <ac:chgData name="Wang, Yang - Gavin (T CED INW-CN)" userId="3bfd8117-d247-4416-84f8-c693ddb0b51a" providerId="ADAL" clId="{818DA5A0-48F4-4E85-8248-52437E656C31}" dt="2023-09-23T05:34:40.559" v="5060"/>
          <ac:spMkLst>
            <pc:docMk/>
            <pc:sldMk cId="4091533890" sldId="1026"/>
            <ac:spMk id="112" creationId="{EFB887BB-5AA6-ACC7-F751-B394B622FEDC}"/>
          </ac:spMkLst>
        </pc:spChg>
        <pc:spChg chg="add mod ord replST delST">
          <ac:chgData name="Wang, Yang - Gavin (T CED INW-CN)" userId="3bfd8117-d247-4416-84f8-c693ddb0b51a" providerId="ADAL" clId="{818DA5A0-48F4-4E85-8248-52437E656C31}" dt="2023-09-23T05:34:40.559" v="5060"/>
          <ac:spMkLst>
            <pc:docMk/>
            <pc:sldMk cId="4091533890" sldId="1026"/>
            <ac:spMk id="113" creationId="{6750A408-ED0E-47CF-AC3A-5AD4A6E25CE3}"/>
          </ac:spMkLst>
        </pc:spChg>
        <pc:spChg chg="add del mod modVis">
          <ac:chgData name="Wang, Yang - Gavin (T CED INW-CN)" userId="3bfd8117-d247-4416-84f8-c693ddb0b51a" providerId="ADAL" clId="{818DA5A0-48F4-4E85-8248-52437E656C31}" dt="2023-09-23T05:34:45.522" v="5469"/>
          <ac:spMkLst>
            <pc:docMk/>
            <pc:sldMk cId="4091533890" sldId="1026"/>
            <ac:spMk id="116" creationId="{2714BBA2-1A73-F82D-3181-767CD5D991AD}"/>
          </ac:spMkLst>
        </pc:spChg>
        <pc:spChg chg="add mod replST delST">
          <ac:chgData name="Wang, Yang - Gavin (T CED INW-CN)" userId="3bfd8117-d247-4416-84f8-c693ddb0b51a" providerId="ADAL" clId="{818DA5A0-48F4-4E85-8248-52437E656C31}" dt="2023-09-23T05:34:45.522" v="5469"/>
          <ac:spMkLst>
            <pc:docMk/>
            <pc:sldMk cId="4091533890" sldId="1026"/>
            <ac:spMk id="117" creationId="{6750A408-ED0E-47CF-AC3A-5AD4A6E25CE3}"/>
          </ac:spMkLst>
        </pc:spChg>
        <pc:spChg chg="add del mod ord replST delST">
          <ac:chgData name="Wang, Yang - Gavin (T CED INW-CN)" userId="3bfd8117-d247-4416-84f8-c693ddb0b51a" providerId="ADAL" clId="{818DA5A0-48F4-4E85-8248-52437E656C31}" dt="2023-09-23T05:34:45.522" v="5469"/>
          <ac:spMkLst>
            <pc:docMk/>
            <pc:sldMk cId="4091533890" sldId="1026"/>
            <ac:spMk id="118" creationId="{9B5F6D6C-CB28-35AF-CCEF-5A3F6A4521EE}"/>
          </ac:spMkLst>
        </pc:spChg>
        <pc:spChg chg="add del mod modVis">
          <ac:chgData name="Wang, Yang - Gavin (T CED INW-CN)" userId="3bfd8117-d247-4416-84f8-c693ddb0b51a" providerId="ADAL" clId="{818DA5A0-48F4-4E85-8248-52437E656C31}" dt="2023-09-23T05:34:56.438" v="5826"/>
          <ac:spMkLst>
            <pc:docMk/>
            <pc:sldMk cId="4091533890" sldId="1026"/>
            <ac:spMk id="121" creationId="{0ECA2356-EC01-CE60-152F-D6227EF55892}"/>
          </ac:spMkLst>
        </pc:spChg>
        <pc:spChg chg="add del mod modVis">
          <ac:chgData name="Wang, Yang - Gavin (T CED INW-CN)" userId="3bfd8117-d247-4416-84f8-c693ddb0b51a" providerId="ADAL" clId="{818DA5A0-48F4-4E85-8248-52437E656C31}" dt="2023-09-23T05:35:05.975" v="6150"/>
          <ac:spMkLst>
            <pc:docMk/>
            <pc:sldMk cId="4091533890" sldId="1026"/>
            <ac:spMk id="125" creationId="{F5D1B11C-153B-8FDA-3615-8972679C6DBC}"/>
          </ac:spMkLst>
        </pc:spChg>
        <pc:spChg chg="add del mod modVis">
          <ac:chgData name="Wang, Yang - Gavin (T CED INW-CN)" userId="3bfd8117-d247-4416-84f8-c693ddb0b51a" providerId="ADAL" clId="{818DA5A0-48F4-4E85-8248-52437E656C31}" dt="2023-09-23T05:35:13.838" v="6622"/>
          <ac:spMkLst>
            <pc:docMk/>
            <pc:sldMk cId="4091533890" sldId="1026"/>
            <ac:spMk id="127" creationId="{E174D447-5C4D-8D5B-0708-9FCA8BF1360C}"/>
          </ac:spMkLst>
        </pc:spChg>
        <pc:spChg chg="add mod ord replST delST">
          <ac:chgData name="Wang, Yang - Gavin (T CED INW-CN)" userId="3bfd8117-d247-4416-84f8-c693ddb0b51a" providerId="ADAL" clId="{818DA5A0-48F4-4E85-8248-52437E656C31}" dt="2023-09-23T05:35:13.838" v="6622"/>
          <ac:spMkLst>
            <pc:docMk/>
            <pc:sldMk cId="4091533890" sldId="1026"/>
            <ac:spMk id="128" creationId="{6750A408-ED0E-47CF-AC3A-5AD4A6E25CE3}"/>
          </ac:spMkLst>
        </pc:spChg>
        <pc:spChg chg="add del mod modVis">
          <ac:chgData name="Wang, Yang - Gavin (T CED INW-CN)" userId="3bfd8117-d247-4416-84f8-c693ddb0b51a" providerId="ADAL" clId="{818DA5A0-48F4-4E85-8248-52437E656C31}" dt="2023-09-23T05:35:25.174" v="6754"/>
          <ac:spMkLst>
            <pc:docMk/>
            <pc:sldMk cId="4091533890" sldId="1026"/>
            <ac:spMk id="133" creationId="{60ED08B5-D1C0-6475-E362-DEEE064D1474}"/>
          </ac:spMkLst>
        </pc:spChg>
        <pc:spChg chg="add del mod modVis">
          <ac:chgData name="Wang, Yang - Gavin (T CED INW-CN)" userId="3bfd8117-d247-4416-84f8-c693ddb0b51a" providerId="ADAL" clId="{818DA5A0-48F4-4E85-8248-52437E656C31}" dt="2023-09-23T05:35:27.938" v="6817"/>
          <ac:spMkLst>
            <pc:docMk/>
            <pc:sldMk cId="4091533890" sldId="1026"/>
            <ac:spMk id="135" creationId="{F227FDF6-46E9-1525-6470-290DBF046744}"/>
          </ac:spMkLst>
        </pc:spChg>
        <pc:spChg chg="add del mod modVis">
          <ac:chgData name="Wang, Yang - Gavin (T CED INW-CN)" userId="3bfd8117-d247-4416-84f8-c693ddb0b51a" providerId="ADAL" clId="{818DA5A0-48F4-4E85-8248-52437E656C31}" dt="2023-09-23T05:35:30.508" v="7251"/>
          <ac:spMkLst>
            <pc:docMk/>
            <pc:sldMk cId="4091533890" sldId="1026"/>
            <ac:spMk id="137" creationId="{82759D25-9E14-500A-D140-91615D05F467}"/>
          </ac:spMkLst>
        </pc:spChg>
        <pc:spChg chg="add del mod replST">
          <ac:chgData name="Wang, Yang - Gavin (T CED INW-CN)" userId="3bfd8117-d247-4416-84f8-c693ddb0b51a" providerId="ADAL" clId="{818DA5A0-48F4-4E85-8248-52437E656C31}" dt="2023-09-23T05:42:36.067" v="18528"/>
          <ac:spMkLst>
            <pc:docMk/>
            <pc:sldMk cId="4091533890" sldId="1026"/>
            <ac:spMk id="138" creationId="{6750A408-ED0E-47CF-AC3A-5AD4A6E25CE3}"/>
          </ac:spMkLst>
        </pc:spChg>
        <pc:spChg chg="add del mod replST">
          <ac:chgData name="Wang, Yang - Gavin (T CED INW-CN)" userId="3bfd8117-d247-4416-84f8-c693ddb0b51a" providerId="ADAL" clId="{818DA5A0-48F4-4E85-8248-52437E656C31}" dt="2023-09-23T05:42:36.067" v="18527"/>
          <ac:spMkLst>
            <pc:docMk/>
            <pc:sldMk cId="4091533890" sldId="1026"/>
            <ac:spMk id="139" creationId="{6750A408-ED0E-47CF-AC3A-5AD4A6E25CE3}"/>
          </ac:spMkLst>
        </pc:spChg>
        <pc:spChg chg="add del mod replST">
          <ac:chgData name="Wang, Yang - Gavin (T CED INW-CN)" userId="3bfd8117-d247-4416-84f8-c693ddb0b51a" providerId="ADAL" clId="{818DA5A0-48F4-4E85-8248-52437E656C31}" dt="2023-09-23T05:42:36.067" v="18526"/>
          <ac:spMkLst>
            <pc:docMk/>
            <pc:sldMk cId="4091533890" sldId="1026"/>
            <ac:spMk id="140" creationId="{6750A408-ED0E-47CF-AC3A-5AD4A6E25CE3}"/>
          </ac:spMkLst>
        </pc:spChg>
        <pc:spChg chg="add del mod replST">
          <ac:chgData name="Wang, Yang - Gavin (T CED INW-CN)" userId="3bfd8117-d247-4416-84f8-c693ddb0b51a" providerId="ADAL" clId="{818DA5A0-48F4-4E85-8248-52437E656C31}" dt="2023-09-23T05:42:36.064" v="18525"/>
          <ac:spMkLst>
            <pc:docMk/>
            <pc:sldMk cId="4091533890" sldId="1026"/>
            <ac:spMk id="141" creationId="{6750A408-ED0E-47CF-AC3A-5AD4A6E25CE3}"/>
          </ac:spMkLst>
        </pc:spChg>
        <pc:spChg chg="add del mod replST">
          <ac:chgData name="Wang, Yang - Gavin (T CED INW-CN)" userId="3bfd8117-d247-4416-84f8-c693ddb0b51a" providerId="ADAL" clId="{818DA5A0-48F4-4E85-8248-52437E656C31}" dt="2023-09-23T05:42:36.064" v="18524"/>
          <ac:spMkLst>
            <pc:docMk/>
            <pc:sldMk cId="4091533890" sldId="1026"/>
            <ac:spMk id="142" creationId="{6750A408-ED0E-47CF-AC3A-5AD4A6E25CE3}"/>
          </ac:spMkLst>
        </pc:spChg>
        <pc:spChg chg="add del mod replST">
          <ac:chgData name="Wang, Yang - Gavin (T CED INW-CN)" userId="3bfd8117-d247-4416-84f8-c693ddb0b51a" providerId="ADAL" clId="{818DA5A0-48F4-4E85-8248-52437E656C31}" dt="2023-09-23T05:42:36.064" v="18523"/>
          <ac:spMkLst>
            <pc:docMk/>
            <pc:sldMk cId="4091533890" sldId="1026"/>
            <ac:spMk id="143" creationId="{6750A408-ED0E-47CF-AC3A-5AD4A6E25CE3}"/>
          </ac:spMkLst>
        </pc:spChg>
        <pc:spChg chg="add del mod replST">
          <ac:chgData name="Wang, Yang - Gavin (T CED INW-CN)" userId="3bfd8117-d247-4416-84f8-c693ddb0b51a" providerId="ADAL" clId="{818DA5A0-48F4-4E85-8248-52437E656C31}" dt="2023-09-23T05:42:36.062" v="18522"/>
          <ac:spMkLst>
            <pc:docMk/>
            <pc:sldMk cId="4091533890" sldId="1026"/>
            <ac:spMk id="144" creationId="{6750A408-ED0E-47CF-AC3A-5AD4A6E25CE3}"/>
          </ac:spMkLst>
        </pc:spChg>
        <pc:spChg chg="add del mod modVis">
          <ac:chgData name="Wang, Yang - Gavin (T CED INW-CN)" userId="3bfd8117-d247-4416-84f8-c693ddb0b51a" providerId="ADAL" clId="{818DA5A0-48F4-4E85-8248-52437E656C31}" dt="2023-09-23T05:35:41.672" v="7321"/>
          <ac:spMkLst>
            <pc:docMk/>
            <pc:sldMk cId="4091533890" sldId="1026"/>
            <ac:spMk id="146" creationId="{0CA652F2-7904-E758-4EEF-DA4AA7CB7A3C}"/>
          </ac:spMkLst>
        </pc:spChg>
        <pc:spChg chg="add del mod modVis">
          <ac:chgData name="Wang, Yang - Gavin (T CED INW-CN)" userId="3bfd8117-d247-4416-84f8-c693ddb0b51a" providerId="ADAL" clId="{818DA5A0-48F4-4E85-8248-52437E656C31}" dt="2023-09-23T05:35:44.580" v="7391"/>
          <ac:spMkLst>
            <pc:docMk/>
            <pc:sldMk cId="4091533890" sldId="1026"/>
            <ac:spMk id="148" creationId="{97B673FD-6780-6779-4975-7A3641BB10AA}"/>
          </ac:spMkLst>
        </pc:spChg>
        <pc:spChg chg="add del mod modVis">
          <ac:chgData name="Wang, Yang - Gavin (T CED INW-CN)" userId="3bfd8117-d247-4416-84f8-c693ddb0b51a" providerId="ADAL" clId="{818DA5A0-48F4-4E85-8248-52437E656C31}" dt="2023-09-23T05:35:50.857" v="7461"/>
          <ac:spMkLst>
            <pc:docMk/>
            <pc:sldMk cId="4091533890" sldId="1026"/>
            <ac:spMk id="150" creationId="{B138A094-9D49-5E4E-6CE5-DD8803166B29}"/>
          </ac:spMkLst>
        </pc:spChg>
        <pc:spChg chg="add del mod modVis">
          <ac:chgData name="Wang, Yang - Gavin (T CED INW-CN)" userId="3bfd8117-d247-4416-84f8-c693ddb0b51a" providerId="ADAL" clId="{818DA5A0-48F4-4E85-8248-52437E656C31}" dt="2023-09-23T05:35:58.339" v="8195"/>
          <ac:spMkLst>
            <pc:docMk/>
            <pc:sldMk cId="4091533890" sldId="1026"/>
            <ac:spMk id="152" creationId="{A2778F81-76D4-F3D4-70E2-954175A3413C}"/>
          </ac:spMkLst>
        </pc:spChg>
        <pc:spChg chg="add del mod replST">
          <ac:chgData name="Wang, Yang - Gavin (T CED INW-CN)" userId="3bfd8117-d247-4416-84f8-c693ddb0b51a" providerId="ADAL" clId="{818DA5A0-48F4-4E85-8248-52437E656C31}" dt="2023-09-23T05:36:00.595" v="8252"/>
          <ac:spMkLst>
            <pc:docMk/>
            <pc:sldMk cId="4091533890" sldId="1026"/>
            <ac:spMk id="153" creationId="{6750A408-ED0E-47CF-AC3A-5AD4A6E25CE3}"/>
          </ac:spMkLst>
        </pc:spChg>
        <pc:spChg chg="add del mod replST">
          <ac:chgData name="Wang, Yang - Gavin (T CED INW-CN)" userId="3bfd8117-d247-4416-84f8-c693ddb0b51a" providerId="ADAL" clId="{818DA5A0-48F4-4E85-8248-52437E656C31}" dt="2023-09-23T05:36:00.597" v="8253"/>
          <ac:spMkLst>
            <pc:docMk/>
            <pc:sldMk cId="4091533890" sldId="1026"/>
            <ac:spMk id="154" creationId="{6750A408-ED0E-47CF-AC3A-5AD4A6E25CE3}"/>
          </ac:spMkLst>
        </pc:spChg>
        <pc:spChg chg="add del mod replST">
          <ac:chgData name="Wang, Yang - Gavin (T CED INW-CN)" userId="3bfd8117-d247-4416-84f8-c693ddb0b51a" providerId="ADAL" clId="{818DA5A0-48F4-4E85-8248-52437E656C31}" dt="2023-09-23T05:36:00.599" v="8254"/>
          <ac:spMkLst>
            <pc:docMk/>
            <pc:sldMk cId="4091533890" sldId="1026"/>
            <ac:spMk id="155" creationId="{6750A408-ED0E-47CF-AC3A-5AD4A6E25CE3}"/>
          </ac:spMkLst>
        </pc:spChg>
        <pc:spChg chg="add del mod replST">
          <ac:chgData name="Wang, Yang - Gavin (T CED INW-CN)" userId="3bfd8117-d247-4416-84f8-c693ddb0b51a" providerId="ADAL" clId="{818DA5A0-48F4-4E85-8248-52437E656C31}" dt="2023-09-23T05:36:00.601" v="8255"/>
          <ac:spMkLst>
            <pc:docMk/>
            <pc:sldMk cId="4091533890" sldId="1026"/>
            <ac:spMk id="156" creationId="{6750A408-ED0E-47CF-AC3A-5AD4A6E25CE3}"/>
          </ac:spMkLst>
        </pc:spChg>
        <pc:spChg chg="add del mod replST">
          <ac:chgData name="Wang, Yang - Gavin (T CED INW-CN)" userId="3bfd8117-d247-4416-84f8-c693ddb0b51a" providerId="ADAL" clId="{818DA5A0-48F4-4E85-8248-52437E656C31}" dt="2023-09-23T05:36:00.603" v="8256"/>
          <ac:spMkLst>
            <pc:docMk/>
            <pc:sldMk cId="4091533890" sldId="1026"/>
            <ac:spMk id="157" creationId="{6750A408-ED0E-47CF-AC3A-5AD4A6E25CE3}"/>
          </ac:spMkLst>
        </pc:spChg>
        <pc:spChg chg="add del mod replST">
          <ac:chgData name="Wang, Yang - Gavin (T CED INW-CN)" userId="3bfd8117-d247-4416-84f8-c693ddb0b51a" providerId="ADAL" clId="{818DA5A0-48F4-4E85-8248-52437E656C31}" dt="2023-09-23T05:36:00.604" v="8257"/>
          <ac:spMkLst>
            <pc:docMk/>
            <pc:sldMk cId="4091533890" sldId="1026"/>
            <ac:spMk id="158" creationId="{6750A408-ED0E-47CF-AC3A-5AD4A6E25CE3}"/>
          </ac:spMkLst>
        </pc:spChg>
        <pc:spChg chg="add del mod replST">
          <ac:chgData name="Wang, Yang - Gavin (T CED INW-CN)" userId="3bfd8117-d247-4416-84f8-c693ddb0b51a" providerId="ADAL" clId="{818DA5A0-48F4-4E85-8248-52437E656C31}" dt="2023-09-23T05:36:00.605" v="8258"/>
          <ac:spMkLst>
            <pc:docMk/>
            <pc:sldMk cId="4091533890" sldId="1026"/>
            <ac:spMk id="159" creationId="{6750A408-ED0E-47CF-AC3A-5AD4A6E25CE3}"/>
          </ac:spMkLst>
        </pc:spChg>
        <pc:spChg chg="add del mod replST">
          <ac:chgData name="Wang, Yang - Gavin (T CED INW-CN)" userId="3bfd8117-d247-4416-84f8-c693ddb0b51a" providerId="ADAL" clId="{818DA5A0-48F4-4E85-8248-52437E656C31}" dt="2023-09-23T05:36:00.606" v="8259"/>
          <ac:spMkLst>
            <pc:docMk/>
            <pc:sldMk cId="4091533890" sldId="1026"/>
            <ac:spMk id="160" creationId="{6750A408-ED0E-47CF-AC3A-5AD4A6E25CE3}"/>
          </ac:spMkLst>
        </pc:spChg>
        <pc:spChg chg="add del mod replST">
          <ac:chgData name="Wang, Yang - Gavin (T CED INW-CN)" userId="3bfd8117-d247-4416-84f8-c693ddb0b51a" providerId="ADAL" clId="{818DA5A0-48F4-4E85-8248-52437E656C31}" dt="2023-09-23T05:36:00.606" v="8260"/>
          <ac:spMkLst>
            <pc:docMk/>
            <pc:sldMk cId="4091533890" sldId="1026"/>
            <ac:spMk id="161" creationId="{6750A408-ED0E-47CF-AC3A-5AD4A6E25CE3}"/>
          </ac:spMkLst>
        </pc:spChg>
        <pc:spChg chg="add del mod replST">
          <ac:chgData name="Wang, Yang - Gavin (T CED INW-CN)" userId="3bfd8117-d247-4416-84f8-c693ddb0b51a" providerId="ADAL" clId="{818DA5A0-48F4-4E85-8248-52437E656C31}" dt="2023-09-23T05:36:00.611" v="8261"/>
          <ac:spMkLst>
            <pc:docMk/>
            <pc:sldMk cId="4091533890" sldId="1026"/>
            <ac:spMk id="162" creationId="{6750A408-ED0E-47CF-AC3A-5AD4A6E25CE3}"/>
          </ac:spMkLst>
        </pc:spChg>
        <pc:spChg chg="add del mod replST">
          <ac:chgData name="Wang, Yang - Gavin (T CED INW-CN)" userId="3bfd8117-d247-4416-84f8-c693ddb0b51a" providerId="ADAL" clId="{818DA5A0-48F4-4E85-8248-52437E656C31}" dt="2023-09-23T05:36:00.613" v="8262"/>
          <ac:spMkLst>
            <pc:docMk/>
            <pc:sldMk cId="4091533890" sldId="1026"/>
            <ac:spMk id="163" creationId="{6750A408-ED0E-47CF-AC3A-5AD4A6E25CE3}"/>
          </ac:spMkLst>
        </pc:spChg>
        <pc:spChg chg="add del mod replST">
          <ac:chgData name="Wang, Yang - Gavin (T CED INW-CN)" userId="3bfd8117-d247-4416-84f8-c693ddb0b51a" providerId="ADAL" clId="{818DA5A0-48F4-4E85-8248-52437E656C31}" dt="2023-09-23T05:36:00.614" v="8263"/>
          <ac:spMkLst>
            <pc:docMk/>
            <pc:sldMk cId="4091533890" sldId="1026"/>
            <ac:spMk id="164" creationId="{6750A408-ED0E-47CF-AC3A-5AD4A6E25CE3}"/>
          </ac:spMkLst>
        </pc:spChg>
        <pc:spChg chg="add del mod modVis">
          <ac:chgData name="Wang, Yang - Gavin (T CED INW-CN)" userId="3bfd8117-d247-4416-84f8-c693ddb0b51a" providerId="ADAL" clId="{818DA5A0-48F4-4E85-8248-52437E656C31}" dt="2023-09-23T05:36:00.678" v="8289"/>
          <ac:spMkLst>
            <pc:docMk/>
            <pc:sldMk cId="4091533890" sldId="1026"/>
            <ac:spMk id="166" creationId="{5EC05905-952E-D86A-FC68-584D2F8C48EA}"/>
          </ac:spMkLst>
        </pc:spChg>
        <pc:spChg chg="add del mod modVis">
          <ac:chgData name="Wang, Yang - Gavin (T CED INW-CN)" userId="3bfd8117-d247-4416-84f8-c693ddb0b51a" providerId="ADAL" clId="{818DA5A0-48F4-4E85-8248-52437E656C31}" dt="2023-09-23T05:36:16.947" v="8359"/>
          <ac:spMkLst>
            <pc:docMk/>
            <pc:sldMk cId="4091533890" sldId="1026"/>
            <ac:spMk id="168" creationId="{030DE395-8A91-E13E-67BF-75D9F8A6F36C}"/>
          </ac:spMkLst>
        </pc:spChg>
        <pc:spChg chg="add del mod modVis">
          <ac:chgData name="Wang, Yang - Gavin (T CED INW-CN)" userId="3bfd8117-d247-4416-84f8-c693ddb0b51a" providerId="ADAL" clId="{818DA5A0-48F4-4E85-8248-52437E656C31}" dt="2023-09-23T05:36:27.822" v="8429"/>
          <ac:spMkLst>
            <pc:docMk/>
            <pc:sldMk cId="4091533890" sldId="1026"/>
            <ac:spMk id="170" creationId="{164D590D-6896-A805-7692-A63E8BD6BC95}"/>
          </ac:spMkLst>
        </pc:spChg>
        <pc:spChg chg="add del mod modVis">
          <ac:chgData name="Wang, Yang - Gavin (T CED INW-CN)" userId="3bfd8117-d247-4416-84f8-c693ddb0b51a" providerId="ADAL" clId="{818DA5A0-48F4-4E85-8248-52437E656C31}" dt="2023-09-23T05:36:35.056" v="8499"/>
          <ac:spMkLst>
            <pc:docMk/>
            <pc:sldMk cId="4091533890" sldId="1026"/>
            <ac:spMk id="172" creationId="{26FC8DD1-D560-0265-7938-2F9A30410CE7}"/>
          </ac:spMkLst>
        </pc:spChg>
        <pc:spChg chg="add del mod modVis">
          <ac:chgData name="Wang, Yang - Gavin (T CED INW-CN)" userId="3bfd8117-d247-4416-84f8-c693ddb0b51a" providerId="ADAL" clId="{818DA5A0-48F4-4E85-8248-52437E656C31}" dt="2023-09-23T05:36:38.283" v="8569"/>
          <ac:spMkLst>
            <pc:docMk/>
            <pc:sldMk cId="4091533890" sldId="1026"/>
            <ac:spMk id="174" creationId="{63495C4C-DF21-BAB7-61DC-A78B6976F93B}"/>
          </ac:spMkLst>
        </pc:spChg>
        <pc:spChg chg="add del mod modVis">
          <ac:chgData name="Wang, Yang - Gavin (T CED INW-CN)" userId="3bfd8117-d247-4416-84f8-c693ddb0b51a" providerId="ADAL" clId="{818DA5A0-48F4-4E85-8248-52437E656C31}" dt="2023-09-23T05:36:40.540" v="8639"/>
          <ac:spMkLst>
            <pc:docMk/>
            <pc:sldMk cId="4091533890" sldId="1026"/>
            <ac:spMk id="176" creationId="{A924CA16-7D04-07F5-22FB-9A18B6F378C1}"/>
          </ac:spMkLst>
        </pc:spChg>
        <pc:spChg chg="add del mod modVis">
          <ac:chgData name="Wang, Yang - Gavin (T CED INW-CN)" userId="3bfd8117-d247-4416-84f8-c693ddb0b51a" providerId="ADAL" clId="{818DA5A0-48F4-4E85-8248-52437E656C31}" dt="2023-09-23T05:36:46.687" v="8709"/>
          <ac:spMkLst>
            <pc:docMk/>
            <pc:sldMk cId="4091533890" sldId="1026"/>
            <ac:spMk id="178" creationId="{1E1C5DD0-338A-BCA5-065C-F6B06964EC87}"/>
          </ac:spMkLst>
        </pc:spChg>
        <pc:spChg chg="add del mod modVis">
          <ac:chgData name="Wang, Yang - Gavin (T CED INW-CN)" userId="3bfd8117-d247-4416-84f8-c693ddb0b51a" providerId="ADAL" clId="{818DA5A0-48F4-4E85-8248-52437E656C31}" dt="2023-09-23T05:37:42.694" v="12685" actId="207"/>
          <ac:spMkLst>
            <pc:docMk/>
            <pc:sldMk cId="4091533890" sldId="1026"/>
            <ac:spMk id="180" creationId="{A5BDB644-40F7-4FA6-9EB7-98992E30749C}"/>
          </ac:spMkLst>
        </pc:spChg>
        <pc:spChg chg="add del mod modVis">
          <ac:chgData name="Wang, Yang - Gavin (T CED INW-CN)" userId="3bfd8117-d247-4416-84f8-c693ddb0b51a" providerId="ADAL" clId="{818DA5A0-48F4-4E85-8248-52437E656C31}" dt="2023-09-23T05:37:41.790" v="12608"/>
          <ac:spMkLst>
            <pc:docMk/>
            <pc:sldMk cId="4091533890" sldId="1026"/>
            <ac:spMk id="182" creationId="{A8A145AD-5AFA-C8F3-143F-A4D6B2F8B12A}"/>
          </ac:spMkLst>
        </pc:spChg>
        <pc:spChg chg="add del mod replST delST">
          <ac:chgData name="Wang, Yang - Gavin (T CED INW-CN)" userId="3bfd8117-d247-4416-84f8-c693ddb0b51a" providerId="ADAL" clId="{818DA5A0-48F4-4E85-8248-52437E656C31}" dt="2023-09-23T05:37:41.790" v="12608"/>
          <ac:spMkLst>
            <pc:docMk/>
            <pc:sldMk cId="4091533890" sldId="1026"/>
            <ac:spMk id="183" creationId="{6750A408-ED0E-47CF-AC3A-5AD4A6E25CE3}"/>
          </ac:spMkLst>
        </pc:spChg>
        <pc:spChg chg="add del mod replST delST">
          <ac:chgData name="Wang, Yang - Gavin (T CED INW-CN)" userId="3bfd8117-d247-4416-84f8-c693ddb0b51a" providerId="ADAL" clId="{818DA5A0-48F4-4E85-8248-52437E656C31}" dt="2023-09-23T05:37:41.790" v="12608"/>
          <ac:spMkLst>
            <pc:docMk/>
            <pc:sldMk cId="4091533890" sldId="1026"/>
            <ac:spMk id="184" creationId="{6750A408-ED0E-47CF-AC3A-5AD4A6E25CE3}"/>
          </ac:spMkLst>
        </pc:spChg>
        <pc:spChg chg="add del mod replST delST">
          <ac:chgData name="Wang, Yang - Gavin (T CED INW-CN)" userId="3bfd8117-d247-4416-84f8-c693ddb0b51a" providerId="ADAL" clId="{818DA5A0-48F4-4E85-8248-52437E656C31}" dt="2023-09-23T05:37:41.790" v="12608"/>
          <ac:spMkLst>
            <pc:docMk/>
            <pc:sldMk cId="4091533890" sldId="1026"/>
            <ac:spMk id="185" creationId="{6750A408-ED0E-47CF-AC3A-5AD4A6E25CE3}"/>
          </ac:spMkLst>
        </pc:spChg>
        <pc:spChg chg="add del mod replST delST">
          <ac:chgData name="Wang, Yang - Gavin (T CED INW-CN)" userId="3bfd8117-d247-4416-84f8-c693ddb0b51a" providerId="ADAL" clId="{818DA5A0-48F4-4E85-8248-52437E656C31}" dt="2023-09-23T05:37:41.790" v="12608"/>
          <ac:spMkLst>
            <pc:docMk/>
            <pc:sldMk cId="4091533890" sldId="1026"/>
            <ac:spMk id="186" creationId="{6750A408-ED0E-47CF-AC3A-5AD4A6E25CE3}"/>
          </ac:spMkLst>
        </pc:spChg>
        <pc:spChg chg="add del mod replST delST">
          <ac:chgData name="Wang, Yang - Gavin (T CED INW-CN)" userId="3bfd8117-d247-4416-84f8-c693ddb0b51a" providerId="ADAL" clId="{818DA5A0-48F4-4E85-8248-52437E656C31}" dt="2023-09-23T05:37:41.790" v="12608"/>
          <ac:spMkLst>
            <pc:docMk/>
            <pc:sldMk cId="4091533890" sldId="1026"/>
            <ac:spMk id="187" creationId="{6750A408-ED0E-47CF-AC3A-5AD4A6E25CE3}"/>
          </ac:spMkLst>
        </pc:spChg>
        <pc:spChg chg="add del mod replST delST">
          <ac:chgData name="Wang, Yang - Gavin (T CED INW-CN)" userId="3bfd8117-d247-4416-84f8-c693ddb0b51a" providerId="ADAL" clId="{818DA5A0-48F4-4E85-8248-52437E656C31}" dt="2023-09-23T05:37:41.790" v="12608"/>
          <ac:spMkLst>
            <pc:docMk/>
            <pc:sldMk cId="4091533890" sldId="1026"/>
            <ac:spMk id="188" creationId="{6750A408-ED0E-47CF-AC3A-5AD4A6E25CE3}"/>
          </ac:spMkLst>
        </pc:spChg>
        <pc:spChg chg="add del mod replST delST">
          <ac:chgData name="Wang, Yang - Gavin (T CED INW-CN)" userId="3bfd8117-d247-4416-84f8-c693ddb0b51a" providerId="ADAL" clId="{818DA5A0-48F4-4E85-8248-52437E656C31}" dt="2023-09-23T05:37:41.790" v="12608"/>
          <ac:spMkLst>
            <pc:docMk/>
            <pc:sldMk cId="4091533890" sldId="1026"/>
            <ac:spMk id="189" creationId="{6750A408-ED0E-47CF-AC3A-5AD4A6E25CE3}"/>
          </ac:spMkLst>
        </pc:spChg>
        <pc:spChg chg="add del mod replST delST">
          <ac:chgData name="Wang, Yang - Gavin (T CED INW-CN)" userId="3bfd8117-d247-4416-84f8-c693ddb0b51a" providerId="ADAL" clId="{818DA5A0-48F4-4E85-8248-52437E656C31}" dt="2023-09-23T05:37:41.790" v="12608"/>
          <ac:spMkLst>
            <pc:docMk/>
            <pc:sldMk cId="4091533890" sldId="1026"/>
            <ac:spMk id="190" creationId="{6750A408-ED0E-47CF-AC3A-5AD4A6E25CE3}"/>
          </ac:spMkLst>
        </pc:spChg>
        <pc:spChg chg="add del mod replST delST">
          <ac:chgData name="Wang, Yang - Gavin (T CED INW-CN)" userId="3bfd8117-d247-4416-84f8-c693ddb0b51a" providerId="ADAL" clId="{818DA5A0-48F4-4E85-8248-52437E656C31}" dt="2023-09-23T05:37:41.790" v="12608"/>
          <ac:spMkLst>
            <pc:docMk/>
            <pc:sldMk cId="4091533890" sldId="1026"/>
            <ac:spMk id="191" creationId="{6750A408-ED0E-47CF-AC3A-5AD4A6E25CE3}"/>
          </ac:spMkLst>
        </pc:spChg>
        <pc:spChg chg="add del mod replST delST">
          <ac:chgData name="Wang, Yang - Gavin (T CED INW-CN)" userId="3bfd8117-d247-4416-84f8-c693ddb0b51a" providerId="ADAL" clId="{818DA5A0-48F4-4E85-8248-52437E656C31}" dt="2023-09-23T05:37:41.790" v="12608"/>
          <ac:spMkLst>
            <pc:docMk/>
            <pc:sldMk cId="4091533890" sldId="1026"/>
            <ac:spMk id="192" creationId="{6750A408-ED0E-47CF-AC3A-5AD4A6E25CE3}"/>
          </ac:spMkLst>
        </pc:spChg>
        <pc:spChg chg="add del mod replST delST">
          <ac:chgData name="Wang, Yang - Gavin (T CED INW-CN)" userId="3bfd8117-d247-4416-84f8-c693ddb0b51a" providerId="ADAL" clId="{818DA5A0-48F4-4E85-8248-52437E656C31}" dt="2023-09-23T05:37:41.790" v="12608"/>
          <ac:spMkLst>
            <pc:docMk/>
            <pc:sldMk cId="4091533890" sldId="1026"/>
            <ac:spMk id="193" creationId="{6750A408-ED0E-47CF-AC3A-5AD4A6E25CE3}"/>
          </ac:spMkLst>
        </pc:spChg>
        <pc:spChg chg="add del mod replST delST">
          <ac:chgData name="Wang, Yang - Gavin (T CED INW-CN)" userId="3bfd8117-d247-4416-84f8-c693ddb0b51a" providerId="ADAL" clId="{818DA5A0-48F4-4E85-8248-52437E656C31}" dt="2023-09-23T05:37:41.790" v="12608"/>
          <ac:spMkLst>
            <pc:docMk/>
            <pc:sldMk cId="4091533890" sldId="1026"/>
            <ac:spMk id="194" creationId="{6750A408-ED0E-47CF-AC3A-5AD4A6E25CE3}"/>
          </ac:spMkLst>
        </pc:spChg>
        <pc:spChg chg="add del mod modVis">
          <ac:chgData name="Wang, Yang - Gavin (T CED INW-CN)" userId="3bfd8117-d247-4416-84f8-c693ddb0b51a" providerId="ADAL" clId="{818DA5A0-48F4-4E85-8248-52437E656C31}" dt="2023-09-23T05:37:41.790" v="12608"/>
          <ac:spMkLst>
            <pc:docMk/>
            <pc:sldMk cId="4091533890" sldId="1026"/>
            <ac:spMk id="196" creationId="{1EB4661B-B344-2921-81EB-BF7F739CB709}"/>
          </ac:spMkLst>
        </pc:spChg>
        <pc:spChg chg="add del mod modVis">
          <ac:chgData name="Wang, Yang - Gavin (T CED INW-CN)" userId="3bfd8117-d247-4416-84f8-c693ddb0b51a" providerId="ADAL" clId="{818DA5A0-48F4-4E85-8248-52437E656C31}" dt="2023-09-23T05:37:41.790" v="12608"/>
          <ac:spMkLst>
            <pc:docMk/>
            <pc:sldMk cId="4091533890" sldId="1026"/>
            <ac:spMk id="198" creationId="{CBF3C660-6EEC-EA2F-F5BA-7201E64ED37F}"/>
          </ac:spMkLst>
        </pc:spChg>
        <pc:spChg chg="add del mod modVis">
          <ac:chgData name="Wang, Yang - Gavin (T CED INW-CN)" userId="3bfd8117-d247-4416-84f8-c693ddb0b51a" providerId="ADAL" clId="{818DA5A0-48F4-4E85-8248-52437E656C31}" dt="2023-09-23T05:37:40.885" v="12000"/>
          <ac:spMkLst>
            <pc:docMk/>
            <pc:sldMk cId="4091533890" sldId="1026"/>
            <ac:spMk id="200" creationId="{3EF84C5D-7850-C2DB-F57B-30DBFD9318EA}"/>
          </ac:spMkLst>
        </pc:spChg>
        <pc:spChg chg="add del mod replST delST">
          <ac:chgData name="Wang, Yang - Gavin (T CED INW-CN)" userId="3bfd8117-d247-4416-84f8-c693ddb0b51a" providerId="ADAL" clId="{818DA5A0-48F4-4E85-8248-52437E656C31}" dt="2023-09-23T05:37:40.885" v="12000"/>
          <ac:spMkLst>
            <pc:docMk/>
            <pc:sldMk cId="4091533890" sldId="1026"/>
            <ac:spMk id="201" creationId="{6750A408-ED0E-47CF-AC3A-5AD4A6E25CE3}"/>
          </ac:spMkLst>
        </pc:spChg>
        <pc:spChg chg="add del mod replST delST">
          <ac:chgData name="Wang, Yang - Gavin (T CED INW-CN)" userId="3bfd8117-d247-4416-84f8-c693ddb0b51a" providerId="ADAL" clId="{818DA5A0-48F4-4E85-8248-52437E656C31}" dt="2023-09-23T05:37:40.885" v="12000"/>
          <ac:spMkLst>
            <pc:docMk/>
            <pc:sldMk cId="4091533890" sldId="1026"/>
            <ac:spMk id="202" creationId="{6750A408-ED0E-47CF-AC3A-5AD4A6E25CE3}"/>
          </ac:spMkLst>
        </pc:spChg>
        <pc:spChg chg="add del mod replST delST">
          <ac:chgData name="Wang, Yang - Gavin (T CED INW-CN)" userId="3bfd8117-d247-4416-84f8-c693ddb0b51a" providerId="ADAL" clId="{818DA5A0-48F4-4E85-8248-52437E656C31}" dt="2023-09-23T05:37:40.885" v="12000"/>
          <ac:spMkLst>
            <pc:docMk/>
            <pc:sldMk cId="4091533890" sldId="1026"/>
            <ac:spMk id="203" creationId="{6750A408-ED0E-47CF-AC3A-5AD4A6E25CE3}"/>
          </ac:spMkLst>
        </pc:spChg>
        <pc:spChg chg="add del mod replST delST">
          <ac:chgData name="Wang, Yang - Gavin (T CED INW-CN)" userId="3bfd8117-d247-4416-84f8-c693ddb0b51a" providerId="ADAL" clId="{818DA5A0-48F4-4E85-8248-52437E656C31}" dt="2023-09-23T05:37:40.885" v="12000"/>
          <ac:spMkLst>
            <pc:docMk/>
            <pc:sldMk cId="4091533890" sldId="1026"/>
            <ac:spMk id="204" creationId="{6750A408-ED0E-47CF-AC3A-5AD4A6E25CE3}"/>
          </ac:spMkLst>
        </pc:spChg>
        <pc:spChg chg="add del mod replST delST">
          <ac:chgData name="Wang, Yang - Gavin (T CED INW-CN)" userId="3bfd8117-d247-4416-84f8-c693ddb0b51a" providerId="ADAL" clId="{818DA5A0-48F4-4E85-8248-52437E656C31}" dt="2023-09-23T05:37:40.885" v="12000"/>
          <ac:spMkLst>
            <pc:docMk/>
            <pc:sldMk cId="4091533890" sldId="1026"/>
            <ac:spMk id="205" creationId="{6750A408-ED0E-47CF-AC3A-5AD4A6E25CE3}"/>
          </ac:spMkLst>
        </pc:spChg>
        <pc:spChg chg="add del mod replST delST">
          <ac:chgData name="Wang, Yang - Gavin (T CED INW-CN)" userId="3bfd8117-d247-4416-84f8-c693ddb0b51a" providerId="ADAL" clId="{818DA5A0-48F4-4E85-8248-52437E656C31}" dt="2023-09-23T05:37:40.885" v="12000"/>
          <ac:spMkLst>
            <pc:docMk/>
            <pc:sldMk cId="4091533890" sldId="1026"/>
            <ac:spMk id="206" creationId="{6750A408-ED0E-47CF-AC3A-5AD4A6E25CE3}"/>
          </ac:spMkLst>
        </pc:spChg>
        <pc:spChg chg="add del mod replST delST">
          <ac:chgData name="Wang, Yang - Gavin (T CED INW-CN)" userId="3bfd8117-d247-4416-84f8-c693ddb0b51a" providerId="ADAL" clId="{818DA5A0-48F4-4E85-8248-52437E656C31}" dt="2023-09-23T05:37:40.885" v="12000"/>
          <ac:spMkLst>
            <pc:docMk/>
            <pc:sldMk cId="4091533890" sldId="1026"/>
            <ac:spMk id="207" creationId="{6750A408-ED0E-47CF-AC3A-5AD4A6E25CE3}"/>
          </ac:spMkLst>
        </pc:spChg>
        <pc:spChg chg="add del mod replST delST">
          <ac:chgData name="Wang, Yang - Gavin (T CED INW-CN)" userId="3bfd8117-d247-4416-84f8-c693ddb0b51a" providerId="ADAL" clId="{818DA5A0-48F4-4E85-8248-52437E656C31}" dt="2023-09-23T05:37:40.885" v="12000"/>
          <ac:spMkLst>
            <pc:docMk/>
            <pc:sldMk cId="4091533890" sldId="1026"/>
            <ac:spMk id="208" creationId="{6750A408-ED0E-47CF-AC3A-5AD4A6E25CE3}"/>
          </ac:spMkLst>
        </pc:spChg>
        <pc:spChg chg="add del mod replST delST">
          <ac:chgData name="Wang, Yang - Gavin (T CED INW-CN)" userId="3bfd8117-d247-4416-84f8-c693ddb0b51a" providerId="ADAL" clId="{818DA5A0-48F4-4E85-8248-52437E656C31}" dt="2023-09-23T05:37:40.885" v="12000"/>
          <ac:spMkLst>
            <pc:docMk/>
            <pc:sldMk cId="4091533890" sldId="1026"/>
            <ac:spMk id="209" creationId="{6750A408-ED0E-47CF-AC3A-5AD4A6E25CE3}"/>
          </ac:spMkLst>
        </pc:spChg>
        <pc:spChg chg="add del mod replST delST">
          <ac:chgData name="Wang, Yang - Gavin (T CED INW-CN)" userId="3bfd8117-d247-4416-84f8-c693ddb0b51a" providerId="ADAL" clId="{818DA5A0-48F4-4E85-8248-52437E656C31}" dt="2023-09-23T05:37:40.885" v="12000"/>
          <ac:spMkLst>
            <pc:docMk/>
            <pc:sldMk cId="4091533890" sldId="1026"/>
            <ac:spMk id="210" creationId="{6750A408-ED0E-47CF-AC3A-5AD4A6E25CE3}"/>
          </ac:spMkLst>
        </pc:spChg>
        <pc:spChg chg="add del mod replST delST">
          <ac:chgData name="Wang, Yang - Gavin (T CED INW-CN)" userId="3bfd8117-d247-4416-84f8-c693ddb0b51a" providerId="ADAL" clId="{818DA5A0-48F4-4E85-8248-52437E656C31}" dt="2023-09-23T05:37:40.885" v="12000"/>
          <ac:spMkLst>
            <pc:docMk/>
            <pc:sldMk cId="4091533890" sldId="1026"/>
            <ac:spMk id="211" creationId="{6750A408-ED0E-47CF-AC3A-5AD4A6E25CE3}"/>
          </ac:spMkLst>
        </pc:spChg>
        <pc:spChg chg="add del mod replST delST">
          <ac:chgData name="Wang, Yang - Gavin (T CED INW-CN)" userId="3bfd8117-d247-4416-84f8-c693ddb0b51a" providerId="ADAL" clId="{818DA5A0-48F4-4E85-8248-52437E656C31}" dt="2023-09-23T05:37:40.885" v="12000"/>
          <ac:spMkLst>
            <pc:docMk/>
            <pc:sldMk cId="4091533890" sldId="1026"/>
            <ac:spMk id="212" creationId="{6750A408-ED0E-47CF-AC3A-5AD4A6E25CE3}"/>
          </ac:spMkLst>
        </pc:spChg>
        <pc:spChg chg="add del mod modVis">
          <ac:chgData name="Wang, Yang - Gavin (T CED INW-CN)" userId="3bfd8117-d247-4416-84f8-c693ddb0b51a" providerId="ADAL" clId="{818DA5A0-48F4-4E85-8248-52437E656C31}" dt="2023-09-23T05:37:40.885" v="12000"/>
          <ac:spMkLst>
            <pc:docMk/>
            <pc:sldMk cId="4091533890" sldId="1026"/>
            <ac:spMk id="214" creationId="{010B2D55-0952-8088-DC02-FA9954835577}"/>
          </ac:spMkLst>
        </pc:spChg>
        <pc:spChg chg="add del mod modVis">
          <ac:chgData name="Wang, Yang - Gavin (T CED INW-CN)" userId="3bfd8117-d247-4416-84f8-c693ddb0b51a" providerId="ADAL" clId="{818DA5A0-48F4-4E85-8248-52437E656C31}" dt="2023-09-23T05:37:40.240" v="11437"/>
          <ac:spMkLst>
            <pc:docMk/>
            <pc:sldMk cId="4091533890" sldId="1026"/>
            <ac:spMk id="216" creationId="{B168D145-B7FB-FE60-4C32-AA570301EB4A}"/>
          </ac:spMkLst>
        </pc:spChg>
        <pc:spChg chg="add del mod modVis">
          <ac:chgData name="Wang, Yang - Gavin (T CED INW-CN)" userId="3bfd8117-d247-4416-84f8-c693ddb0b51a" providerId="ADAL" clId="{818DA5A0-48F4-4E85-8248-52437E656C31}" dt="2023-09-23T05:37:40.240" v="11437"/>
          <ac:spMkLst>
            <pc:docMk/>
            <pc:sldMk cId="4091533890" sldId="1026"/>
            <ac:spMk id="218" creationId="{6FB83F11-1EF7-69F7-5A61-4CD5E511F60A}"/>
          </ac:spMkLst>
        </pc:spChg>
        <pc:spChg chg="add del mod modVis">
          <ac:chgData name="Wang, Yang - Gavin (T CED INW-CN)" userId="3bfd8117-d247-4416-84f8-c693ddb0b51a" providerId="ADAL" clId="{818DA5A0-48F4-4E85-8248-52437E656C31}" dt="2023-09-23T05:37:40.240" v="11437"/>
          <ac:spMkLst>
            <pc:docMk/>
            <pc:sldMk cId="4091533890" sldId="1026"/>
            <ac:spMk id="220" creationId="{521F87E9-8BEE-0943-DF27-FB9E73E3D8E6}"/>
          </ac:spMkLst>
        </pc:spChg>
        <pc:spChg chg="add del mod modVis">
          <ac:chgData name="Wang, Yang - Gavin (T CED INW-CN)" userId="3bfd8117-d247-4416-84f8-c693ddb0b51a" providerId="ADAL" clId="{818DA5A0-48F4-4E85-8248-52437E656C31}" dt="2023-09-23T05:37:45.734" v="13473"/>
          <ac:spMkLst>
            <pc:docMk/>
            <pc:sldMk cId="4091533890" sldId="1026"/>
            <ac:spMk id="222" creationId="{4A8860B6-17F2-6E1B-3250-40A278392F63}"/>
          </ac:spMkLst>
        </pc:spChg>
        <pc:spChg chg="add del mod replST">
          <ac:chgData name="Wang, Yang - Gavin (T CED INW-CN)" userId="3bfd8117-d247-4416-84f8-c693ddb0b51a" providerId="ADAL" clId="{818DA5A0-48F4-4E85-8248-52437E656C31}" dt="2023-09-23T05:37:49.970" v="13713"/>
          <ac:spMkLst>
            <pc:docMk/>
            <pc:sldMk cId="4091533890" sldId="1026"/>
            <ac:spMk id="223" creationId="{6750A408-ED0E-47CF-AC3A-5AD4A6E25CE3}"/>
          </ac:spMkLst>
        </pc:spChg>
        <pc:spChg chg="add del mod replST">
          <ac:chgData name="Wang, Yang - Gavin (T CED INW-CN)" userId="3bfd8117-d247-4416-84f8-c693ddb0b51a" providerId="ADAL" clId="{818DA5A0-48F4-4E85-8248-52437E656C31}" dt="2023-09-23T05:37:49.970" v="13714"/>
          <ac:spMkLst>
            <pc:docMk/>
            <pc:sldMk cId="4091533890" sldId="1026"/>
            <ac:spMk id="224" creationId="{6750A408-ED0E-47CF-AC3A-5AD4A6E25CE3}"/>
          </ac:spMkLst>
        </pc:spChg>
        <pc:spChg chg="add del mod replST">
          <ac:chgData name="Wang, Yang - Gavin (T CED INW-CN)" userId="3bfd8117-d247-4416-84f8-c693ddb0b51a" providerId="ADAL" clId="{818DA5A0-48F4-4E85-8248-52437E656C31}" dt="2023-09-23T05:37:49.978" v="13715"/>
          <ac:spMkLst>
            <pc:docMk/>
            <pc:sldMk cId="4091533890" sldId="1026"/>
            <ac:spMk id="225" creationId="{6750A408-ED0E-47CF-AC3A-5AD4A6E25CE3}"/>
          </ac:spMkLst>
        </pc:spChg>
        <pc:spChg chg="add del mod replST">
          <ac:chgData name="Wang, Yang - Gavin (T CED INW-CN)" userId="3bfd8117-d247-4416-84f8-c693ddb0b51a" providerId="ADAL" clId="{818DA5A0-48F4-4E85-8248-52437E656C31}" dt="2023-09-23T05:37:49.978" v="13716"/>
          <ac:spMkLst>
            <pc:docMk/>
            <pc:sldMk cId="4091533890" sldId="1026"/>
            <ac:spMk id="226" creationId="{6750A408-ED0E-47CF-AC3A-5AD4A6E25CE3}"/>
          </ac:spMkLst>
        </pc:spChg>
        <pc:spChg chg="add del mod replST">
          <ac:chgData name="Wang, Yang - Gavin (T CED INW-CN)" userId="3bfd8117-d247-4416-84f8-c693ddb0b51a" providerId="ADAL" clId="{818DA5A0-48F4-4E85-8248-52437E656C31}" dt="2023-09-23T05:37:49.980" v="13717"/>
          <ac:spMkLst>
            <pc:docMk/>
            <pc:sldMk cId="4091533890" sldId="1026"/>
            <ac:spMk id="227" creationId="{6750A408-ED0E-47CF-AC3A-5AD4A6E25CE3}"/>
          </ac:spMkLst>
        </pc:spChg>
        <pc:spChg chg="add del mod replST">
          <ac:chgData name="Wang, Yang - Gavin (T CED INW-CN)" userId="3bfd8117-d247-4416-84f8-c693ddb0b51a" providerId="ADAL" clId="{818DA5A0-48F4-4E85-8248-52437E656C31}" dt="2023-09-23T05:37:49.980" v="13718"/>
          <ac:spMkLst>
            <pc:docMk/>
            <pc:sldMk cId="4091533890" sldId="1026"/>
            <ac:spMk id="228" creationId="{6750A408-ED0E-47CF-AC3A-5AD4A6E25CE3}"/>
          </ac:spMkLst>
        </pc:spChg>
        <pc:spChg chg="add del mod replST">
          <ac:chgData name="Wang, Yang - Gavin (T CED INW-CN)" userId="3bfd8117-d247-4416-84f8-c693ddb0b51a" providerId="ADAL" clId="{818DA5A0-48F4-4E85-8248-52437E656C31}" dt="2023-09-23T05:37:49.980" v="13719"/>
          <ac:spMkLst>
            <pc:docMk/>
            <pc:sldMk cId="4091533890" sldId="1026"/>
            <ac:spMk id="229" creationId="{6750A408-ED0E-47CF-AC3A-5AD4A6E25CE3}"/>
          </ac:spMkLst>
        </pc:spChg>
        <pc:spChg chg="add del mod replST">
          <ac:chgData name="Wang, Yang - Gavin (T CED INW-CN)" userId="3bfd8117-d247-4416-84f8-c693ddb0b51a" providerId="ADAL" clId="{818DA5A0-48F4-4E85-8248-52437E656C31}" dt="2023-09-23T05:37:49.980" v="13720"/>
          <ac:spMkLst>
            <pc:docMk/>
            <pc:sldMk cId="4091533890" sldId="1026"/>
            <ac:spMk id="230" creationId="{6750A408-ED0E-47CF-AC3A-5AD4A6E25CE3}"/>
          </ac:spMkLst>
        </pc:spChg>
        <pc:spChg chg="add del mod replST">
          <ac:chgData name="Wang, Yang - Gavin (T CED INW-CN)" userId="3bfd8117-d247-4416-84f8-c693ddb0b51a" providerId="ADAL" clId="{818DA5A0-48F4-4E85-8248-52437E656C31}" dt="2023-09-23T05:37:49.980" v="13721"/>
          <ac:spMkLst>
            <pc:docMk/>
            <pc:sldMk cId="4091533890" sldId="1026"/>
            <ac:spMk id="231" creationId="{6750A408-ED0E-47CF-AC3A-5AD4A6E25CE3}"/>
          </ac:spMkLst>
        </pc:spChg>
        <pc:spChg chg="add del mod replST">
          <ac:chgData name="Wang, Yang - Gavin (T CED INW-CN)" userId="3bfd8117-d247-4416-84f8-c693ddb0b51a" providerId="ADAL" clId="{818DA5A0-48F4-4E85-8248-52437E656C31}" dt="2023-09-23T05:37:49.980" v="13722"/>
          <ac:spMkLst>
            <pc:docMk/>
            <pc:sldMk cId="4091533890" sldId="1026"/>
            <ac:spMk id="232" creationId="{6750A408-ED0E-47CF-AC3A-5AD4A6E25CE3}"/>
          </ac:spMkLst>
        </pc:spChg>
        <pc:spChg chg="add del mod replST">
          <ac:chgData name="Wang, Yang - Gavin (T CED INW-CN)" userId="3bfd8117-d247-4416-84f8-c693ddb0b51a" providerId="ADAL" clId="{818DA5A0-48F4-4E85-8248-52437E656C31}" dt="2023-09-23T05:37:49.980" v="13723"/>
          <ac:spMkLst>
            <pc:docMk/>
            <pc:sldMk cId="4091533890" sldId="1026"/>
            <ac:spMk id="233" creationId="{6750A408-ED0E-47CF-AC3A-5AD4A6E25CE3}"/>
          </ac:spMkLst>
        </pc:spChg>
        <pc:spChg chg="add del mod replST">
          <ac:chgData name="Wang, Yang - Gavin (T CED INW-CN)" userId="3bfd8117-d247-4416-84f8-c693ddb0b51a" providerId="ADAL" clId="{818DA5A0-48F4-4E85-8248-52437E656C31}" dt="2023-09-23T05:37:49.980" v="13724"/>
          <ac:spMkLst>
            <pc:docMk/>
            <pc:sldMk cId="4091533890" sldId="1026"/>
            <ac:spMk id="234" creationId="{6750A408-ED0E-47CF-AC3A-5AD4A6E25CE3}"/>
          </ac:spMkLst>
        </pc:spChg>
        <pc:spChg chg="add del mod modVis">
          <ac:chgData name="Wang, Yang - Gavin (T CED INW-CN)" userId="3bfd8117-d247-4416-84f8-c693ddb0b51a" providerId="ADAL" clId="{818DA5A0-48F4-4E85-8248-52437E656C31}" dt="2023-09-23T05:37:48.321" v="13656"/>
          <ac:spMkLst>
            <pc:docMk/>
            <pc:sldMk cId="4091533890" sldId="1026"/>
            <ac:spMk id="236" creationId="{AA576CF5-4477-CD53-969B-DA75D925635B}"/>
          </ac:spMkLst>
        </pc:spChg>
        <pc:spChg chg="add del mod modVis">
          <ac:chgData name="Wang, Yang - Gavin (T CED INW-CN)" userId="3bfd8117-d247-4416-84f8-c693ddb0b51a" providerId="ADAL" clId="{818DA5A0-48F4-4E85-8248-52437E656C31}" dt="2023-09-23T05:37:50.021" v="13750"/>
          <ac:spMkLst>
            <pc:docMk/>
            <pc:sldMk cId="4091533890" sldId="1026"/>
            <ac:spMk id="238" creationId="{EDC93A16-7A09-C3AC-C928-65DC95BC448A}"/>
          </ac:spMkLst>
        </pc:spChg>
        <pc:spChg chg="add del mod modVis">
          <ac:chgData name="Wang, Yang - Gavin (T CED INW-CN)" userId="3bfd8117-d247-4416-84f8-c693ddb0b51a" providerId="ADAL" clId="{818DA5A0-48F4-4E85-8248-52437E656C31}" dt="2023-09-23T05:37:54.340" v="13822"/>
          <ac:spMkLst>
            <pc:docMk/>
            <pc:sldMk cId="4091533890" sldId="1026"/>
            <ac:spMk id="240" creationId="{B879518F-71DC-07CC-7343-61D12D8CA91B}"/>
          </ac:spMkLst>
        </pc:spChg>
        <pc:spChg chg="add del mod modVis">
          <ac:chgData name="Wang, Yang - Gavin (T CED INW-CN)" userId="3bfd8117-d247-4416-84f8-c693ddb0b51a" providerId="ADAL" clId="{818DA5A0-48F4-4E85-8248-52437E656C31}" dt="2023-09-23T05:37:59.267" v="13894"/>
          <ac:spMkLst>
            <pc:docMk/>
            <pc:sldMk cId="4091533890" sldId="1026"/>
            <ac:spMk id="242" creationId="{AB54042D-567F-E0A2-73C4-0E423FCF775B}"/>
          </ac:spMkLst>
        </pc:spChg>
        <pc:spChg chg="add del mod modVis">
          <ac:chgData name="Wang, Yang - Gavin (T CED INW-CN)" userId="3bfd8117-d247-4416-84f8-c693ddb0b51a" providerId="ADAL" clId="{818DA5A0-48F4-4E85-8248-52437E656C31}" dt="2023-09-23T05:38:07.003" v="13966"/>
          <ac:spMkLst>
            <pc:docMk/>
            <pc:sldMk cId="4091533890" sldId="1026"/>
            <ac:spMk id="244" creationId="{6972A519-1D99-73EA-DED4-01D42A5F33D4}"/>
          </ac:spMkLst>
        </pc:spChg>
        <pc:spChg chg="add del mod modVis">
          <ac:chgData name="Wang, Yang - Gavin (T CED INW-CN)" userId="3bfd8117-d247-4416-84f8-c693ddb0b51a" providerId="ADAL" clId="{818DA5A0-48F4-4E85-8248-52437E656C31}" dt="2023-09-23T05:38:11.460" v="14038"/>
          <ac:spMkLst>
            <pc:docMk/>
            <pc:sldMk cId="4091533890" sldId="1026"/>
            <ac:spMk id="246" creationId="{CABE87A7-BA81-4D88-6488-CB38E9452DDA}"/>
          </ac:spMkLst>
        </pc:spChg>
        <pc:spChg chg="add del mod modVis">
          <ac:chgData name="Wang, Yang - Gavin (T CED INW-CN)" userId="3bfd8117-d247-4416-84f8-c693ddb0b51a" providerId="ADAL" clId="{818DA5A0-48F4-4E85-8248-52437E656C31}" dt="2023-09-23T05:38:15.168" v="14110"/>
          <ac:spMkLst>
            <pc:docMk/>
            <pc:sldMk cId="4091533890" sldId="1026"/>
            <ac:spMk id="248" creationId="{3A03FC0B-1393-DAE6-7D2D-D1C9E57F8710}"/>
          </ac:spMkLst>
        </pc:spChg>
        <pc:spChg chg="add del mod modVis">
          <ac:chgData name="Wang, Yang - Gavin (T CED INW-CN)" userId="3bfd8117-d247-4416-84f8-c693ddb0b51a" providerId="ADAL" clId="{818DA5A0-48F4-4E85-8248-52437E656C31}" dt="2023-09-23T05:38:20.075" v="14207"/>
          <ac:spMkLst>
            <pc:docMk/>
            <pc:sldMk cId="4091533890" sldId="1026"/>
            <ac:spMk id="250" creationId="{DFD3713A-0798-2A94-A9B7-B110FE404B2E}"/>
          </ac:spMkLst>
        </pc:spChg>
        <pc:spChg chg="add del mod modVis">
          <ac:chgData name="Wang, Yang - Gavin (T CED INW-CN)" userId="3bfd8117-d247-4416-84f8-c693ddb0b51a" providerId="ADAL" clId="{818DA5A0-48F4-4E85-8248-52437E656C31}" dt="2023-09-23T05:38:20.903" v="14304"/>
          <ac:spMkLst>
            <pc:docMk/>
            <pc:sldMk cId="4091533890" sldId="1026"/>
            <ac:spMk id="252" creationId="{4DE55608-CCBB-550A-B232-FAD6D6D8EB7D}"/>
          </ac:spMkLst>
        </pc:spChg>
        <pc:spChg chg="add del mod modVis">
          <ac:chgData name="Wang, Yang - Gavin (T CED INW-CN)" userId="3bfd8117-d247-4416-84f8-c693ddb0b51a" providerId="ADAL" clId="{818DA5A0-48F4-4E85-8248-52437E656C31}" dt="2023-09-23T05:38:21.582" v="14401"/>
          <ac:spMkLst>
            <pc:docMk/>
            <pc:sldMk cId="4091533890" sldId="1026"/>
            <ac:spMk id="254" creationId="{FC421C11-5831-4B9E-5617-B8D900BBFCA9}"/>
          </ac:spMkLst>
        </pc:spChg>
        <pc:spChg chg="add del mod modVis">
          <ac:chgData name="Wang, Yang - Gavin (T CED INW-CN)" userId="3bfd8117-d247-4416-84f8-c693ddb0b51a" providerId="ADAL" clId="{818DA5A0-48F4-4E85-8248-52437E656C31}" dt="2023-09-23T05:38:24.043" v="14500"/>
          <ac:spMkLst>
            <pc:docMk/>
            <pc:sldMk cId="4091533890" sldId="1026"/>
            <ac:spMk id="256" creationId="{8752E4C6-094D-9B7D-D822-1375BEFFE99D}"/>
          </ac:spMkLst>
        </pc:spChg>
        <pc:spChg chg="add del mod modVis">
          <ac:chgData name="Wang, Yang - Gavin (T CED INW-CN)" userId="3bfd8117-d247-4416-84f8-c693ddb0b51a" providerId="ADAL" clId="{818DA5A0-48F4-4E85-8248-52437E656C31}" dt="2023-09-23T05:38:27.217" v="14572"/>
          <ac:spMkLst>
            <pc:docMk/>
            <pc:sldMk cId="4091533890" sldId="1026"/>
            <ac:spMk id="258" creationId="{BEC7EF16-7281-1486-9218-253F1F99AAA3}"/>
          </ac:spMkLst>
        </pc:spChg>
        <pc:spChg chg="add del mod modVis">
          <ac:chgData name="Wang, Yang - Gavin (T CED INW-CN)" userId="3bfd8117-d247-4416-84f8-c693ddb0b51a" providerId="ADAL" clId="{818DA5A0-48F4-4E85-8248-52437E656C31}" dt="2023-09-23T05:42:36.094" v="18556"/>
          <ac:spMkLst>
            <pc:docMk/>
            <pc:sldMk cId="4091533890" sldId="1026"/>
            <ac:spMk id="260" creationId="{623442C6-F5CF-F7D1-F0C9-1DED2FF13C8F}"/>
          </ac:spMkLst>
        </pc:spChg>
        <pc:spChg chg="add del mod modVis">
          <ac:chgData name="Wang, Yang - Gavin (T CED INW-CN)" userId="3bfd8117-d247-4416-84f8-c693ddb0b51a" providerId="ADAL" clId="{818DA5A0-48F4-4E85-8248-52437E656C31}" dt="2023-09-23T05:57:59.904" v="20961"/>
          <ac:spMkLst>
            <pc:docMk/>
            <pc:sldMk cId="4091533890" sldId="1026"/>
            <ac:spMk id="261" creationId="{AE36ABB7-6020-4261-E9CF-5F2DBC6AFD09}"/>
          </ac:spMkLst>
        </pc:spChg>
        <pc:spChg chg="add del mod modVis">
          <ac:chgData name="Wang, Yang - Gavin (T CED INW-CN)" userId="3bfd8117-d247-4416-84f8-c693ddb0b51a" providerId="ADAL" clId="{818DA5A0-48F4-4E85-8248-52437E656C31}" dt="2023-09-23T05:58:01.851" v="20995"/>
          <ac:spMkLst>
            <pc:docMk/>
            <pc:sldMk cId="4091533890" sldId="1026"/>
            <ac:spMk id="262" creationId="{B15CD7D2-6C74-CBAD-C0C0-EECE20DBF022}"/>
          </ac:spMkLst>
        </pc:spChg>
        <pc:spChg chg="add del mod modVis">
          <ac:chgData name="Wang, Yang - Gavin (T CED INW-CN)" userId="3bfd8117-d247-4416-84f8-c693ddb0b51a" providerId="ADAL" clId="{818DA5A0-48F4-4E85-8248-52437E656C31}" dt="2023-09-23T05:58:04.444" v="21026"/>
          <ac:spMkLst>
            <pc:docMk/>
            <pc:sldMk cId="4091533890" sldId="1026"/>
            <ac:spMk id="263" creationId="{9CCCF98F-2EFE-BD0F-107F-6B101524B9B6}"/>
          </ac:spMkLst>
        </pc:spChg>
        <pc:spChg chg="add del mod modVis">
          <ac:chgData name="Wang, Yang - Gavin (T CED INW-CN)" userId="3bfd8117-d247-4416-84f8-c693ddb0b51a" providerId="ADAL" clId="{818DA5A0-48F4-4E85-8248-52437E656C31}" dt="2023-09-23T05:58:05.294" v="21056"/>
          <ac:spMkLst>
            <pc:docMk/>
            <pc:sldMk cId="4091533890" sldId="1026"/>
            <ac:spMk id="264" creationId="{33D59DC1-708A-53FD-97D9-B0E6EC93A60D}"/>
          </ac:spMkLst>
        </pc:spChg>
        <pc:spChg chg="add del mod modVis">
          <ac:chgData name="Wang, Yang - Gavin (T CED INW-CN)" userId="3bfd8117-d247-4416-84f8-c693ddb0b51a" providerId="ADAL" clId="{818DA5A0-48F4-4E85-8248-52437E656C31}" dt="2023-09-23T05:58:06.044" v="21085"/>
          <ac:spMkLst>
            <pc:docMk/>
            <pc:sldMk cId="4091533890" sldId="1026"/>
            <ac:spMk id="265" creationId="{E684A3A9-C7E5-E9C9-58EE-025296CD3B44}"/>
          </ac:spMkLst>
        </pc:spChg>
        <pc:spChg chg="add del mod modVis">
          <ac:chgData name="Wang, Yang - Gavin (T CED INW-CN)" userId="3bfd8117-d247-4416-84f8-c693ddb0b51a" providerId="ADAL" clId="{818DA5A0-48F4-4E85-8248-52437E656C31}" dt="2023-09-23T05:58:08.344" v="21118"/>
          <ac:spMkLst>
            <pc:docMk/>
            <pc:sldMk cId="4091533890" sldId="1026"/>
            <ac:spMk id="266" creationId="{2C71D236-F729-F558-F15F-074F0B35239E}"/>
          </ac:spMkLst>
        </pc:spChg>
        <pc:spChg chg="add del mod modVis">
          <ac:chgData name="Wang, Yang - Gavin (T CED INW-CN)" userId="3bfd8117-d247-4416-84f8-c693ddb0b51a" providerId="ADAL" clId="{818DA5A0-48F4-4E85-8248-52437E656C31}" dt="2023-09-23T05:58:08.960" v="21148"/>
          <ac:spMkLst>
            <pc:docMk/>
            <pc:sldMk cId="4091533890" sldId="1026"/>
            <ac:spMk id="267" creationId="{409B087B-6C0B-33D9-C80F-076FFB021640}"/>
          </ac:spMkLst>
        </pc:spChg>
        <pc:spChg chg="add del mod modVis">
          <ac:chgData name="Wang, Yang - Gavin (T CED INW-CN)" userId="3bfd8117-d247-4416-84f8-c693ddb0b51a" providerId="ADAL" clId="{818DA5A0-48F4-4E85-8248-52437E656C31}" dt="2023-09-23T05:58:12.444" v="21192"/>
          <ac:spMkLst>
            <pc:docMk/>
            <pc:sldMk cId="4091533890" sldId="1026"/>
            <ac:spMk id="268" creationId="{9BC4D6C1-47DD-CC14-6D01-8EB00BED2D6D}"/>
          </ac:spMkLst>
        </pc:spChg>
        <pc:spChg chg="add del mod modVis">
          <ac:chgData name="Wang, Yang - Gavin (T CED INW-CN)" userId="3bfd8117-d247-4416-84f8-c693ddb0b51a" providerId="ADAL" clId="{818DA5A0-48F4-4E85-8248-52437E656C31}" dt="2023-09-23T05:58:13.070" v="21221"/>
          <ac:spMkLst>
            <pc:docMk/>
            <pc:sldMk cId="4091533890" sldId="1026"/>
            <ac:spMk id="269" creationId="{1805EEFF-C24C-5F9B-193A-440A0BE86148}"/>
          </ac:spMkLst>
        </pc:spChg>
        <pc:spChg chg="add del mod modVis">
          <ac:chgData name="Wang, Yang - Gavin (T CED INW-CN)" userId="3bfd8117-d247-4416-84f8-c693ddb0b51a" providerId="ADAL" clId="{818DA5A0-48F4-4E85-8248-52437E656C31}" dt="2023-09-23T05:58:16.441" v="21252"/>
          <ac:spMkLst>
            <pc:docMk/>
            <pc:sldMk cId="4091533890" sldId="1026"/>
            <ac:spMk id="270" creationId="{AF4F99FE-58E3-7E65-FF7C-69EA1143D357}"/>
          </ac:spMkLst>
        </pc:spChg>
        <pc:spChg chg="add del mod modVis">
          <ac:chgData name="Wang, Yang - Gavin (T CED INW-CN)" userId="3bfd8117-d247-4416-84f8-c693ddb0b51a" providerId="ADAL" clId="{818DA5A0-48F4-4E85-8248-52437E656C31}" dt="2023-09-23T05:58:18.870" v="21293"/>
          <ac:spMkLst>
            <pc:docMk/>
            <pc:sldMk cId="4091533890" sldId="1026"/>
            <ac:spMk id="271" creationId="{F251EFF8-885E-D7F9-B327-703305AC30B1}"/>
          </ac:spMkLst>
        </pc:spChg>
        <pc:spChg chg="add del mod modVis">
          <ac:chgData name="Wang, Yang - Gavin (T CED INW-CN)" userId="3bfd8117-d247-4416-84f8-c693ddb0b51a" providerId="ADAL" clId="{818DA5A0-48F4-4E85-8248-52437E656C31}" dt="2023-09-23T05:58:20.536" v="21329"/>
          <ac:spMkLst>
            <pc:docMk/>
            <pc:sldMk cId="4091533890" sldId="1026"/>
            <ac:spMk id="272" creationId="{B876B83A-F0D8-F626-00B6-3C47B9FA6327}"/>
          </ac:spMkLst>
        </pc:spChg>
        <pc:spChg chg="add mod ord">
          <ac:chgData name="Wang, Yang - Gavin (T CED INW-CN)" userId="3bfd8117-d247-4416-84f8-c693ddb0b51a" providerId="ADAL" clId="{818DA5A0-48F4-4E85-8248-52437E656C31}" dt="2023-09-23T06:42:11.347" v="26856"/>
          <ac:spMkLst>
            <pc:docMk/>
            <pc:sldMk cId="4091533890" sldId="1026"/>
            <ac:spMk id="273" creationId="{407B1EE3-E8B8-6FAF-6791-666E312F7BA4}"/>
          </ac:spMkLst>
        </pc:spChg>
        <pc:spChg chg="add mod ord">
          <ac:chgData name="Wang, Yang - Gavin (T CED INW-CN)" userId="3bfd8117-d247-4416-84f8-c693ddb0b51a" providerId="ADAL" clId="{818DA5A0-48F4-4E85-8248-52437E656C31}" dt="2023-09-23T06:42:11.347" v="26856"/>
          <ac:spMkLst>
            <pc:docMk/>
            <pc:sldMk cId="4091533890" sldId="1026"/>
            <ac:spMk id="274" creationId="{87467FB0-3115-CA65-46A7-4467B8971F5B}"/>
          </ac:spMkLst>
        </pc:spChg>
        <pc:spChg chg="add mod ord">
          <ac:chgData name="Wang, Yang - Gavin (T CED INW-CN)" userId="3bfd8117-d247-4416-84f8-c693ddb0b51a" providerId="ADAL" clId="{818DA5A0-48F4-4E85-8248-52437E656C31}" dt="2023-09-23T06:42:11.347" v="26856"/>
          <ac:spMkLst>
            <pc:docMk/>
            <pc:sldMk cId="4091533890" sldId="1026"/>
            <ac:spMk id="275" creationId="{A56D49CD-0D59-C9A3-CC37-B5D01631CFD7}"/>
          </ac:spMkLst>
        </pc:spChg>
        <pc:spChg chg="mod">
          <ac:chgData name="Wang, Yang - Gavin (T CED INW-CN)" userId="3bfd8117-d247-4416-84f8-c693ddb0b51a" providerId="ADAL" clId="{818DA5A0-48F4-4E85-8248-52437E656C31}" dt="2023-09-23T05:58:32.566" v="21332"/>
          <ac:spMkLst>
            <pc:docMk/>
            <pc:sldMk cId="4091533890" sldId="1026"/>
            <ac:spMk id="277" creationId="{EBCAFD63-525A-D41A-5CE9-50C76F486963}"/>
          </ac:spMkLst>
        </pc:spChg>
        <pc:spChg chg="mod">
          <ac:chgData name="Wang, Yang - Gavin (T CED INW-CN)" userId="3bfd8117-d247-4416-84f8-c693ddb0b51a" providerId="ADAL" clId="{818DA5A0-48F4-4E85-8248-52437E656C31}" dt="2023-09-23T05:58:32.566" v="21332"/>
          <ac:spMkLst>
            <pc:docMk/>
            <pc:sldMk cId="4091533890" sldId="1026"/>
            <ac:spMk id="278" creationId="{D842801C-797B-1113-034A-81B0D29D44C9}"/>
          </ac:spMkLst>
        </pc:spChg>
        <pc:spChg chg="mod">
          <ac:chgData name="Wang, Yang - Gavin (T CED INW-CN)" userId="3bfd8117-d247-4416-84f8-c693ddb0b51a" providerId="ADAL" clId="{818DA5A0-48F4-4E85-8248-52437E656C31}" dt="2023-09-23T05:58:32.566" v="21332"/>
          <ac:spMkLst>
            <pc:docMk/>
            <pc:sldMk cId="4091533890" sldId="1026"/>
            <ac:spMk id="279" creationId="{2DC2AB5D-A9DD-FE74-2891-356F2CE58725}"/>
          </ac:spMkLst>
        </pc:spChg>
        <pc:spChg chg="mod">
          <ac:chgData name="Wang, Yang - Gavin (T CED INW-CN)" userId="3bfd8117-d247-4416-84f8-c693ddb0b51a" providerId="ADAL" clId="{818DA5A0-48F4-4E85-8248-52437E656C31}" dt="2023-09-23T05:58:32.566" v="21332"/>
          <ac:spMkLst>
            <pc:docMk/>
            <pc:sldMk cId="4091533890" sldId="1026"/>
            <ac:spMk id="280" creationId="{D3A084A4-88E8-89D7-2866-33AF9A96F82A}"/>
          </ac:spMkLst>
        </pc:spChg>
        <pc:spChg chg="mod">
          <ac:chgData name="Wang, Yang - Gavin (T CED INW-CN)" userId="3bfd8117-d247-4416-84f8-c693ddb0b51a" providerId="ADAL" clId="{818DA5A0-48F4-4E85-8248-52437E656C31}" dt="2023-09-23T05:58:32.566" v="21332"/>
          <ac:spMkLst>
            <pc:docMk/>
            <pc:sldMk cId="4091533890" sldId="1026"/>
            <ac:spMk id="281" creationId="{5C0B9285-B6C8-7CD3-CB92-FB3773BCD57E}"/>
          </ac:spMkLst>
        </pc:spChg>
        <pc:spChg chg="mod">
          <ac:chgData name="Wang, Yang - Gavin (T CED INW-CN)" userId="3bfd8117-d247-4416-84f8-c693ddb0b51a" providerId="ADAL" clId="{818DA5A0-48F4-4E85-8248-52437E656C31}" dt="2023-09-23T05:58:32.566" v="21332"/>
          <ac:spMkLst>
            <pc:docMk/>
            <pc:sldMk cId="4091533890" sldId="1026"/>
            <ac:spMk id="282" creationId="{F6DDCFCC-E3B2-1548-FA9C-F4D7592CBE47}"/>
          </ac:spMkLst>
        </pc:spChg>
        <pc:spChg chg="mod">
          <ac:chgData name="Wang, Yang - Gavin (T CED INW-CN)" userId="3bfd8117-d247-4416-84f8-c693ddb0b51a" providerId="ADAL" clId="{818DA5A0-48F4-4E85-8248-52437E656C31}" dt="2023-09-23T05:58:32.566" v="21332"/>
          <ac:spMkLst>
            <pc:docMk/>
            <pc:sldMk cId="4091533890" sldId="1026"/>
            <ac:spMk id="283" creationId="{A50E9B65-2D7F-B516-DA16-953937883739}"/>
          </ac:spMkLst>
        </pc:spChg>
        <pc:spChg chg="mod">
          <ac:chgData name="Wang, Yang - Gavin (T CED INW-CN)" userId="3bfd8117-d247-4416-84f8-c693ddb0b51a" providerId="ADAL" clId="{818DA5A0-48F4-4E85-8248-52437E656C31}" dt="2023-09-23T05:58:32.566" v="21332"/>
          <ac:spMkLst>
            <pc:docMk/>
            <pc:sldMk cId="4091533890" sldId="1026"/>
            <ac:spMk id="284" creationId="{9CD8FCB2-8A84-8BC6-1101-A6A803B6651C}"/>
          </ac:spMkLst>
        </pc:spChg>
        <pc:spChg chg="mod">
          <ac:chgData name="Wang, Yang - Gavin (T CED INW-CN)" userId="3bfd8117-d247-4416-84f8-c693ddb0b51a" providerId="ADAL" clId="{818DA5A0-48F4-4E85-8248-52437E656C31}" dt="2023-09-23T05:58:32.566" v="21332"/>
          <ac:spMkLst>
            <pc:docMk/>
            <pc:sldMk cId="4091533890" sldId="1026"/>
            <ac:spMk id="286" creationId="{12F0A17E-9119-7877-6927-60B1445E820F}"/>
          </ac:spMkLst>
        </pc:spChg>
        <pc:spChg chg="mod">
          <ac:chgData name="Wang, Yang - Gavin (T CED INW-CN)" userId="3bfd8117-d247-4416-84f8-c693ddb0b51a" providerId="ADAL" clId="{818DA5A0-48F4-4E85-8248-52437E656C31}" dt="2023-09-23T05:58:32.566" v="21332"/>
          <ac:spMkLst>
            <pc:docMk/>
            <pc:sldMk cId="4091533890" sldId="1026"/>
            <ac:spMk id="287" creationId="{F5031451-C0B7-BE40-AEB3-2B574B529C62}"/>
          </ac:spMkLst>
        </pc:spChg>
        <pc:spChg chg="mod">
          <ac:chgData name="Wang, Yang - Gavin (T CED INW-CN)" userId="3bfd8117-d247-4416-84f8-c693ddb0b51a" providerId="ADAL" clId="{818DA5A0-48F4-4E85-8248-52437E656C31}" dt="2023-09-23T05:58:32.566" v="21332"/>
          <ac:spMkLst>
            <pc:docMk/>
            <pc:sldMk cId="4091533890" sldId="1026"/>
            <ac:spMk id="288" creationId="{309F6E8A-725F-BD94-91FE-9AB5ED9946AD}"/>
          </ac:spMkLst>
        </pc:spChg>
        <pc:spChg chg="mod">
          <ac:chgData name="Wang, Yang - Gavin (T CED INW-CN)" userId="3bfd8117-d247-4416-84f8-c693ddb0b51a" providerId="ADAL" clId="{818DA5A0-48F4-4E85-8248-52437E656C31}" dt="2023-09-23T05:58:32.566" v="21332"/>
          <ac:spMkLst>
            <pc:docMk/>
            <pc:sldMk cId="4091533890" sldId="1026"/>
            <ac:spMk id="289" creationId="{11AE6C0A-38B6-4AEF-AC93-7F941FF71144}"/>
          </ac:spMkLst>
        </pc:spChg>
        <pc:spChg chg="mod">
          <ac:chgData name="Wang, Yang - Gavin (T CED INW-CN)" userId="3bfd8117-d247-4416-84f8-c693ddb0b51a" providerId="ADAL" clId="{818DA5A0-48F4-4E85-8248-52437E656C31}" dt="2023-09-23T05:58:32.566" v="21332"/>
          <ac:spMkLst>
            <pc:docMk/>
            <pc:sldMk cId="4091533890" sldId="1026"/>
            <ac:spMk id="290" creationId="{778D7D0A-6161-C88E-1157-FA3DA5B780CB}"/>
          </ac:spMkLst>
        </pc:spChg>
        <pc:spChg chg="mod">
          <ac:chgData name="Wang, Yang - Gavin (T CED INW-CN)" userId="3bfd8117-d247-4416-84f8-c693ddb0b51a" providerId="ADAL" clId="{818DA5A0-48F4-4E85-8248-52437E656C31}" dt="2023-09-23T05:58:32.566" v="21332"/>
          <ac:spMkLst>
            <pc:docMk/>
            <pc:sldMk cId="4091533890" sldId="1026"/>
            <ac:spMk id="292" creationId="{550AB476-2C5D-3921-DAF8-6D9AE7201266}"/>
          </ac:spMkLst>
        </pc:spChg>
        <pc:spChg chg="mod">
          <ac:chgData name="Wang, Yang - Gavin (T CED INW-CN)" userId="3bfd8117-d247-4416-84f8-c693ddb0b51a" providerId="ADAL" clId="{818DA5A0-48F4-4E85-8248-52437E656C31}" dt="2023-09-23T05:58:32.566" v="21332"/>
          <ac:spMkLst>
            <pc:docMk/>
            <pc:sldMk cId="4091533890" sldId="1026"/>
            <ac:spMk id="293" creationId="{1B9C18A8-FFBD-D660-8122-F9DDD9ACB072}"/>
          </ac:spMkLst>
        </pc:spChg>
        <pc:spChg chg="mod">
          <ac:chgData name="Wang, Yang - Gavin (T CED INW-CN)" userId="3bfd8117-d247-4416-84f8-c693ddb0b51a" providerId="ADAL" clId="{818DA5A0-48F4-4E85-8248-52437E656C31}" dt="2023-09-23T05:58:32.566" v="21332"/>
          <ac:spMkLst>
            <pc:docMk/>
            <pc:sldMk cId="4091533890" sldId="1026"/>
            <ac:spMk id="294" creationId="{8A964B17-0E4B-7A74-8FF2-A408979F6052}"/>
          </ac:spMkLst>
        </pc:spChg>
        <pc:spChg chg="mod">
          <ac:chgData name="Wang, Yang - Gavin (T CED INW-CN)" userId="3bfd8117-d247-4416-84f8-c693ddb0b51a" providerId="ADAL" clId="{818DA5A0-48F4-4E85-8248-52437E656C31}" dt="2023-09-23T05:58:32.566" v="21332"/>
          <ac:spMkLst>
            <pc:docMk/>
            <pc:sldMk cId="4091533890" sldId="1026"/>
            <ac:spMk id="295" creationId="{CDED08B3-2A75-C906-41D1-6B83E86ED664}"/>
          </ac:spMkLst>
        </pc:spChg>
        <pc:spChg chg="mod">
          <ac:chgData name="Wang, Yang - Gavin (T CED INW-CN)" userId="3bfd8117-d247-4416-84f8-c693ddb0b51a" providerId="ADAL" clId="{818DA5A0-48F4-4E85-8248-52437E656C31}" dt="2023-09-23T05:58:32.566" v="21332"/>
          <ac:spMkLst>
            <pc:docMk/>
            <pc:sldMk cId="4091533890" sldId="1026"/>
            <ac:spMk id="296" creationId="{6A275798-F70E-6EE8-34CC-4A7987D48A8E}"/>
          </ac:spMkLst>
        </pc:spChg>
        <pc:spChg chg="mod">
          <ac:chgData name="Wang, Yang - Gavin (T CED INW-CN)" userId="3bfd8117-d247-4416-84f8-c693ddb0b51a" providerId="ADAL" clId="{818DA5A0-48F4-4E85-8248-52437E656C31}" dt="2023-09-23T05:58:32.566" v="21332"/>
          <ac:spMkLst>
            <pc:docMk/>
            <pc:sldMk cId="4091533890" sldId="1026"/>
            <ac:spMk id="297" creationId="{84271227-82D5-0FEC-322D-31EE2CFE22A1}"/>
          </ac:spMkLst>
        </pc:spChg>
        <pc:spChg chg="add del mod ord">
          <ac:chgData name="Wang, Yang - Gavin (T CED INW-CN)" userId="3bfd8117-d247-4416-84f8-c693ddb0b51a" providerId="ADAL" clId="{818DA5A0-48F4-4E85-8248-52437E656C31}" dt="2023-09-23T05:59:29.248" v="21619"/>
          <ac:spMkLst>
            <pc:docMk/>
            <pc:sldMk cId="4091533890" sldId="1026"/>
            <ac:spMk id="298" creationId="{9438AE6E-5B0A-93CB-F8A6-601A12C6836C}"/>
          </ac:spMkLst>
        </pc:spChg>
        <pc:spChg chg="add del mod ord">
          <ac:chgData name="Wang, Yang - Gavin (T CED INW-CN)" userId="3bfd8117-d247-4416-84f8-c693ddb0b51a" providerId="ADAL" clId="{818DA5A0-48F4-4E85-8248-52437E656C31}" dt="2023-09-23T05:59:29.254" v="21621"/>
          <ac:spMkLst>
            <pc:docMk/>
            <pc:sldMk cId="4091533890" sldId="1026"/>
            <ac:spMk id="299" creationId="{541BAD63-3A35-1C76-22FD-74E5109EEB4C}"/>
          </ac:spMkLst>
        </pc:spChg>
        <pc:spChg chg="add del mod ord replST">
          <ac:chgData name="Wang, Yang - Gavin (T CED INW-CN)" userId="3bfd8117-d247-4416-84f8-c693ddb0b51a" providerId="ADAL" clId="{818DA5A0-48F4-4E85-8248-52437E656C31}" dt="2023-09-23T05:59:29.226" v="21603"/>
          <ac:spMkLst>
            <pc:docMk/>
            <pc:sldMk cId="4091533890" sldId="1026"/>
            <ac:spMk id="301" creationId="{E33730EC-E363-4CDA-9693-F262BCF39334}"/>
          </ac:spMkLst>
        </pc:spChg>
        <pc:spChg chg="add del mod replST">
          <ac:chgData name="Wang, Yang - Gavin (T CED INW-CN)" userId="3bfd8117-d247-4416-84f8-c693ddb0b51a" providerId="ADAL" clId="{818DA5A0-48F4-4E85-8248-52437E656C31}" dt="2023-09-23T05:59:29.238" v="21611"/>
          <ac:spMkLst>
            <pc:docMk/>
            <pc:sldMk cId="4091533890" sldId="1026"/>
            <ac:spMk id="303" creationId="{1BE1E0EC-F7D0-9755-E8DD-6FE402ED8181}"/>
          </ac:spMkLst>
        </pc:spChg>
        <pc:spChg chg="add del mod replST">
          <ac:chgData name="Wang, Yang - Gavin (T CED INW-CN)" userId="3bfd8117-d247-4416-84f8-c693ddb0b51a" providerId="ADAL" clId="{818DA5A0-48F4-4E85-8248-52437E656C31}" dt="2023-09-23T05:59:29.236" v="21610"/>
          <ac:spMkLst>
            <pc:docMk/>
            <pc:sldMk cId="4091533890" sldId="1026"/>
            <ac:spMk id="304" creationId="{5DB91F73-3B08-12C5-37A9-D1CBB9C792FB}"/>
          </ac:spMkLst>
        </pc:spChg>
        <pc:spChg chg="add del mod replST">
          <ac:chgData name="Wang, Yang - Gavin (T CED INW-CN)" userId="3bfd8117-d247-4416-84f8-c693ddb0b51a" providerId="ADAL" clId="{818DA5A0-48F4-4E85-8248-52437E656C31}" dt="2023-09-23T05:59:29.236" v="21609"/>
          <ac:spMkLst>
            <pc:docMk/>
            <pc:sldMk cId="4091533890" sldId="1026"/>
            <ac:spMk id="305" creationId="{D48CC567-8EEF-4CB2-355B-C2E5787747ED}"/>
          </ac:spMkLst>
        </pc:spChg>
        <pc:spChg chg="add del mod replST">
          <ac:chgData name="Wang, Yang - Gavin (T CED INW-CN)" userId="3bfd8117-d247-4416-84f8-c693ddb0b51a" providerId="ADAL" clId="{818DA5A0-48F4-4E85-8248-52437E656C31}" dt="2023-09-23T05:59:29.228" v="21608"/>
          <ac:spMkLst>
            <pc:docMk/>
            <pc:sldMk cId="4091533890" sldId="1026"/>
            <ac:spMk id="306" creationId="{08FCE2DA-925F-97C9-C5C9-4624490FE10A}"/>
          </ac:spMkLst>
        </pc:spChg>
        <pc:spChg chg="add del mod replST">
          <ac:chgData name="Wang, Yang - Gavin (T CED INW-CN)" userId="3bfd8117-d247-4416-84f8-c693ddb0b51a" providerId="ADAL" clId="{818DA5A0-48F4-4E85-8248-52437E656C31}" dt="2023-09-23T05:59:29.228" v="21607"/>
          <ac:spMkLst>
            <pc:docMk/>
            <pc:sldMk cId="4091533890" sldId="1026"/>
            <ac:spMk id="307" creationId="{BE517F28-FEFE-2471-2E1B-870D7C577378}"/>
          </ac:spMkLst>
        </pc:spChg>
        <pc:spChg chg="add del mod replST">
          <ac:chgData name="Wang, Yang - Gavin (T CED INW-CN)" userId="3bfd8117-d247-4416-84f8-c693ddb0b51a" providerId="ADAL" clId="{818DA5A0-48F4-4E85-8248-52437E656C31}" dt="2023-09-23T05:59:29.228" v="21606"/>
          <ac:spMkLst>
            <pc:docMk/>
            <pc:sldMk cId="4091533890" sldId="1026"/>
            <ac:spMk id="308" creationId="{7E7A3117-E4A9-82BC-2A9A-56FFCFDF68C3}"/>
          </ac:spMkLst>
        </pc:spChg>
        <pc:spChg chg="add del mod replST">
          <ac:chgData name="Wang, Yang - Gavin (T CED INW-CN)" userId="3bfd8117-d247-4416-84f8-c693ddb0b51a" providerId="ADAL" clId="{818DA5A0-48F4-4E85-8248-52437E656C31}" dt="2023-09-23T05:59:29.228" v="21605"/>
          <ac:spMkLst>
            <pc:docMk/>
            <pc:sldMk cId="4091533890" sldId="1026"/>
            <ac:spMk id="309" creationId="{9104F816-510B-582D-38F4-CED651457734}"/>
          </ac:spMkLst>
        </pc:spChg>
        <pc:spChg chg="add del mod replST">
          <ac:chgData name="Wang, Yang - Gavin (T CED INW-CN)" userId="3bfd8117-d247-4416-84f8-c693ddb0b51a" providerId="ADAL" clId="{818DA5A0-48F4-4E85-8248-52437E656C31}" dt="2023-09-23T05:59:29.228" v="21604"/>
          <ac:spMkLst>
            <pc:docMk/>
            <pc:sldMk cId="4091533890" sldId="1026"/>
            <ac:spMk id="310" creationId="{B5E4960C-3451-FABA-58E1-0F4CE19A2D4E}"/>
          </ac:spMkLst>
        </pc:spChg>
        <pc:spChg chg="mod">
          <ac:chgData name="Wang, Yang - Gavin (T CED INW-CN)" userId="3bfd8117-d247-4416-84f8-c693ddb0b51a" providerId="ADAL" clId="{818DA5A0-48F4-4E85-8248-52437E656C31}" dt="2023-09-23T05:58:32.566" v="21332"/>
          <ac:spMkLst>
            <pc:docMk/>
            <pc:sldMk cId="4091533890" sldId="1026"/>
            <ac:spMk id="313" creationId="{FA326BCB-AE9D-DD3D-E245-4AF374506C06}"/>
          </ac:spMkLst>
        </pc:spChg>
        <pc:spChg chg="mod">
          <ac:chgData name="Wang, Yang - Gavin (T CED INW-CN)" userId="3bfd8117-d247-4416-84f8-c693ddb0b51a" providerId="ADAL" clId="{818DA5A0-48F4-4E85-8248-52437E656C31}" dt="2023-09-23T05:58:32.566" v="21332"/>
          <ac:spMkLst>
            <pc:docMk/>
            <pc:sldMk cId="4091533890" sldId="1026"/>
            <ac:spMk id="314" creationId="{E50EA6B8-970B-C90F-0F01-858D6F46AF24}"/>
          </ac:spMkLst>
        </pc:spChg>
        <pc:spChg chg="mod">
          <ac:chgData name="Wang, Yang - Gavin (T CED INW-CN)" userId="3bfd8117-d247-4416-84f8-c693ddb0b51a" providerId="ADAL" clId="{818DA5A0-48F4-4E85-8248-52437E656C31}" dt="2023-09-23T05:58:32.566" v="21332"/>
          <ac:spMkLst>
            <pc:docMk/>
            <pc:sldMk cId="4091533890" sldId="1026"/>
            <ac:spMk id="315" creationId="{EF4B169C-0172-37DF-838C-7A76A79CFC70}"/>
          </ac:spMkLst>
        </pc:spChg>
        <pc:spChg chg="add del mod modVis">
          <ac:chgData name="Wang, Yang - Gavin (T CED INW-CN)" userId="3bfd8117-d247-4416-84f8-c693ddb0b51a" providerId="ADAL" clId="{818DA5A0-48F4-4E85-8248-52437E656C31}" dt="2023-09-23T05:58:33.595" v="21579"/>
          <ac:spMkLst>
            <pc:docMk/>
            <pc:sldMk cId="4091533890" sldId="1026"/>
            <ac:spMk id="316" creationId="{76C783B1-0FAD-EEDC-3F27-385C4E1982E3}"/>
          </ac:spMkLst>
        </pc:spChg>
        <pc:spChg chg="add mod ord">
          <ac:chgData name="Wang, Yang - Gavin (T CED INW-CN)" userId="3bfd8117-d247-4416-84f8-c693ddb0b51a" providerId="ADAL" clId="{818DA5A0-48F4-4E85-8248-52437E656C31}" dt="2023-09-23T06:42:11.347" v="26856"/>
          <ac:spMkLst>
            <pc:docMk/>
            <pc:sldMk cId="4091533890" sldId="1026"/>
            <ac:spMk id="318" creationId="{DF5F6105-D7CA-11D4-4976-182EB4468F2A}"/>
          </ac:spMkLst>
        </pc:spChg>
        <pc:spChg chg="add mod ord">
          <ac:chgData name="Wang, Yang - Gavin (T CED INW-CN)" userId="3bfd8117-d247-4416-84f8-c693ddb0b51a" providerId="ADAL" clId="{818DA5A0-48F4-4E85-8248-52437E656C31}" dt="2023-09-23T06:42:11.347" v="26856"/>
          <ac:spMkLst>
            <pc:docMk/>
            <pc:sldMk cId="4091533890" sldId="1026"/>
            <ac:spMk id="319" creationId="{92AF5D90-285C-FEA8-4B21-AEDADC811C34}"/>
          </ac:spMkLst>
        </pc:spChg>
        <pc:spChg chg="add mod ord replST">
          <ac:chgData name="Wang, Yang - Gavin (T CED INW-CN)" userId="3bfd8117-d247-4416-84f8-c693ddb0b51a" providerId="ADAL" clId="{818DA5A0-48F4-4E85-8248-52437E656C31}" dt="2023-09-23T06:42:11.347" v="26856"/>
          <ac:spMkLst>
            <pc:docMk/>
            <pc:sldMk cId="4091533890" sldId="1026"/>
            <ac:spMk id="321" creationId="{02F6ADD0-CACE-485F-7AD1-B4C5D8321189}"/>
          </ac:spMkLst>
        </pc:spChg>
        <pc:spChg chg="add mod replST">
          <ac:chgData name="Wang, Yang - Gavin (T CED INW-CN)" userId="3bfd8117-d247-4416-84f8-c693ddb0b51a" providerId="ADAL" clId="{818DA5A0-48F4-4E85-8248-52437E656C31}" dt="2023-09-23T06:41:44.151" v="25987"/>
          <ac:spMkLst>
            <pc:docMk/>
            <pc:sldMk cId="4091533890" sldId="1026"/>
            <ac:spMk id="323" creationId="{3C6AEECB-BC57-121D-B72E-ED80B410D207}"/>
          </ac:spMkLst>
        </pc:spChg>
        <pc:spChg chg="add mod replST">
          <ac:chgData name="Wang, Yang - Gavin (T CED INW-CN)" userId="3bfd8117-d247-4416-84f8-c693ddb0b51a" providerId="ADAL" clId="{818DA5A0-48F4-4E85-8248-52437E656C31}" dt="2023-09-23T06:41:44.153" v="25988"/>
          <ac:spMkLst>
            <pc:docMk/>
            <pc:sldMk cId="4091533890" sldId="1026"/>
            <ac:spMk id="324" creationId="{FFF49D31-7D7F-43BE-9DF9-9ABB6CC0910F}"/>
          </ac:spMkLst>
        </pc:spChg>
        <pc:spChg chg="add mod replST">
          <ac:chgData name="Wang, Yang - Gavin (T CED INW-CN)" userId="3bfd8117-d247-4416-84f8-c693ddb0b51a" providerId="ADAL" clId="{818DA5A0-48F4-4E85-8248-52437E656C31}" dt="2023-09-23T06:41:44.153" v="25989"/>
          <ac:spMkLst>
            <pc:docMk/>
            <pc:sldMk cId="4091533890" sldId="1026"/>
            <ac:spMk id="325" creationId="{2B7C82DB-9923-73BF-3F66-9CF8A983EF06}"/>
          </ac:spMkLst>
        </pc:spChg>
        <pc:spChg chg="add mod replST">
          <ac:chgData name="Wang, Yang - Gavin (T CED INW-CN)" userId="3bfd8117-d247-4416-84f8-c693ddb0b51a" providerId="ADAL" clId="{818DA5A0-48F4-4E85-8248-52437E656C31}" dt="2023-09-23T06:41:44.153" v="25990"/>
          <ac:spMkLst>
            <pc:docMk/>
            <pc:sldMk cId="4091533890" sldId="1026"/>
            <ac:spMk id="326" creationId="{05D95357-C1F3-A9BD-737A-520DB354FC71}"/>
          </ac:spMkLst>
        </pc:spChg>
        <pc:spChg chg="add mod replST">
          <ac:chgData name="Wang, Yang - Gavin (T CED INW-CN)" userId="3bfd8117-d247-4416-84f8-c693ddb0b51a" providerId="ADAL" clId="{818DA5A0-48F4-4E85-8248-52437E656C31}" dt="2023-09-23T06:41:44.153" v="25991"/>
          <ac:spMkLst>
            <pc:docMk/>
            <pc:sldMk cId="4091533890" sldId="1026"/>
            <ac:spMk id="327" creationId="{9222BAFD-C6A5-50C8-F2B7-C5D6303EAC17}"/>
          </ac:spMkLst>
        </pc:spChg>
        <pc:spChg chg="add mod replST">
          <ac:chgData name="Wang, Yang - Gavin (T CED INW-CN)" userId="3bfd8117-d247-4416-84f8-c693ddb0b51a" providerId="ADAL" clId="{818DA5A0-48F4-4E85-8248-52437E656C31}" dt="2023-09-23T06:41:44.153" v="25992"/>
          <ac:spMkLst>
            <pc:docMk/>
            <pc:sldMk cId="4091533890" sldId="1026"/>
            <ac:spMk id="328" creationId="{BF2BB6C7-BEC3-FDAA-2C72-71E67E026659}"/>
          </ac:spMkLst>
        </pc:spChg>
        <pc:spChg chg="add mod replST">
          <ac:chgData name="Wang, Yang - Gavin (T CED INW-CN)" userId="3bfd8117-d247-4416-84f8-c693ddb0b51a" providerId="ADAL" clId="{818DA5A0-48F4-4E85-8248-52437E656C31}" dt="2023-09-23T06:41:44.153" v="25993"/>
          <ac:spMkLst>
            <pc:docMk/>
            <pc:sldMk cId="4091533890" sldId="1026"/>
            <ac:spMk id="329" creationId="{4FBA56F9-A332-63F5-8456-381BDA7F8961}"/>
          </ac:spMkLst>
        </pc:spChg>
        <pc:spChg chg="add mod replST">
          <ac:chgData name="Wang, Yang - Gavin (T CED INW-CN)" userId="3bfd8117-d247-4416-84f8-c693ddb0b51a" providerId="ADAL" clId="{818DA5A0-48F4-4E85-8248-52437E656C31}" dt="2023-09-23T06:42:11.347" v="26856"/>
          <ac:spMkLst>
            <pc:docMk/>
            <pc:sldMk cId="4091533890" sldId="1026"/>
            <ac:spMk id="330" creationId="{016A1492-732C-946F-E326-5B6BBDF01916}"/>
          </ac:spMkLst>
        </pc:spChg>
        <pc:spChg chg="add del mod modVis">
          <ac:chgData name="Wang, Yang - Gavin (T CED INW-CN)" userId="3bfd8117-d247-4416-84f8-c693ddb0b51a" providerId="ADAL" clId="{818DA5A0-48F4-4E85-8248-52437E656C31}" dt="2023-09-23T06:02:16.444" v="21945"/>
          <ac:spMkLst>
            <pc:docMk/>
            <pc:sldMk cId="4091533890" sldId="1026"/>
            <ac:spMk id="331" creationId="{4E89B8A3-F781-4FD2-00D3-372A284E8D5C}"/>
          </ac:spMkLst>
        </pc:spChg>
        <pc:spChg chg="add del mod modVis">
          <ac:chgData name="Wang, Yang - Gavin (T CED INW-CN)" userId="3bfd8117-d247-4416-84f8-c693ddb0b51a" providerId="ADAL" clId="{818DA5A0-48F4-4E85-8248-52437E656C31}" dt="2023-09-23T06:02:21.533" v="22059"/>
          <ac:spMkLst>
            <pc:docMk/>
            <pc:sldMk cId="4091533890" sldId="1026"/>
            <ac:spMk id="333" creationId="{1D150FBA-C7F2-3D7D-5A8D-0F1DF73BC499}"/>
          </ac:spMkLst>
        </pc:spChg>
        <pc:spChg chg="add del mod modVis">
          <ac:chgData name="Wang, Yang - Gavin (T CED INW-CN)" userId="3bfd8117-d247-4416-84f8-c693ddb0b51a" providerId="ADAL" clId="{818DA5A0-48F4-4E85-8248-52437E656C31}" dt="2023-09-23T06:02:24.565" v="22173"/>
          <ac:spMkLst>
            <pc:docMk/>
            <pc:sldMk cId="4091533890" sldId="1026"/>
            <ac:spMk id="335" creationId="{3A4E3AF7-8551-5BC8-BAC5-594159FABDFA}"/>
          </ac:spMkLst>
        </pc:spChg>
        <pc:spChg chg="add mod ord">
          <ac:chgData name="Wang, Yang - Gavin (T CED INW-CN)" userId="3bfd8117-d247-4416-84f8-c693ddb0b51a" providerId="ADAL" clId="{818DA5A0-48F4-4E85-8248-52437E656C31}" dt="2023-09-23T06:42:11.347" v="26856"/>
          <ac:spMkLst>
            <pc:docMk/>
            <pc:sldMk cId="4091533890" sldId="1026"/>
            <ac:spMk id="338" creationId="{4FFE36A2-2D18-6711-AD46-FFB0F6E82A9B}"/>
          </ac:spMkLst>
        </pc:spChg>
        <pc:spChg chg="add mod ord">
          <ac:chgData name="Wang, Yang - Gavin (T CED INW-CN)" userId="3bfd8117-d247-4416-84f8-c693ddb0b51a" providerId="ADAL" clId="{818DA5A0-48F4-4E85-8248-52437E656C31}" dt="2023-09-23T06:42:11.347" v="26856"/>
          <ac:spMkLst>
            <pc:docMk/>
            <pc:sldMk cId="4091533890" sldId="1026"/>
            <ac:spMk id="339" creationId="{9E8D8604-423C-AB3C-83AA-837ED96FB5CF}"/>
          </ac:spMkLst>
        </pc:spChg>
        <pc:spChg chg="add mod ord">
          <ac:chgData name="Wang, Yang - Gavin (T CED INW-CN)" userId="3bfd8117-d247-4416-84f8-c693ddb0b51a" providerId="ADAL" clId="{818DA5A0-48F4-4E85-8248-52437E656C31}" dt="2023-09-23T06:42:11.347" v="26856"/>
          <ac:spMkLst>
            <pc:docMk/>
            <pc:sldMk cId="4091533890" sldId="1026"/>
            <ac:spMk id="340" creationId="{7580E53D-D9B4-D2CB-AF09-FD1B7A376188}"/>
          </ac:spMkLst>
        </pc:spChg>
        <pc:spChg chg="add del mod">
          <ac:chgData name="Wang, Yang - Gavin (T CED INW-CN)" userId="3bfd8117-d247-4416-84f8-c693ddb0b51a" providerId="ADAL" clId="{818DA5A0-48F4-4E85-8248-52437E656C31}" dt="2023-09-23T06:03:52.088" v="22230"/>
          <ac:spMkLst>
            <pc:docMk/>
            <pc:sldMk cId="4091533890" sldId="1026"/>
            <ac:spMk id="341" creationId="{569B6CDD-1ACF-6AD4-D4C6-318D25F9E521}"/>
          </ac:spMkLst>
        </pc:spChg>
        <pc:spChg chg="add mod ord">
          <ac:chgData name="Wang, Yang - Gavin (T CED INW-CN)" userId="3bfd8117-d247-4416-84f8-c693ddb0b51a" providerId="ADAL" clId="{818DA5A0-48F4-4E85-8248-52437E656C31}" dt="2023-09-23T06:42:11.347" v="26856"/>
          <ac:spMkLst>
            <pc:docMk/>
            <pc:sldMk cId="4091533890" sldId="1026"/>
            <ac:spMk id="342" creationId="{726620C9-5276-FA97-3BE2-6CD660342C5C}"/>
          </ac:spMkLst>
        </pc:spChg>
        <pc:spChg chg="add mod ord">
          <ac:chgData name="Wang, Yang - Gavin (T CED INW-CN)" userId="3bfd8117-d247-4416-84f8-c693ddb0b51a" providerId="ADAL" clId="{818DA5A0-48F4-4E85-8248-52437E656C31}" dt="2023-09-23T06:42:11.347" v="26856"/>
          <ac:spMkLst>
            <pc:docMk/>
            <pc:sldMk cId="4091533890" sldId="1026"/>
            <ac:spMk id="343" creationId="{2C01F891-4CBB-A6D8-2716-7FFD50942CCB}"/>
          </ac:spMkLst>
        </pc:spChg>
        <pc:spChg chg="add mod ord">
          <ac:chgData name="Wang, Yang - Gavin (T CED INW-CN)" userId="3bfd8117-d247-4416-84f8-c693ddb0b51a" providerId="ADAL" clId="{818DA5A0-48F4-4E85-8248-52437E656C31}" dt="2023-09-23T06:42:11.347" v="26856"/>
          <ac:spMkLst>
            <pc:docMk/>
            <pc:sldMk cId="4091533890" sldId="1026"/>
            <ac:spMk id="344" creationId="{F06D1089-48EB-B2C9-2787-8204ED668404}"/>
          </ac:spMkLst>
        </pc:spChg>
        <pc:spChg chg="mod">
          <ac:chgData name="Wang, Yang - Gavin (T CED INW-CN)" userId="3bfd8117-d247-4416-84f8-c693ddb0b51a" providerId="ADAL" clId="{818DA5A0-48F4-4E85-8248-52437E656C31}" dt="2023-09-23T06:13:03.993" v="23129"/>
          <ac:spMkLst>
            <pc:docMk/>
            <pc:sldMk cId="4091533890" sldId="1026"/>
            <ac:spMk id="346" creationId="{018D951A-3AA6-A925-E9A4-523373BE0FE7}"/>
          </ac:spMkLst>
        </pc:spChg>
        <pc:spChg chg="mod">
          <ac:chgData name="Wang, Yang - Gavin (T CED INW-CN)" userId="3bfd8117-d247-4416-84f8-c693ddb0b51a" providerId="ADAL" clId="{818DA5A0-48F4-4E85-8248-52437E656C31}" dt="2023-09-23T06:13:03.993" v="23129"/>
          <ac:spMkLst>
            <pc:docMk/>
            <pc:sldMk cId="4091533890" sldId="1026"/>
            <ac:spMk id="347" creationId="{743C2AFA-120E-99B4-FC18-5BF04B938A26}"/>
          </ac:spMkLst>
        </pc:spChg>
        <pc:spChg chg="mod">
          <ac:chgData name="Wang, Yang - Gavin (T CED INW-CN)" userId="3bfd8117-d247-4416-84f8-c693ddb0b51a" providerId="ADAL" clId="{818DA5A0-48F4-4E85-8248-52437E656C31}" dt="2023-09-23T06:13:03.993" v="23129"/>
          <ac:spMkLst>
            <pc:docMk/>
            <pc:sldMk cId="4091533890" sldId="1026"/>
            <ac:spMk id="348" creationId="{375172E7-38CB-23C7-70E4-48E2A3546B68}"/>
          </ac:spMkLst>
        </pc:spChg>
        <pc:spChg chg="mod">
          <ac:chgData name="Wang, Yang - Gavin (T CED INW-CN)" userId="3bfd8117-d247-4416-84f8-c693ddb0b51a" providerId="ADAL" clId="{818DA5A0-48F4-4E85-8248-52437E656C31}" dt="2023-09-23T06:13:03.993" v="23129"/>
          <ac:spMkLst>
            <pc:docMk/>
            <pc:sldMk cId="4091533890" sldId="1026"/>
            <ac:spMk id="349" creationId="{8FEEED63-9984-8B10-5EEB-28133A669257}"/>
          </ac:spMkLst>
        </pc:spChg>
        <pc:spChg chg="mod">
          <ac:chgData name="Wang, Yang - Gavin (T CED INW-CN)" userId="3bfd8117-d247-4416-84f8-c693ddb0b51a" providerId="ADAL" clId="{818DA5A0-48F4-4E85-8248-52437E656C31}" dt="2023-09-23T06:13:03.993" v="23129"/>
          <ac:spMkLst>
            <pc:docMk/>
            <pc:sldMk cId="4091533890" sldId="1026"/>
            <ac:spMk id="350" creationId="{D36F6C46-112D-3066-EE17-225F4FB90F27}"/>
          </ac:spMkLst>
        </pc:spChg>
        <pc:spChg chg="mod">
          <ac:chgData name="Wang, Yang - Gavin (T CED INW-CN)" userId="3bfd8117-d247-4416-84f8-c693ddb0b51a" providerId="ADAL" clId="{818DA5A0-48F4-4E85-8248-52437E656C31}" dt="2023-09-23T06:13:03.993" v="23129"/>
          <ac:spMkLst>
            <pc:docMk/>
            <pc:sldMk cId="4091533890" sldId="1026"/>
            <ac:spMk id="351" creationId="{811CCE27-3C58-9508-8431-9A36011F6166}"/>
          </ac:spMkLst>
        </pc:spChg>
        <pc:spChg chg="mod">
          <ac:chgData name="Wang, Yang - Gavin (T CED INW-CN)" userId="3bfd8117-d247-4416-84f8-c693ddb0b51a" providerId="ADAL" clId="{818DA5A0-48F4-4E85-8248-52437E656C31}" dt="2023-09-23T06:13:03.993" v="23129"/>
          <ac:spMkLst>
            <pc:docMk/>
            <pc:sldMk cId="4091533890" sldId="1026"/>
            <ac:spMk id="352" creationId="{FEA9B220-171F-C90A-B9E5-B60B82609B99}"/>
          </ac:spMkLst>
        </pc:spChg>
        <pc:spChg chg="add del mod modVis">
          <ac:chgData name="Wang, Yang - Gavin (T CED INW-CN)" userId="3bfd8117-d247-4416-84f8-c693ddb0b51a" providerId="ADAL" clId="{818DA5A0-48F4-4E85-8248-52437E656C31}" dt="2023-09-23T06:06:24.747" v="22491"/>
          <ac:spMkLst>
            <pc:docMk/>
            <pc:sldMk cId="4091533890" sldId="1026"/>
            <ac:spMk id="353" creationId="{61E43FA7-6BAB-1326-3AEF-8DB7C40BB2B8}"/>
          </ac:spMkLst>
        </pc:spChg>
        <pc:spChg chg="add mod ord">
          <ac:chgData name="Wang, Yang - Gavin (T CED INW-CN)" userId="3bfd8117-d247-4416-84f8-c693ddb0b51a" providerId="ADAL" clId="{818DA5A0-48F4-4E85-8248-52437E656C31}" dt="2023-09-23T06:42:11.347" v="26856"/>
          <ac:spMkLst>
            <pc:docMk/>
            <pc:sldMk cId="4091533890" sldId="1026"/>
            <ac:spMk id="355" creationId="{15BDAD17-BF10-776A-2418-CD21EBD0D1DE}"/>
          </ac:spMkLst>
        </pc:spChg>
        <pc:spChg chg="add del mod modVis">
          <ac:chgData name="Wang, Yang - Gavin (T CED INW-CN)" userId="3bfd8117-d247-4416-84f8-c693ddb0b51a" providerId="ADAL" clId="{818DA5A0-48F4-4E85-8248-52437E656C31}" dt="2023-09-23T06:10:17.973" v="22789"/>
          <ac:spMkLst>
            <pc:docMk/>
            <pc:sldMk cId="4091533890" sldId="1026"/>
            <ac:spMk id="356" creationId="{4C82E96D-C94C-5621-2B27-F9A442BFB91B}"/>
          </ac:spMkLst>
        </pc:spChg>
        <pc:spChg chg="add mod ord">
          <ac:chgData name="Wang, Yang - Gavin (T CED INW-CN)" userId="3bfd8117-d247-4416-84f8-c693ddb0b51a" providerId="ADAL" clId="{818DA5A0-48F4-4E85-8248-52437E656C31}" dt="2023-09-23T06:42:11.347" v="26856"/>
          <ac:spMkLst>
            <pc:docMk/>
            <pc:sldMk cId="4091533890" sldId="1026"/>
            <ac:spMk id="358" creationId="{BCE8DB25-4F98-3EAC-CE4E-F5510846A35A}"/>
          </ac:spMkLst>
        </pc:spChg>
        <pc:spChg chg="add del mod modVis">
          <ac:chgData name="Wang, Yang - Gavin (T CED INW-CN)" userId="3bfd8117-d247-4416-84f8-c693ddb0b51a" providerId="ADAL" clId="{818DA5A0-48F4-4E85-8248-52437E656C31}" dt="2023-09-23T06:13:04.010" v="23181"/>
          <ac:spMkLst>
            <pc:docMk/>
            <pc:sldMk cId="4091533890" sldId="1026"/>
            <ac:spMk id="359" creationId="{A5814C27-AAE0-0B70-92A2-3B6910B8DAE1}"/>
          </ac:spMkLst>
        </pc:spChg>
        <pc:spChg chg="add mod ord">
          <ac:chgData name="Wang, Yang - Gavin (T CED INW-CN)" userId="3bfd8117-d247-4416-84f8-c693ddb0b51a" providerId="ADAL" clId="{818DA5A0-48F4-4E85-8248-52437E656C31}" dt="2023-09-23T06:42:11.347" v="26856"/>
          <ac:spMkLst>
            <pc:docMk/>
            <pc:sldMk cId="4091533890" sldId="1026"/>
            <ac:spMk id="361" creationId="{67B0975E-A663-C068-4F88-2B8D176894A5}"/>
          </ac:spMkLst>
        </pc:spChg>
        <pc:spChg chg="add mod ord">
          <ac:chgData name="Wang, Yang - Gavin (T CED INW-CN)" userId="3bfd8117-d247-4416-84f8-c693ddb0b51a" providerId="ADAL" clId="{818DA5A0-48F4-4E85-8248-52437E656C31}" dt="2023-09-23T06:42:11.347" v="26856"/>
          <ac:spMkLst>
            <pc:docMk/>
            <pc:sldMk cId="4091533890" sldId="1026"/>
            <ac:spMk id="362" creationId="{CEC9701E-8635-85C1-FAE5-5BBF1EEC052B}"/>
          </ac:spMkLst>
        </pc:spChg>
        <pc:spChg chg="add del mod modVis">
          <ac:chgData name="Wang, Yang - Gavin (T CED INW-CN)" userId="3bfd8117-d247-4416-84f8-c693ddb0b51a" providerId="ADAL" clId="{818DA5A0-48F4-4E85-8248-52437E656C31}" dt="2023-09-23T06:42:11.347" v="26856"/>
          <ac:spMkLst>
            <pc:docMk/>
            <pc:sldMk cId="4091533890" sldId="1026"/>
            <ac:spMk id="363" creationId="{DAC35B18-78D4-C0FA-CC1A-2C9A88BE7490}"/>
          </ac:spMkLst>
        </pc:spChg>
        <pc:grpChg chg="add del mod ord">
          <ac:chgData name="Wang, Yang - Gavin (T CED INW-CN)" userId="3bfd8117-d247-4416-84f8-c693ddb0b51a" providerId="ADAL" clId="{818DA5A0-48F4-4E85-8248-52437E656C31}" dt="2023-09-23T05:59:29.216" v="21597"/>
          <ac:grpSpMkLst>
            <pc:docMk/>
            <pc:sldMk cId="4091533890" sldId="1026"/>
            <ac:grpSpMk id="276" creationId="{CC13B39C-813C-D25E-B175-7CEA73D7CD75}"/>
          </ac:grpSpMkLst>
        </pc:grpChg>
        <pc:grpChg chg="add del mod ord">
          <ac:chgData name="Wang, Yang - Gavin (T CED INW-CN)" userId="3bfd8117-d247-4416-84f8-c693ddb0b51a" providerId="ADAL" clId="{818DA5A0-48F4-4E85-8248-52437E656C31}" dt="2023-09-23T05:59:29.218" v="21599"/>
          <ac:grpSpMkLst>
            <pc:docMk/>
            <pc:sldMk cId="4091533890" sldId="1026"/>
            <ac:grpSpMk id="285" creationId="{379EF9EF-B51B-D5D1-5C1A-D4FF0FEA0947}"/>
          </ac:grpSpMkLst>
        </pc:grpChg>
        <pc:grpChg chg="add del mod ord">
          <ac:chgData name="Wang, Yang - Gavin (T CED INW-CN)" userId="3bfd8117-d247-4416-84f8-c693ddb0b51a" providerId="ADAL" clId="{818DA5A0-48F4-4E85-8248-52437E656C31}" dt="2023-09-23T05:59:38.667" v="21627" actId="478"/>
          <ac:grpSpMkLst>
            <pc:docMk/>
            <pc:sldMk cId="4091533890" sldId="1026"/>
            <ac:grpSpMk id="291" creationId="{AB6D569D-B264-1C8B-3B1A-5EA8A192B469}"/>
          </ac:grpSpMkLst>
        </pc:grpChg>
        <pc:grpChg chg="add del mod ord">
          <ac:chgData name="Wang, Yang - Gavin (T CED INW-CN)" userId="3bfd8117-d247-4416-84f8-c693ddb0b51a" providerId="ADAL" clId="{818DA5A0-48F4-4E85-8248-52437E656C31}" dt="2023-09-23T05:59:29.241" v="21615"/>
          <ac:grpSpMkLst>
            <pc:docMk/>
            <pc:sldMk cId="4091533890" sldId="1026"/>
            <ac:grpSpMk id="312" creationId="{2D1BF821-E8C7-43C7-0D2E-E29C2AC56BB0}"/>
          </ac:grpSpMkLst>
        </pc:grpChg>
        <pc:grpChg chg="mod">
          <ac:chgData name="Wang, Yang - Gavin (T CED INW-CN)" userId="3bfd8117-d247-4416-84f8-c693ddb0b51a" providerId="ADAL" clId="{818DA5A0-48F4-4E85-8248-52437E656C31}" dt="2023-09-23T06:41:44.161" v="26009"/>
          <ac:grpSpMkLst>
            <pc:docMk/>
            <pc:sldMk cId="4091533890" sldId="1026"/>
            <ac:grpSpMk id="345" creationId="{AADA3707-8668-E0FD-9F61-4328F09F50BA}"/>
          </ac:grpSpMkLst>
        </pc:grpChg>
        <pc:graphicFrameChg chg="add del mod replST">
          <ac:chgData name="Wang, Yang - Gavin (T CED INW-CN)" userId="3bfd8117-d247-4416-84f8-c693ddb0b51a" providerId="ADAL" clId="{818DA5A0-48F4-4E85-8248-52437E656C31}" dt="2023-09-23T05:31:27.388" v="1817"/>
          <ac:graphicFrameMkLst>
            <pc:docMk/>
            <pc:sldMk cId="4091533890" sldId="1026"/>
            <ac:graphicFrameMk id="5" creationId="{3F7A8282-ECB0-D7ED-1C87-6C50291DF549}"/>
          </ac:graphicFrameMkLst>
        </pc:graphicFrameChg>
        <pc:graphicFrameChg chg="add del mod replST">
          <ac:chgData name="Wang, Yang - Gavin (T CED INW-CN)" userId="3bfd8117-d247-4416-84f8-c693ddb0b51a" providerId="ADAL" clId="{818DA5A0-48F4-4E85-8248-52437E656C31}" dt="2023-09-23T05:31:44.308" v="2070"/>
          <ac:graphicFrameMkLst>
            <pc:docMk/>
            <pc:sldMk cId="4091533890" sldId="1026"/>
            <ac:graphicFrameMk id="9" creationId="{126C1106-4A38-DEBA-78D0-EC148C4998D9}"/>
          </ac:graphicFrameMkLst>
        </pc:graphicFrameChg>
        <pc:graphicFrameChg chg="add del mod replST">
          <ac:chgData name="Wang, Yang - Gavin (T CED INW-CN)" userId="3bfd8117-d247-4416-84f8-c693ddb0b51a" providerId="ADAL" clId="{818DA5A0-48F4-4E85-8248-52437E656C31}" dt="2023-09-23T05:31:46.411" v="2155"/>
          <ac:graphicFrameMkLst>
            <pc:docMk/>
            <pc:sldMk cId="4091533890" sldId="1026"/>
            <ac:graphicFrameMk id="14" creationId="{07CAFDDC-5A09-BCB5-324B-CE70B3983BB1}"/>
          </ac:graphicFrameMkLst>
        </pc:graphicFrameChg>
        <pc:graphicFrameChg chg="add del mod replST">
          <ac:chgData name="Wang, Yang - Gavin (T CED INW-CN)" userId="3bfd8117-d247-4416-84f8-c693ddb0b51a" providerId="ADAL" clId="{818DA5A0-48F4-4E85-8248-52437E656C31}" dt="2023-09-23T05:31:51.828" v="2376"/>
          <ac:graphicFrameMkLst>
            <pc:docMk/>
            <pc:sldMk cId="4091533890" sldId="1026"/>
            <ac:graphicFrameMk id="16" creationId="{E57AA0E8-AE01-2C2D-91CD-F459FB047E23}"/>
          </ac:graphicFrameMkLst>
        </pc:graphicFrameChg>
        <pc:graphicFrameChg chg="add del mod replST">
          <ac:chgData name="Wang, Yang - Gavin (T CED INW-CN)" userId="3bfd8117-d247-4416-84f8-c693ddb0b51a" providerId="ADAL" clId="{818DA5A0-48F4-4E85-8248-52437E656C31}" dt="2023-09-23T05:31:55.185" v="2463"/>
          <ac:graphicFrameMkLst>
            <pc:docMk/>
            <pc:sldMk cId="4091533890" sldId="1026"/>
            <ac:graphicFrameMk id="21" creationId="{D17952F6-C78A-CF0C-C3E3-AA3F76B942D9}"/>
          </ac:graphicFrameMkLst>
        </pc:graphicFrameChg>
        <pc:graphicFrameChg chg="add del mod replST">
          <ac:chgData name="Wang, Yang - Gavin (T CED INW-CN)" userId="3bfd8117-d247-4416-84f8-c693ddb0b51a" providerId="ADAL" clId="{818DA5A0-48F4-4E85-8248-52437E656C31}" dt="2023-09-23T05:31:58.204" v="2684"/>
          <ac:graphicFrameMkLst>
            <pc:docMk/>
            <pc:sldMk cId="4091533890" sldId="1026"/>
            <ac:graphicFrameMk id="23" creationId="{B8602769-7F1A-D051-956A-9FAA25A5CB36}"/>
          </ac:graphicFrameMkLst>
        </pc:graphicFrameChg>
        <pc:graphicFrameChg chg="add del mod replST">
          <ac:chgData name="Wang, Yang - Gavin (T CED INW-CN)" userId="3bfd8117-d247-4416-84f8-c693ddb0b51a" providerId="ADAL" clId="{818DA5A0-48F4-4E85-8248-52437E656C31}" dt="2023-09-23T05:32:00.362" v="2771"/>
          <ac:graphicFrameMkLst>
            <pc:docMk/>
            <pc:sldMk cId="4091533890" sldId="1026"/>
            <ac:graphicFrameMk id="28" creationId="{FAF1A205-D6DC-375E-435D-87CA6766D0EA}"/>
          </ac:graphicFrameMkLst>
        </pc:graphicFrameChg>
        <pc:graphicFrameChg chg="add del mod replST">
          <ac:chgData name="Wang, Yang - Gavin (T CED INW-CN)" userId="3bfd8117-d247-4416-84f8-c693ddb0b51a" providerId="ADAL" clId="{818DA5A0-48F4-4E85-8248-52437E656C31}" dt="2023-09-23T05:32:07.070" v="2992"/>
          <ac:graphicFrameMkLst>
            <pc:docMk/>
            <pc:sldMk cId="4091533890" sldId="1026"/>
            <ac:graphicFrameMk id="30" creationId="{212AD2C7-9431-6A1F-D075-75680C621A72}"/>
          </ac:graphicFrameMkLst>
        </pc:graphicFrameChg>
        <pc:graphicFrameChg chg="add del mod replST">
          <ac:chgData name="Wang, Yang - Gavin (T CED INW-CN)" userId="3bfd8117-d247-4416-84f8-c693ddb0b51a" providerId="ADAL" clId="{818DA5A0-48F4-4E85-8248-52437E656C31}" dt="2023-09-23T05:32:08.287" v="3098"/>
          <ac:graphicFrameMkLst>
            <pc:docMk/>
            <pc:sldMk cId="4091533890" sldId="1026"/>
            <ac:graphicFrameMk id="67" creationId="{B27D6992-38E4-43F7-123E-6813C62E9433}"/>
          </ac:graphicFrameMkLst>
        </pc:graphicFrameChg>
        <pc:graphicFrameChg chg="add del mod replST">
          <ac:chgData name="Wang, Yang - Gavin (T CED INW-CN)" userId="3bfd8117-d247-4416-84f8-c693ddb0b51a" providerId="ADAL" clId="{818DA5A0-48F4-4E85-8248-52437E656C31}" dt="2023-09-23T05:32:09.382" v="3168"/>
          <ac:graphicFrameMkLst>
            <pc:docMk/>
            <pc:sldMk cId="4091533890" sldId="1026"/>
            <ac:graphicFrameMk id="69" creationId="{F1B53891-5114-36D0-2895-EC7225A79B30}"/>
          </ac:graphicFrameMkLst>
        </pc:graphicFrameChg>
        <pc:graphicFrameChg chg="add del mod replST">
          <ac:chgData name="Wang, Yang - Gavin (T CED INW-CN)" userId="3bfd8117-d247-4416-84f8-c693ddb0b51a" providerId="ADAL" clId="{818DA5A0-48F4-4E85-8248-52437E656C31}" dt="2023-09-23T05:32:13.938" v="3199"/>
          <ac:graphicFrameMkLst>
            <pc:docMk/>
            <pc:sldMk cId="4091533890" sldId="1026"/>
            <ac:graphicFrameMk id="71" creationId="{ECDF3209-2A7F-606B-339E-E3DC0EAECD8B}"/>
          </ac:graphicFrameMkLst>
        </pc:graphicFrameChg>
        <pc:graphicFrameChg chg="add del mod replST">
          <ac:chgData name="Wang, Yang - Gavin (T CED INW-CN)" userId="3bfd8117-d247-4416-84f8-c693ddb0b51a" providerId="ADAL" clId="{818DA5A0-48F4-4E85-8248-52437E656C31}" dt="2023-09-23T05:33:27.050" v="3484"/>
          <ac:graphicFrameMkLst>
            <pc:docMk/>
            <pc:sldMk cId="4091533890" sldId="1026"/>
            <ac:graphicFrameMk id="75" creationId="{E5951491-27B8-F294-70F5-6E123DD4889A}"/>
          </ac:graphicFrameMkLst>
        </pc:graphicFrameChg>
        <pc:graphicFrameChg chg="add del mod replST">
          <ac:chgData name="Wang, Yang - Gavin (T CED INW-CN)" userId="3bfd8117-d247-4416-84f8-c693ddb0b51a" providerId="ADAL" clId="{818DA5A0-48F4-4E85-8248-52437E656C31}" dt="2023-09-23T05:33:31.555" v="3554"/>
          <ac:graphicFrameMkLst>
            <pc:docMk/>
            <pc:sldMk cId="4091533890" sldId="1026"/>
            <ac:graphicFrameMk id="78" creationId="{25600C77-7D1D-4298-2166-BE50811F743C}"/>
          </ac:graphicFrameMkLst>
        </pc:graphicFrameChg>
        <pc:graphicFrameChg chg="add del mod replST">
          <ac:chgData name="Wang, Yang - Gavin (T CED INW-CN)" userId="3bfd8117-d247-4416-84f8-c693ddb0b51a" providerId="ADAL" clId="{818DA5A0-48F4-4E85-8248-52437E656C31}" dt="2023-09-23T05:33:41.418" v="3641"/>
          <ac:graphicFrameMkLst>
            <pc:docMk/>
            <pc:sldMk cId="4091533890" sldId="1026"/>
            <ac:graphicFrameMk id="80" creationId="{54B96B23-34A5-C974-8B1F-C0B53CAC99BA}"/>
          </ac:graphicFrameMkLst>
        </pc:graphicFrameChg>
        <pc:graphicFrameChg chg="mod">
          <ac:chgData name="Wang, Yang - Gavin (T CED INW-CN)" userId="3bfd8117-d247-4416-84f8-c693ddb0b51a" providerId="ADAL" clId="{818DA5A0-48F4-4E85-8248-52437E656C31}" dt="2023-09-23T06:42:12.864" v="26945"/>
          <ac:graphicFrameMkLst>
            <pc:docMk/>
            <pc:sldMk cId="4091533890" sldId="1026"/>
            <ac:graphicFrameMk id="83" creationId="{633F392D-9D41-F2B7-2FBE-BF99B1C5EC39}"/>
          </ac:graphicFrameMkLst>
        </pc:graphicFrameChg>
        <pc:graphicFrameChg chg="add del mod replST">
          <ac:chgData name="Wang, Yang - Gavin (T CED INW-CN)" userId="3bfd8117-d247-4416-84f8-c693ddb0b51a" providerId="ADAL" clId="{818DA5A0-48F4-4E85-8248-52437E656C31}" dt="2023-09-23T05:33:46.963" v="3738"/>
          <ac:graphicFrameMkLst>
            <pc:docMk/>
            <pc:sldMk cId="4091533890" sldId="1026"/>
            <ac:graphicFrameMk id="84" creationId="{98FBB28D-4413-6C26-2E23-9DEBCCDBB424}"/>
          </ac:graphicFrameMkLst>
        </pc:graphicFrameChg>
        <pc:graphicFrameChg chg="add del mod replST">
          <ac:chgData name="Wang, Yang - Gavin (T CED INW-CN)" userId="3bfd8117-d247-4416-84f8-c693ddb0b51a" providerId="ADAL" clId="{818DA5A0-48F4-4E85-8248-52437E656C31}" dt="2023-09-23T05:33:51.678" v="3812"/>
          <ac:graphicFrameMkLst>
            <pc:docMk/>
            <pc:sldMk cId="4091533890" sldId="1026"/>
            <ac:graphicFrameMk id="87" creationId="{73B202E4-605D-1C27-C054-D2EA02514362}"/>
          </ac:graphicFrameMkLst>
        </pc:graphicFrameChg>
        <pc:graphicFrameChg chg="add del mod replST">
          <ac:chgData name="Wang, Yang - Gavin (T CED INW-CN)" userId="3bfd8117-d247-4416-84f8-c693ddb0b51a" providerId="ADAL" clId="{818DA5A0-48F4-4E85-8248-52437E656C31}" dt="2023-09-23T05:33:52.812" v="3878"/>
          <ac:graphicFrameMkLst>
            <pc:docMk/>
            <pc:sldMk cId="4091533890" sldId="1026"/>
            <ac:graphicFrameMk id="89" creationId="{64C04E68-4B38-1135-8B1C-48D6D27CF015}"/>
          </ac:graphicFrameMkLst>
        </pc:graphicFrameChg>
        <pc:graphicFrameChg chg="add del mod replST">
          <ac:chgData name="Wang, Yang - Gavin (T CED INW-CN)" userId="3bfd8117-d247-4416-84f8-c693ddb0b51a" providerId="ADAL" clId="{818DA5A0-48F4-4E85-8248-52437E656C31}" dt="2023-09-23T05:33:59.544" v="4040"/>
          <ac:graphicFrameMkLst>
            <pc:docMk/>
            <pc:sldMk cId="4091533890" sldId="1026"/>
            <ac:graphicFrameMk id="91" creationId="{C5B94230-A3E7-1C66-0EB9-9EC7C948A75B}"/>
          </ac:graphicFrameMkLst>
        </pc:graphicFrameChg>
        <pc:graphicFrameChg chg="add del mod replST">
          <ac:chgData name="Wang, Yang - Gavin (T CED INW-CN)" userId="3bfd8117-d247-4416-84f8-c693ddb0b51a" providerId="ADAL" clId="{818DA5A0-48F4-4E85-8248-52437E656C31}" dt="2023-09-23T05:34:01.893" v="4122"/>
          <ac:graphicFrameMkLst>
            <pc:docMk/>
            <pc:sldMk cId="4091533890" sldId="1026"/>
            <ac:graphicFrameMk id="97" creationId="{81262243-5960-A2EE-B55C-4FEBFAE930DD}"/>
          </ac:graphicFrameMkLst>
        </pc:graphicFrameChg>
        <pc:graphicFrameChg chg="add del mod replST">
          <ac:chgData name="Wang, Yang - Gavin (T CED INW-CN)" userId="3bfd8117-d247-4416-84f8-c693ddb0b51a" providerId="ADAL" clId="{818DA5A0-48F4-4E85-8248-52437E656C31}" dt="2023-09-23T05:34:03.230" v="4196"/>
          <ac:graphicFrameMkLst>
            <pc:docMk/>
            <pc:sldMk cId="4091533890" sldId="1026"/>
            <ac:graphicFrameMk id="99" creationId="{74FA8241-1551-414D-5C30-116CD7A72132}"/>
          </ac:graphicFrameMkLst>
        </pc:graphicFrameChg>
        <pc:graphicFrameChg chg="add del mod replST">
          <ac:chgData name="Wang, Yang - Gavin (T CED INW-CN)" userId="3bfd8117-d247-4416-84f8-c693ddb0b51a" providerId="ADAL" clId="{818DA5A0-48F4-4E85-8248-52437E656C31}" dt="2023-09-23T05:34:04.221" v="4270"/>
          <ac:graphicFrameMkLst>
            <pc:docMk/>
            <pc:sldMk cId="4091533890" sldId="1026"/>
            <ac:graphicFrameMk id="101" creationId="{D48167AA-C3C1-7513-0070-5F662A249B75}"/>
          </ac:graphicFrameMkLst>
        </pc:graphicFrameChg>
        <pc:graphicFrameChg chg="add del mod replST">
          <ac:chgData name="Wang, Yang - Gavin (T CED INW-CN)" userId="3bfd8117-d247-4416-84f8-c693ddb0b51a" providerId="ADAL" clId="{818DA5A0-48F4-4E85-8248-52437E656C31}" dt="2023-09-23T05:34:05.211" v="4344"/>
          <ac:graphicFrameMkLst>
            <pc:docMk/>
            <pc:sldMk cId="4091533890" sldId="1026"/>
            <ac:graphicFrameMk id="103" creationId="{EB0D1F92-BF79-744A-2308-F6D000C3A27F}"/>
          </ac:graphicFrameMkLst>
        </pc:graphicFrameChg>
        <pc:graphicFrameChg chg="add del mod replST">
          <ac:chgData name="Wang, Yang - Gavin (T CED INW-CN)" userId="3bfd8117-d247-4416-84f8-c693ddb0b51a" providerId="ADAL" clId="{818DA5A0-48F4-4E85-8248-52437E656C31}" dt="2023-09-23T05:34:10.962" v="4437"/>
          <ac:graphicFrameMkLst>
            <pc:docMk/>
            <pc:sldMk cId="4091533890" sldId="1026"/>
            <ac:graphicFrameMk id="105" creationId="{8F7498DA-4E35-25C3-A106-56A89265DE5D}"/>
          </ac:graphicFrameMkLst>
        </pc:graphicFrameChg>
        <pc:graphicFrameChg chg="add del mod replST">
          <ac:chgData name="Wang, Yang - Gavin (T CED INW-CN)" userId="3bfd8117-d247-4416-84f8-c693ddb0b51a" providerId="ADAL" clId="{818DA5A0-48F4-4E85-8248-52437E656C31}" dt="2023-09-23T05:34:22.686" v="4641"/>
          <ac:graphicFrameMkLst>
            <pc:docMk/>
            <pc:sldMk cId="4091533890" sldId="1026"/>
            <ac:graphicFrameMk id="107" creationId="{8B6221FC-329C-2249-CB89-CA32CE18FF7D}"/>
          </ac:graphicFrameMkLst>
        </pc:graphicFrameChg>
        <pc:graphicFrameChg chg="add del mod replST">
          <ac:chgData name="Wang, Yang - Gavin (T CED INW-CN)" userId="3bfd8117-d247-4416-84f8-c693ddb0b51a" providerId="ADAL" clId="{818DA5A0-48F4-4E85-8248-52437E656C31}" dt="2023-09-23T05:34:25.455" v="4738"/>
          <ac:graphicFrameMkLst>
            <pc:docMk/>
            <pc:sldMk cId="4091533890" sldId="1026"/>
            <ac:graphicFrameMk id="109" creationId="{54EAED5D-9BDC-0CD4-F098-54AD7B26F748}"/>
          </ac:graphicFrameMkLst>
        </pc:graphicFrameChg>
        <pc:graphicFrameChg chg="add del mod replST">
          <ac:chgData name="Wang, Yang - Gavin (T CED INW-CN)" userId="3bfd8117-d247-4416-84f8-c693ddb0b51a" providerId="ADAL" clId="{818DA5A0-48F4-4E85-8248-52437E656C31}" dt="2023-09-23T05:35:25.136" v="6724"/>
          <ac:graphicFrameMkLst>
            <pc:docMk/>
            <pc:sldMk cId="4091533890" sldId="1026"/>
            <ac:graphicFrameMk id="111" creationId="{5C9A0091-BA8F-530D-B544-06A9211FDD21}"/>
          </ac:graphicFrameMkLst>
        </pc:graphicFrameChg>
        <pc:graphicFrameChg chg="add mod replST delST">
          <ac:chgData name="Wang, Yang - Gavin (T CED INW-CN)" userId="3bfd8117-d247-4416-84f8-c693ddb0b51a" providerId="ADAL" clId="{818DA5A0-48F4-4E85-8248-52437E656C31}" dt="2023-09-23T05:34:40.559" v="5060"/>
          <ac:graphicFrameMkLst>
            <pc:docMk/>
            <pc:sldMk cId="4091533890" sldId="1026"/>
            <ac:graphicFrameMk id="115" creationId="{3954B498-E1D3-4438-7B62-09F20468EA40}"/>
          </ac:graphicFrameMkLst>
        </pc:graphicFrameChg>
        <pc:graphicFrameChg chg="add mod replST delST">
          <ac:chgData name="Wang, Yang - Gavin (T CED INW-CN)" userId="3bfd8117-d247-4416-84f8-c693ddb0b51a" providerId="ADAL" clId="{818DA5A0-48F4-4E85-8248-52437E656C31}" dt="2023-09-23T05:34:45.522" v="5469"/>
          <ac:graphicFrameMkLst>
            <pc:docMk/>
            <pc:sldMk cId="4091533890" sldId="1026"/>
            <ac:graphicFrameMk id="120" creationId="{570C6F8E-F8A0-F3BC-CFA0-58BBBFD96A84}"/>
          </ac:graphicFrameMkLst>
        </pc:graphicFrameChg>
        <pc:graphicFrameChg chg="add mod replST delST">
          <ac:chgData name="Wang, Yang - Gavin (T CED INW-CN)" userId="3bfd8117-d247-4416-84f8-c693ddb0b51a" providerId="ADAL" clId="{818DA5A0-48F4-4E85-8248-52437E656C31}" dt="2023-09-23T05:34:56.438" v="5826"/>
          <ac:graphicFrameMkLst>
            <pc:docMk/>
            <pc:sldMk cId="4091533890" sldId="1026"/>
            <ac:graphicFrameMk id="122" creationId="{DDF04FD0-1439-69DF-C9BF-A6C039116E16}"/>
          </ac:graphicFrameMkLst>
        </pc:graphicFrameChg>
        <pc:graphicFrameChg chg="add mod replST delST">
          <ac:chgData name="Wang, Yang - Gavin (T CED INW-CN)" userId="3bfd8117-d247-4416-84f8-c693ddb0b51a" providerId="ADAL" clId="{818DA5A0-48F4-4E85-8248-52437E656C31}" dt="2023-09-23T05:35:05.975" v="6150"/>
          <ac:graphicFrameMkLst>
            <pc:docMk/>
            <pc:sldMk cId="4091533890" sldId="1026"/>
            <ac:graphicFrameMk id="126" creationId="{4E46AC99-06F3-1CD0-34D6-0598D87BB532}"/>
          </ac:graphicFrameMkLst>
        </pc:graphicFrameChg>
        <pc:graphicFrameChg chg="add mod replST delST">
          <ac:chgData name="Wang, Yang - Gavin (T CED INW-CN)" userId="3bfd8117-d247-4416-84f8-c693ddb0b51a" providerId="ADAL" clId="{818DA5A0-48F4-4E85-8248-52437E656C31}" dt="2023-09-23T05:35:13.838" v="6622"/>
          <ac:graphicFrameMkLst>
            <pc:docMk/>
            <pc:sldMk cId="4091533890" sldId="1026"/>
            <ac:graphicFrameMk id="132" creationId="{06804DFD-44E4-B101-6D2E-EB979ECA83E0}"/>
          </ac:graphicFrameMkLst>
        </pc:graphicFrameChg>
        <pc:graphicFrameChg chg="add del mod replST">
          <ac:chgData name="Wang, Yang - Gavin (T CED INW-CN)" userId="3bfd8117-d247-4416-84f8-c693ddb0b51a" providerId="ADAL" clId="{818DA5A0-48F4-4E85-8248-52437E656C31}" dt="2023-09-23T05:35:27.911" v="6800"/>
          <ac:graphicFrameMkLst>
            <pc:docMk/>
            <pc:sldMk cId="4091533890" sldId="1026"/>
            <ac:graphicFrameMk id="134" creationId="{337DB8BD-25F0-1338-C4C0-DBACFB32587D}"/>
          </ac:graphicFrameMkLst>
        </pc:graphicFrameChg>
        <pc:graphicFrameChg chg="add del mod replST">
          <ac:chgData name="Wang, Yang - Gavin (T CED INW-CN)" userId="3bfd8117-d247-4416-84f8-c693ddb0b51a" providerId="ADAL" clId="{818DA5A0-48F4-4E85-8248-52437E656C31}" dt="2023-09-23T05:35:30.467" v="7217"/>
          <ac:graphicFrameMkLst>
            <pc:docMk/>
            <pc:sldMk cId="4091533890" sldId="1026"/>
            <ac:graphicFrameMk id="136" creationId="{885029EE-AFA3-F6EE-6170-661A879C282D}"/>
          </ac:graphicFrameMkLst>
        </pc:graphicFrameChg>
        <pc:graphicFrameChg chg="add del mod replST">
          <ac:chgData name="Wang, Yang - Gavin (T CED INW-CN)" userId="3bfd8117-d247-4416-84f8-c693ddb0b51a" providerId="ADAL" clId="{818DA5A0-48F4-4E85-8248-52437E656C31}" dt="2023-09-23T05:35:41.639" v="7297"/>
          <ac:graphicFrameMkLst>
            <pc:docMk/>
            <pc:sldMk cId="4091533890" sldId="1026"/>
            <ac:graphicFrameMk id="145" creationId="{B86C116B-8C73-1F4C-EC3E-125FD4723382}"/>
          </ac:graphicFrameMkLst>
        </pc:graphicFrameChg>
        <pc:graphicFrameChg chg="add del mod replST">
          <ac:chgData name="Wang, Yang - Gavin (T CED INW-CN)" userId="3bfd8117-d247-4416-84f8-c693ddb0b51a" providerId="ADAL" clId="{818DA5A0-48F4-4E85-8248-52437E656C31}" dt="2023-09-23T05:35:44.539" v="7367"/>
          <ac:graphicFrameMkLst>
            <pc:docMk/>
            <pc:sldMk cId="4091533890" sldId="1026"/>
            <ac:graphicFrameMk id="147" creationId="{F12436A7-6651-56B9-7E32-52F23283DCF3}"/>
          </ac:graphicFrameMkLst>
        </pc:graphicFrameChg>
        <pc:graphicFrameChg chg="add del mod replST">
          <ac:chgData name="Wang, Yang - Gavin (T CED INW-CN)" userId="3bfd8117-d247-4416-84f8-c693ddb0b51a" providerId="ADAL" clId="{818DA5A0-48F4-4E85-8248-52437E656C31}" dt="2023-09-23T05:35:50.829" v="7437"/>
          <ac:graphicFrameMkLst>
            <pc:docMk/>
            <pc:sldMk cId="4091533890" sldId="1026"/>
            <ac:graphicFrameMk id="149" creationId="{EC402C55-448E-876F-F1C9-DB77AB70AEC6}"/>
          </ac:graphicFrameMkLst>
        </pc:graphicFrameChg>
        <pc:graphicFrameChg chg="add del mod replST">
          <ac:chgData name="Wang, Yang - Gavin (T CED INW-CN)" userId="3bfd8117-d247-4416-84f8-c693ddb0b51a" providerId="ADAL" clId="{818DA5A0-48F4-4E85-8248-52437E656C31}" dt="2023-09-23T05:35:58.302" v="8159"/>
          <ac:graphicFrameMkLst>
            <pc:docMk/>
            <pc:sldMk cId="4091533890" sldId="1026"/>
            <ac:graphicFrameMk id="151" creationId="{C3C0FC40-FF8D-36D8-2164-AC886FEBD7A5}"/>
          </ac:graphicFrameMkLst>
        </pc:graphicFrameChg>
        <pc:graphicFrameChg chg="add del mod replST">
          <ac:chgData name="Wang, Yang - Gavin (T CED INW-CN)" userId="3bfd8117-d247-4416-84f8-c693ddb0b51a" providerId="ADAL" clId="{818DA5A0-48F4-4E85-8248-52437E656C31}" dt="2023-09-23T05:36:00.616" v="8265"/>
          <ac:graphicFrameMkLst>
            <pc:docMk/>
            <pc:sldMk cId="4091533890" sldId="1026"/>
            <ac:graphicFrameMk id="165" creationId="{A86E45BC-4913-AA27-DDBC-F8C1181F2911}"/>
          </ac:graphicFrameMkLst>
        </pc:graphicFrameChg>
        <pc:graphicFrameChg chg="add del mod replST">
          <ac:chgData name="Wang, Yang - Gavin (T CED INW-CN)" userId="3bfd8117-d247-4416-84f8-c693ddb0b51a" providerId="ADAL" clId="{818DA5A0-48F4-4E85-8248-52437E656C31}" dt="2023-09-23T05:36:16.904" v="8335"/>
          <ac:graphicFrameMkLst>
            <pc:docMk/>
            <pc:sldMk cId="4091533890" sldId="1026"/>
            <ac:graphicFrameMk id="167" creationId="{A3D5B63D-D5A4-2B77-0742-9E5B42F32698}"/>
          </ac:graphicFrameMkLst>
        </pc:graphicFrameChg>
        <pc:graphicFrameChg chg="add del mod replST">
          <ac:chgData name="Wang, Yang - Gavin (T CED INW-CN)" userId="3bfd8117-d247-4416-84f8-c693ddb0b51a" providerId="ADAL" clId="{818DA5A0-48F4-4E85-8248-52437E656C31}" dt="2023-09-23T05:36:27.791" v="8405"/>
          <ac:graphicFrameMkLst>
            <pc:docMk/>
            <pc:sldMk cId="4091533890" sldId="1026"/>
            <ac:graphicFrameMk id="169" creationId="{3C50A65B-B734-09EB-2264-ED0F0DC363FF}"/>
          </ac:graphicFrameMkLst>
        </pc:graphicFrameChg>
        <pc:graphicFrameChg chg="add del mod replST">
          <ac:chgData name="Wang, Yang - Gavin (T CED INW-CN)" userId="3bfd8117-d247-4416-84f8-c693ddb0b51a" providerId="ADAL" clId="{818DA5A0-48F4-4E85-8248-52437E656C31}" dt="2023-09-23T05:36:35.031" v="8475"/>
          <ac:graphicFrameMkLst>
            <pc:docMk/>
            <pc:sldMk cId="4091533890" sldId="1026"/>
            <ac:graphicFrameMk id="171" creationId="{1F326023-23E2-3917-A94A-A452C51FF836}"/>
          </ac:graphicFrameMkLst>
        </pc:graphicFrameChg>
        <pc:graphicFrameChg chg="add del mod replST">
          <ac:chgData name="Wang, Yang - Gavin (T CED INW-CN)" userId="3bfd8117-d247-4416-84f8-c693ddb0b51a" providerId="ADAL" clId="{818DA5A0-48F4-4E85-8248-52437E656C31}" dt="2023-09-23T05:36:38.257" v="8545"/>
          <ac:graphicFrameMkLst>
            <pc:docMk/>
            <pc:sldMk cId="4091533890" sldId="1026"/>
            <ac:graphicFrameMk id="173" creationId="{62AFDBC5-6255-1EA7-A538-470279C1D03F}"/>
          </ac:graphicFrameMkLst>
        </pc:graphicFrameChg>
        <pc:graphicFrameChg chg="add del mod replST">
          <ac:chgData name="Wang, Yang - Gavin (T CED INW-CN)" userId="3bfd8117-d247-4416-84f8-c693ddb0b51a" providerId="ADAL" clId="{818DA5A0-48F4-4E85-8248-52437E656C31}" dt="2023-09-23T05:36:40.504" v="8615"/>
          <ac:graphicFrameMkLst>
            <pc:docMk/>
            <pc:sldMk cId="4091533890" sldId="1026"/>
            <ac:graphicFrameMk id="175" creationId="{4A9E47B9-50F0-77D7-7895-0D947AD08BDF}"/>
          </ac:graphicFrameMkLst>
        </pc:graphicFrameChg>
        <pc:graphicFrameChg chg="add del mod replST">
          <ac:chgData name="Wang, Yang - Gavin (T CED INW-CN)" userId="3bfd8117-d247-4416-84f8-c693ddb0b51a" providerId="ADAL" clId="{818DA5A0-48F4-4E85-8248-52437E656C31}" dt="2023-09-23T05:36:46.669" v="8685"/>
          <ac:graphicFrameMkLst>
            <pc:docMk/>
            <pc:sldMk cId="4091533890" sldId="1026"/>
            <ac:graphicFrameMk id="177" creationId="{BB095C9F-7E5E-2533-1F78-3CAB511F41CE}"/>
          </ac:graphicFrameMkLst>
        </pc:graphicFrameChg>
        <pc:graphicFrameChg chg="add del mod replST">
          <ac:chgData name="Wang, Yang - Gavin (T CED INW-CN)" userId="3bfd8117-d247-4416-84f8-c693ddb0b51a" providerId="ADAL" clId="{818DA5A0-48F4-4E85-8248-52437E656C31}" dt="2023-09-23T05:37:45.692" v="13437"/>
          <ac:graphicFrameMkLst>
            <pc:docMk/>
            <pc:sldMk cId="4091533890" sldId="1026"/>
            <ac:graphicFrameMk id="179" creationId="{277C390C-BC5C-3AE3-472D-FB057E502ED9}"/>
          </ac:graphicFrameMkLst>
        </pc:graphicFrameChg>
        <pc:graphicFrameChg chg="add del mod replST delST">
          <ac:chgData name="Wang, Yang - Gavin (T CED INW-CN)" userId="3bfd8117-d247-4416-84f8-c693ddb0b51a" providerId="ADAL" clId="{818DA5A0-48F4-4E85-8248-52437E656C31}" dt="2023-09-23T05:37:42.694" v="12685" actId="207"/>
          <ac:graphicFrameMkLst>
            <pc:docMk/>
            <pc:sldMk cId="4091533890" sldId="1026"/>
            <ac:graphicFrameMk id="181" creationId="{B83B9DD4-E144-0606-D06B-CEBE72055A71}"/>
          </ac:graphicFrameMkLst>
        </pc:graphicFrameChg>
        <pc:graphicFrameChg chg="add del mod replST delST">
          <ac:chgData name="Wang, Yang - Gavin (T CED INW-CN)" userId="3bfd8117-d247-4416-84f8-c693ddb0b51a" providerId="ADAL" clId="{818DA5A0-48F4-4E85-8248-52437E656C31}" dt="2023-09-23T05:37:41.790" v="12608"/>
          <ac:graphicFrameMkLst>
            <pc:docMk/>
            <pc:sldMk cId="4091533890" sldId="1026"/>
            <ac:graphicFrameMk id="195" creationId="{0B34CD6B-33E6-2178-6562-BBF24186BFE0}"/>
          </ac:graphicFrameMkLst>
        </pc:graphicFrameChg>
        <pc:graphicFrameChg chg="add del mod replST delST">
          <ac:chgData name="Wang, Yang - Gavin (T CED INW-CN)" userId="3bfd8117-d247-4416-84f8-c693ddb0b51a" providerId="ADAL" clId="{818DA5A0-48F4-4E85-8248-52437E656C31}" dt="2023-09-23T05:37:41.790" v="12608"/>
          <ac:graphicFrameMkLst>
            <pc:docMk/>
            <pc:sldMk cId="4091533890" sldId="1026"/>
            <ac:graphicFrameMk id="197" creationId="{703F6046-1484-3FB0-E50F-91C209EDDE59}"/>
          </ac:graphicFrameMkLst>
        </pc:graphicFrameChg>
        <pc:graphicFrameChg chg="add del mod replST delST">
          <ac:chgData name="Wang, Yang - Gavin (T CED INW-CN)" userId="3bfd8117-d247-4416-84f8-c693ddb0b51a" providerId="ADAL" clId="{818DA5A0-48F4-4E85-8248-52437E656C31}" dt="2023-09-23T05:37:41.790" v="12608"/>
          <ac:graphicFrameMkLst>
            <pc:docMk/>
            <pc:sldMk cId="4091533890" sldId="1026"/>
            <ac:graphicFrameMk id="199" creationId="{1BC7611D-1169-5070-7F81-160BB7EB4D96}"/>
          </ac:graphicFrameMkLst>
        </pc:graphicFrameChg>
        <pc:graphicFrameChg chg="add del mod replST delST">
          <ac:chgData name="Wang, Yang - Gavin (T CED INW-CN)" userId="3bfd8117-d247-4416-84f8-c693ddb0b51a" providerId="ADAL" clId="{818DA5A0-48F4-4E85-8248-52437E656C31}" dt="2023-09-23T05:37:40.885" v="12000"/>
          <ac:graphicFrameMkLst>
            <pc:docMk/>
            <pc:sldMk cId="4091533890" sldId="1026"/>
            <ac:graphicFrameMk id="213" creationId="{EC3FE508-C2E4-248B-AE42-0E395EF656FE}"/>
          </ac:graphicFrameMkLst>
        </pc:graphicFrameChg>
        <pc:graphicFrameChg chg="add del mod replST delST">
          <ac:chgData name="Wang, Yang - Gavin (T CED INW-CN)" userId="3bfd8117-d247-4416-84f8-c693ddb0b51a" providerId="ADAL" clId="{818DA5A0-48F4-4E85-8248-52437E656C31}" dt="2023-09-23T05:37:40.885" v="12000"/>
          <ac:graphicFrameMkLst>
            <pc:docMk/>
            <pc:sldMk cId="4091533890" sldId="1026"/>
            <ac:graphicFrameMk id="215" creationId="{2A89FD7E-5CA5-582E-97CA-D96C76B0F5B9}"/>
          </ac:graphicFrameMkLst>
        </pc:graphicFrameChg>
        <pc:graphicFrameChg chg="add del mod replST delST">
          <ac:chgData name="Wang, Yang - Gavin (T CED INW-CN)" userId="3bfd8117-d247-4416-84f8-c693ddb0b51a" providerId="ADAL" clId="{818DA5A0-48F4-4E85-8248-52437E656C31}" dt="2023-09-23T05:37:40.240" v="11437"/>
          <ac:graphicFrameMkLst>
            <pc:docMk/>
            <pc:sldMk cId="4091533890" sldId="1026"/>
            <ac:graphicFrameMk id="217" creationId="{080897E1-50FD-BA56-3112-57DCC25DAC13}"/>
          </ac:graphicFrameMkLst>
        </pc:graphicFrameChg>
        <pc:graphicFrameChg chg="add del mod replST delST">
          <ac:chgData name="Wang, Yang - Gavin (T CED INW-CN)" userId="3bfd8117-d247-4416-84f8-c693ddb0b51a" providerId="ADAL" clId="{818DA5A0-48F4-4E85-8248-52437E656C31}" dt="2023-09-23T05:37:40.240" v="11437"/>
          <ac:graphicFrameMkLst>
            <pc:docMk/>
            <pc:sldMk cId="4091533890" sldId="1026"/>
            <ac:graphicFrameMk id="219" creationId="{9B3E9F55-7C84-DED5-26A1-81B2EB975F20}"/>
          </ac:graphicFrameMkLst>
        </pc:graphicFrameChg>
        <pc:graphicFrameChg chg="add mod replST delST">
          <ac:chgData name="Wang, Yang - Gavin (T CED INW-CN)" userId="3bfd8117-d247-4416-84f8-c693ddb0b51a" providerId="ADAL" clId="{818DA5A0-48F4-4E85-8248-52437E656C31}" dt="2023-09-23T05:37:40.240" v="11437"/>
          <ac:graphicFrameMkLst>
            <pc:docMk/>
            <pc:sldMk cId="4091533890" sldId="1026"/>
            <ac:graphicFrameMk id="221" creationId="{6C5E263C-EE42-6278-7F27-A839877CDACB}"/>
          </ac:graphicFrameMkLst>
        </pc:graphicFrameChg>
        <pc:graphicFrameChg chg="add del mod replST">
          <ac:chgData name="Wang, Yang - Gavin (T CED INW-CN)" userId="3bfd8117-d247-4416-84f8-c693ddb0b51a" providerId="ADAL" clId="{818DA5A0-48F4-4E85-8248-52437E656C31}" dt="2023-09-23T05:37:48.277" v="13620"/>
          <ac:graphicFrameMkLst>
            <pc:docMk/>
            <pc:sldMk cId="4091533890" sldId="1026"/>
            <ac:graphicFrameMk id="235" creationId="{9E9A4E70-E52B-C964-DBBB-89CD3CF549C7}"/>
          </ac:graphicFrameMkLst>
        </pc:graphicFrameChg>
        <pc:graphicFrameChg chg="add del mod replST">
          <ac:chgData name="Wang, Yang - Gavin (T CED INW-CN)" userId="3bfd8117-d247-4416-84f8-c693ddb0b51a" providerId="ADAL" clId="{818DA5A0-48F4-4E85-8248-52437E656C31}" dt="2023-09-23T05:37:49.989" v="13726"/>
          <ac:graphicFrameMkLst>
            <pc:docMk/>
            <pc:sldMk cId="4091533890" sldId="1026"/>
            <ac:graphicFrameMk id="237" creationId="{D02AAAB3-E18E-9CC4-11D5-6993BF1F4186}"/>
          </ac:graphicFrameMkLst>
        </pc:graphicFrameChg>
        <pc:graphicFrameChg chg="add del mod replST">
          <ac:chgData name="Wang, Yang - Gavin (T CED INW-CN)" userId="3bfd8117-d247-4416-84f8-c693ddb0b51a" providerId="ADAL" clId="{818DA5A0-48F4-4E85-8248-52437E656C31}" dt="2023-09-23T05:37:54.301" v="13798"/>
          <ac:graphicFrameMkLst>
            <pc:docMk/>
            <pc:sldMk cId="4091533890" sldId="1026"/>
            <ac:graphicFrameMk id="239" creationId="{0A72C614-22CB-DE18-1CE1-079364E770E6}"/>
          </ac:graphicFrameMkLst>
        </pc:graphicFrameChg>
        <pc:graphicFrameChg chg="add del mod replST">
          <ac:chgData name="Wang, Yang - Gavin (T CED INW-CN)" userId="3bfd8117-d247-4416-84f8-c693ddb0b51a" providerId="ADAL" clId="{818DA5A0-48F4-4E85-8248-52437E656C31}" dt="2023-09-23T05:37:59.224" v="13870"/>
          <ac:graphicFrameMkLst>
            <pc:docMk/>
            <pc:sldMk cId="4091533890" sldId="1026"/>
            <ac:graphicFrameMk id="241" creationId="{3C77933D-4DF8-BD48-AB69-A1B90FD3F2BE}"/>
          </ac:graphicFrameMkLst>
        </pc:graphicFrameChg>
        <pc:graphicFrameChg chg="add del mod replST">
          <ac:chgData name="Wang, Yang - Gavin (T CED INW-CN)" userId="3bfd8117-d247-4416-84f8-c693ddb0b51a" providerId="ADAL" clId="{818DA5A0-48F4-4E85-8248-52437E656C31}" dt="2023-09-23T05:38:06.962" v="13942"/>
          <ac:graphicFrameMkLst>
            <pc:docMk/>
            <pc:sldMk cId="4091533890" sldId="1026"/>
            <ac:graphicFrameMk id="243" creationId="{6F0EF96E-D84A-3CC9-88BA-22CE540550B3}"/>
          </ac:graphicFrameMkLst>
        </pc:graphicFrameChg>
        <pc:graphicFrameChg chg="add del mod replST">
          <ac:chgData name="Wang, Yang - Gavin (T CED INW-CN)" userId="3bfd8117-d247-4416-84f8-c693ddb0b51a" providerId="ADAL" clId="{818DA5A0-48F4-4E85-8248-52437E656C31}" dt="2023-09-23T05:38:11.416" v="14014"/>
          <ac:graphicFrameMkLst>
            <pc:docMk/>
            <pc:sldMk cId="4091533890" sldId="1026"/>
            <ac:graphicFrameMk id="245" creationId="{555BD02A-1489-C396-9654-410B6506865C}"/>
          </ac:graphicFrameMkLst>
        </pc:graphicFrameChg>
        <pc:graphicFrameChg chg="add del mod replST">
          <ac:chgData name="Wang, Yang - Gavin (T CED INW-CN)" userId="3bfd8117-d247-4416-84f8-c693ddb0b51a" providerId="ADAL" clId="{818DA5A0-48F4-4E85-8248-52437E656C31}" dt="2023-09-23T05:38:15.144" v="14086"/>
          <ac:graphicFrameMkLst>
            <pc:docMk/>
            <pc:sldMk cId="4091533890" sldId="1026"/>
            <ac:graphicFrameMk id="247" creationId="{8408655A-7351-AAAE-77F8-D347ECED0727}"/>
          </ac:graphicFrameMkLst>
        </pc:graphicFrameChg>
        <pc:graphicFrameChg chg="add del mod replST">
          <ac:chgData name="Wang, Yang - Gavin (T CED INW-CN)" userId="3bfd8117-d247-4416-84f8-c693ddb0b51a" providerId="ADAL" clId="{818DA5A0-48F4-4E85-8248-52437E656C31}" dt="2023-09-23T05:38:20.025" v="14173"/>
          <ac:graphicFrameMkLst>
            <pc:docMk/>
            <pc:sldMk cId="4091533890" sldId="1026"/>
            <ac:graphicFrameMk id="249" creationId="{105435E3-3F95-912B-32BF-5E3D766D1C69}"/>
          </ac:graphicFrameMkLst>
        </pc:graphicFrameChg>
        <pc:graphicFrameChg chg="add del mod replST">
          <ac:chgData name="Wang, Yang - Gavin (T CED INW-CN)" userId="3bfd8117-d247-4416-84f8-c693ddb0b51a" providerId="ADAL" clId="{818DA5A0-48F4-4E85-8248-52437E656C31}" dt="2023-09-23T05:38:20.858" v="14270"/>
          <ac:graphicFrameMkLst>
            <pc:docMk/>
            <pc:sldMk cId="4091533890" sldId="1026"/>
            <ac:graphicFrameMk id="251" creationId="{DE849FF2-069B-5963-D6B0-062AEA5AE68B}"/>
          </ac:graphicFrameMkLst>
        </pc:graphicFrameChg>
        <pc:graphicFrameChg chg="add del mod replST">
          <ac:chgData name="Wang, Yang - Gavin (T CED INW-CN)" userId="3bfd8117-d247-4416-84f8-c693ddb0b51a" providerId="ADAL" clId="{818DA5A0-48F4-4E85-8248-52437E656C31}" dt="2023-09-23T05:38:21.523" v="14367"/>
          <ac:graphicFrameMkLst>
            <pc:docMk/>
            <pc:sldMk cId="4091533890" sldId="1026"/>
            <ac:graphicFrameMk id="253" creationId="{A7D1B4A7-4642-1CB4-77AF-8C60A7939144}"/>
          </ac:graphicFrameMkLst>
        </pc:graphicFrameChg>
        <pc:graphicFrameChg chg="add del mod replST">
          <ac:chgData name="Wang, Yang - Gavin (T CED INW-CN)" userId="3bfd8117-d247-4416-84f8-c693ddb0b51a" providerId="ADAL" clId="{818DA5A0-48F4-4E85-8248-52437E656C31}" dt="2023-09-23T05:38:23.997" v="14466"/>
          <ac:graphicFrameMkLst>
            <pc:docMk/>
            <pc:sldMk cId="4091533890" sldId="1026"/>
            <ac:graphicFrameMk id="255" creationId="{3E11CFFA-1BBB-C899-CBA4-E30A1F191CAA}"/>
          </ac:graphicFrameMkLst>
        </pc:graphicFrameChg>
        <pc:graphicFrameChg chg="add del mod replST">
          <ac:chgData name="Wang, Yang - Gavin (T CED INW-CN)" userId="3bfd8117-d247-4416-84f8-c693ddb0b51a" providerId="ADAL" clId="{818DA5A0-48F4-4E85-8248-52437E656C31}" dt="2023-09-23T05:38:27.193" v="14548"/>
          <ac:graphicFrameMkLst>
            <pc:docMk/>
            <pc:sldMk cId="4091533890" sldId="1026"/>
            <ac:graphicFrameMk id="257" creationId="{FEBD9C47-C350-2AB7-AADB-15AE83D37110}"/>
          </ac:graphicFrameMkLst>
        </pc:graphicFrameChg>
        <pc:graphicFrameChg chg="add del mod replST">
          <ac:chgData name="Wang, Yang - Gavin (T CED INW-CN)" userId="3bfd8117-d247-4416-84f8-c693ddb0b51a" providerId="ADAL" clId="{818DA5A0-48F4-4E85-8248-52437E656C31}" dt="2023-09-23T05:42:36.067" v="18530"/>
          <ac:graphicFrameMkLst>
            <pc:docMk/>
            <pc:sldMk cId="4091533890" sldId="1026"/>
            <ac:graphicFrameMk id="259" creationId="{A7DDF7C9-6483-5146-3462-20832AFD9C0E}"/>
          </ac:graphicFrameMkLst>
        </pc:graphicFrameChg>
        <pc:graphicFrameChg chg="add del mod replST">
          <ac:chgData name="Wang, Yang - Gavin (T CED INW-CN)" userId="3bfd8117-d247-4416-84f8-c693ddb0b51a" providerId="ADAL" clId="{818DA5A0-48F4-4E85-8248-52437E656C31}" dt="2023-09-23T05:58:33.464" v="21524"/>
          <ac:graphicFrameMkLst>
            <pc:docMk/>
            <pc:sldMk cId="4091533890" sldId="1026"/>
            <ac:graphicFrameMk id="300" creationId="{008CC375-FE6D-7362-34C4-D699FD6FB012}"/>
          </ac:graphicFrameMkLst>
        </pc:graphicFrameChg>
        <pc:graphicFrameChg chg="add del mod replST">
          <ac:chgData name="Wang, Yang - Gavin (T CED INW-CN)" userId="3bfd8117-d247-4416-84f8-c693ddb0b51a" providerId="ADAL" clId="{818DA5A0-48F4-4E85-8248-52437E656C31}" dt="2023-09-23T05:59:29.241" v="21613"/>
          <ac:graphicFrameMkLst>
            <pc:docMk/>
            <pc:sldMk cId="4091533890" sldId="1026"/>
            <ac:graphicFrameMk id="317" creationId="{BB9FE92A-12C3-0EB3-9943-A2BF83934FBC}"/>
          </ac:graphicFrameMkLst>
        </pc:graphicFrameChg>
        <pc:graphicFrameChg chg="add del mod replST">
          <ac:chgData name="Wang, Yang - Gavin (T CED INW-CN)" userId="3bfd8117-d247-4416-84f8-c693ddb0b51a" providerId="ADAL" clId="{818DA5A0-48F4-4E85-8248-52437E656C31}" dt="2023-09-23T06:02:16.335" v="21900"/>
          <ac:graphicFrameMkLst>
            <pc:docMk/>
            <pc:sldMk cId="4091533890" sldId="1026"/>
            <ac:graphicFrameMk id="320" creationId="{C2E4C91F-AC11-4207-8B8B-7BBEFFB73968}"/>
          </ac:graphicFrameMkLst>
        </pc:graphicFrameChg>
        <pc:graphicFrameChg chg="add del mod replST">
          <ac:chgData name="Wang, Yang - Gavin (T CED INW-CN)" userId="3bfd8117-d247-4416-84f8-c693ddb0b51a" providerId="ADAL" clId="{818DA5A0-48F4-4E85-8248-52437E656C31}" dt="2023-09-23T06:02:21.435" v="22020"/>
          <ac:graphicFrameMkLst>
            <pc:docMk/>
            <pc:sldMk cId="4091533890" sldId="1026"/>
            <ac:graphicFrameMk id="332" creationId="{EA35501A-C3B7-97D6-06FD-92E8D3D63D53}"/>
          </ac:graphicFrameMkLst>
        </pc:graphicFrameChg>
        <pc:graphicFrameChg chg="add del mod replST">
          <ac:chgData name="Wang, Yang - Gavin (T CED INW-CN)" userId="3bfd8117-d247-4416-84f8-c693ddb0b51a" providerId="ADAL" clId="{818DA5A0-48F4-4E85-8248-52437E656C31}" dt="2023-09-23T06:02:24.458" v="22134"/>
          <ac:graphicFrameMkLst>
            <pc:docMk/>
            <pc:sldMk cId="4091533890" sldId="1026"/>
            <ac:graphicFrameMk id="334" creationId="{4270874B-7502-A088-029E-21860033552B}"/>
          </ac:graphicFrameMkLst>
        </pc:graphicFrameChg>
        <pc:graphicFrameChg chg="add del mod replST">
          <ac:chgData name="Wang, Yang - Gavin (T CED INW-CN)" userId="3bfd8117-d247-4416-84f8-c693ddb0b51a" providerId="ADAL" clId="{818DA5A0-48F4-4E85-8248-52437E656C31}" dt="2023-09-23T06:10:17.906" v="22727"/>
          <ac:graphicFrameMkLst>
            <pc:docMk/>
            <pc:sldMk cId="4091533890" sldId="1026"/>
            <ac:graphicFrameMk id="336" creationId="{8855E9CC-CF5B-7B8A-14A7-E8B9A2AAA85B}"/>
          </ac:graphicFrameMkLst>
        </pc:graphicFrameChg>
        <pc:graphicFrameChg chg="add mod replST delST">
          <ac:chgData name="Wang, Yang - Gavin (T CED INW-CN)" userId="3bfd8117-d247-4416-84f8-c693ddb0b51a" providerId="ADAL" clId="{818DA5A0-48F4-4E85-8248-52437E656C31}" dt="2023-09-23T06:06:24.747" v="22491"/>
          <ac:graphicFrameMkLst>
            <pc:docMk/>
            <pc:sldMk cId="4091533890" sldId="1026"/>
            <ac:graphicFrameMk id="354" creationId="{E4D46FAA-7082-1E33-6FFD-C3E2654735D0}"/>
          </ac:graphicFrameMkLst>
        </pc:graphicFrameChg>
        <pc:graphicFrameChg chg="add del mod replST">
          <ac:chgData name="Wang, Yang - Gavin (T CED INW-CN)" userId="3bfd8117-d247-4416-84f8-c693ddb0b51a" providerId="ADAL" clId="{818DA5A0-48F4-4E85-8248-52437E656C31}" dt="2023-09-23T06:13:03.925" v="23085"/>
          <ac:graphicFrameMkLst>
            <pc:docMk/>
            <pc:sldMk cId="4091533890" sldId="1026"/>
            <ac:graphicFrameMk id="357" creationId="{AB85A731-B416-6CB2-E627-78C9011FD7F9}"/>
          </ac:graphicFrameMkLst>
        </pc:graphicFrameChg>
        <pc:graphicFrameChg chg="add del mod replST">
          <ac:chgData name="Wang, Yang - Gavin (T CED INW-CN)" userId="3bfd8117-d247-4416-84f8-c693ddb0b51a" providerId="ADAL" clId="{818DA5A0-48F4-4E85-8248-52437E656C31}" dt="2023-09-23T06:42:11.347" v="26856"/>
          <ac:graphicFrameMkLst>
            <pc:docMk/>
            <pc:sldMk cId="4091533890" sldId="1026"/>
            <ac:graphicFrameMk id="360" creationId="{E9F6844C-E9E5-8AAD-5F4F-8BB1125E17F9}"/>
          </ac:graphicFrameMkLst>
        </pc:graphicFrameChg>
        <pc:graphicFrameChg chg="add mod replST delST">
          <ac:chgData name="Wang, Yang - Gavin (T CED INW-CN)" userId="3bfd8117-d247-4416-84f8-c693ddb0b51a" providerId="ADAL" clId="{818DA5A0-48F4-4E85-8248-52437E656C31}" dt="2023-09-23T06:42:11.347" v="26856"/>
          <ac:graphicFrameMkLst>
            <pc:docMk/>
            <pc:sldMk cId="4091533890" sldId="1026"/>
            <ac:graphicFrameMk id="364" creationId="{CAEFD2E0-56EA-E656-304E-AB80E0EB0AFA}"/>
          </ac:graphicFrameMkLst>
        </pc:graphicFrameChg>
        <pc:cxnChg chg="add del mod ord replST delST">
          <ac:chgData name="Wang, Yang - Gavin (T CED INW-CN)" userId="3bfd8117-d247-4416-84f8-c693ddb0b51a" providerId="ADAL" clId="{818DA5A0-48F4-4E85-8248-52437E656C31}" dt="2023-09-23T05:34:40.559" v="5060"/>
          <ac:cxnSpMkLst>
            <pc:docMk/>
            <pc:sldMk cId="4091533890" sldId="1026"/>
            <ac:cxnSpMk id="114" creationId="{65FE11CA-9D53-815F-28A9-1258403C06F2}"/>
          </ac:cxnSpMkLst>
        </pc:cxnChg>
        <pc:cxnChg chg="add del mod ord replST delST">
          <ac:chgData name="Wang, Yang - Gavin (T CED INW-CN)" userId="3bfd8117-d247-4416-84f8-c693ddb0b51a" providerId="ADAL" clId="{818DA5A0-48F4-4E85-8248-52437E656C31}" dt="2023-09-23T05:34:45.522" v="5469"/>
          <ac:cxnSpMkLst>
            <pc:docMk/>
            <pc:sldMk cId="4091533890" sldId="1026"/>
            <ac:cxnSpMk id="119" creationId="{40864BD5-C950-4EC6-5C4B-E4E05FA996C5}"/>
          </ac:cxnSpMkLst>
        </pc:cxnChg>
        <pc:cxnChg chg="add del mod ord replST delST">
          <ac:chgData name="Wang, Yang - Gavin (T CED INW-CN)" userId="3bfd8117-d247-4416-84f8-c693ddb0b51a" providerId="ADAL" clId="{818DA5A0-48F4-4E85-8248-52437E656C31}" dt="2023-09-23T05:34:56.438" v="5826"/>
          <ac:cxnSpMkLst>
            <pc:docMk/>
            <pc:sldMk cId="4091533890" sldId="1026"/>
            <ac:cxnSpMk id="123" creationId="{F76C0061-30AE-493D-5E89-6BDF4856A622}"/>
          </ac:cxnSpMkLst>
        </pc:cxnChg>
        <pc:cxnChg chg="add del mod ord replST delST">
          <ac:chgData name="Wang, Yang - Gavin (T CED INW-CN)" userId="3bfd8117-d247-4416-84f8-c693ddb0b51a" providerId="ADAL" clId="{818DA5A0-48F4-4E85-8248-52437E656C31}" dt="2023-09-23T05:34:56.438" v="5826"/>
          <ac:cxnSpMkLst>
            <pc:docMk/>
            <pc:sldMk cId="4091533890" sldId="1026"/>
            <ac:cxnSpMk id="124" creationId="{0080418F-18FD-A3AE-01FD-E27C9BC17995}"/>
          </ac:cxnSpMkLst>
        </pc:cxnChg>
        <pc:cxnChg chg="add del mod ord replST delST">
          <ac:chgData name="Wang, Yang - Gavin (T CED INW-CN)" userId="3bfd8117-d247-4416-84f8-c693ddb0b51a" providerId="ADAL" clId="{818DA5A0-48F4-4E85-8248-52437E656C31}" dt="2023-09-23T05:35:13.838" v="6622"/>
          <ac:cxnSpMkLst>
            <pc:docMk/>
            <pc:sldMk cId="4091533890" sldId="1026"/>
            <ac:cxnSpMk id="129" creationId="{8256EEA9-CB7E-222E-F0B0-A64C59148E1B}"/>
          </ac:cxnSpMkLst>
        </pc:cxnChg>
        <pc:cxnChg chg="add del mod ord replST delST">
          <ac:chgData name="Wang, Yang - Gavin (T CED INW-CN)" userId="3bfd8117-d247-4416-84f8-c693ddb0b51a" providerId="ADAL" clId="{818DA5A0-48F4-4E85-8248-52437E656C31}" dt="2023-09-23T05:35:13.838" v="6622"/>
          <ac:cxnSpMkLst>
            <pc:docMk/>
            <pc:sldMk cId="4091533890" sldId="1026"/>
            <ac:cxnSpMk id="130" creationId="{02F69EE0-03FF-3627-CC84-1A8C9D30C7EF}"/>
          </ac:cxnSpMkLst>
        </pc:cxnChg>
        <pc:cxnChg chg="add del mod ord replST delST">
          <ac:chgData name="Wang, Yang - Gavin (T CED INW-CN)" userId="3bfd8117-d247-4416-84f8-c693ddb0b51a" providerId="ADAL" clId="{818DA5A0-48F4-4E85-8248-52437E656C31}" dt="2023-09-23T05:35:13.838" v="6622"/>
          <ac:cxnSpMkLst>
            <pc:docMk/>
            <pc:sldMk cId="4091533890" sldId="1026"/>
            <ac:cxnSpMk id="131" creationId="{363FBC06-DAAE-9A24-BBCA-4020BF9A4BD3}"/>
          </ac:cxnSpMkLst>
        </pc:cxnChg>
        <pc:cxnChg chg="add del mod ord replST">
          <ac:chgData name="Wang, Yang - Gavin (T CED INW-CN)" userId="3bfd8117-d247-4416-84f8-c693ddb0b51a" providerId="ADAL" clId="{818DA5A0-48F4-4E85-8248-52437E656C31}" dt="2023-09-23T05:59:29.218" v="21601"/>
          <ac:cxnSpMkLst>
            <pc:docMk/>
            <pc:sldMk cId="4091533890" sldId="1026"/>
            <ac:cxnSpMk id="302" creationId="{C52FA283-5549-EF10-CDE1-72EE4DD106FC}"/>
          </ac:cxnSpMkLst>
        </pc:cxnChg>
        <pc:cxnChg chg="add del mod ord">
          <ac:chgData name="Wang, Yang - Gavin (T CED INW-CN)" userId="3bfd8117-d247-4416-84f8-c693ddb0b51a" providerId="ADAL" clId="{818DA5A0-48F4-4E85-8248-52437E656C31}" dt="2023-09-23T05:59:29.248" v="21617"/>
          <ac:cxnSpMkLst>
            <pc:docMk/>
            <pc:sldMk cId="4091533890" sldId="1026"/>
            <ac:cxnSpMk id="311" creationId="{3E077AD5-249C-0BB9-EA60-52CF7CBBF7F8}"/>
          </ac:cxnSpMkLst>
        </pc:cxnChg>
        <pc:cxnChg chg="add mod ord replST">
          <ac:chgData name="Wang, Yang - Gavin (T CED INW-CN)" userId="3bfd8117-d247-4416-84f8-c693ddb0b51a" providerId="ADAL" clId="{818DA5A0-48F4-4E85-8248-52437E656C31}" dt="2023-09-23T06:42:11.347" v="26856"/>
          <ac:cxnSpMkLst>
            <pc:docMk/>
            <pc:sldMk cId="4091533890" sldId="1026"/>
            <ac:cxnSpMk id="322" creationId="{CF06F3D0-CDCE-CE3F-E07A-62116D535263}"/>
          </ac:cxnSpMkLst>
        </pc:cxnChg>
        <pc:cxnChg chg="add mod ord">
          <ac:chgData name="Wang, Yang - Gavin (T CED INW-CN)" userId="3bfd8117-d247-4416-84f8-c693ddb0b51a" providerId="ADAL" clId="{818DA5A0-48F4-4E85-8248-52437E656C31}" dt="2023-09-23T06:42:11.347" v="26856"/>
          <ac:cxnSpMkLst>
            <pc:docMk/>
            <pc:sldMk cId="4091533890" sldId="1026"/>
            <ac:cxnSpMk id="337" creationId="{8BC21C6C-F2F4-B448-544A-B1A559E2B023}"/>
          </ac:cxnSpMkLst>
        </pc:cxnChg>
      </pc:sldChg>
      <pc:sldChg chg="addSp delSp modSp add mod">
        <pc:chgData name="Wang, Yang - Gavin (T CED INW-CN)" userId="3bfd8117-d247-4416-84f8-c693ddb0b51a" providerId="ADAL" clId="{818DA5A0-48F4-4E85-8248-52437E656C31}" dt="2023-09-23T06:42:11.347" v="26856"/>
        <pc:sldMkLst>
          <pc:docMk/>
          <pc:sldMk cId="1474360973" sldId="1027"/>
        </pc:sldMkLst>
        <pc:spChg chg="mod ord">
          <ac:chgData name="Wang, Yang - Gavin (T CED INW-CN)" userId="3bfd8117-d247-4416-84f8-c693ddb0b51a" providerId="ADAL" clId="{818DA5A0-48F4-4E85-8248-52437E656C31}" dt="2023-09-23T06:42:10.746" v="26768"/>
          <ac:spMkLst>
            <pc:docMk/>
            <pc:sldMk cId="1474360973" sldId="1027"/>
            <ac:spMk id="2" creationId="{973FE4C4-A3A8-B687-1FEF-987F4D2F3B0C}"/>
          </ac:spMkLst>
        </pc:spChg>
        <pc:spChg chg="mod ord">
          <ac:chgData name="Wang, Yang - Gavin (T CED INW-CN)" userId="3bfd8117-d247-4416-84f8-c693ddb0b51a" providerId="ADAL" clId="{818DA5A0-48F4-4E85-8248-52437E656C31}" dt="2023-09-23T06:42:10.746" v="26768"/>
          <ac:spMkLst>
            <pc:docMk/>
            <pc:sldMk cId="1474360973" sldId="1027"/>
            <ac:spMk id="3" creationId="{CA25C496-AAB0-B2A2-9774-34D0B4B0D587}"/>
          </ac:spMkLst>
        </pc:spChg>
        <pc:spChg chg="mod ord">
          <ac:chgData name="Wang, Yang - Gavin (T CED INW-CN)" userId="3bfd8117-d247-4416-84f8-c693ddb0b51a" providerId="ADAL" clId="{818DA5A0-48F4-4E85-8248-52437E656C31}" dt="2023-09-23T06:42:10.746" v="26768"/>
          <ac:spMkLst>
            <pc:docMk/>
            <pc:sldMk cId="1474360973" sldId="1027"/>
            <ac:spMk id="4" creationId="{86B8434C-B227-28C7-B407-C811909B4C1F}"/>
          </ac:spMkLst>
        </pc:spChg>
        <pc:spChg chg="mod ord">
          <ac:chgData name="Wang, Yang - Gavin (T CED INW-CN)" userId="3bfd8117-d247-4416-84f8-c693ddb0b51a" providerId="ADAL" clId="{818DA5A0-48F4-4E85-8248-52437E656C31}" dt="2023-09-23T06:42:10.746" v="26768"/>
          <ac:spMkLst>
            <pc:docMk/>
            <pc:sldMk cId="1474360973" sldId="1027"/>
            <ac:spMk id="5" creationId="{4EB14FC8-DF39-E127-F6A1-63ED15A4EA2F}"/>
          </ac:spMkLst>
        </pc:spChg>
        <pc:spChg chg="mod ord">
          <ac:chgData name="Wang, Yang - Gavin (T CED INW-CN)" userId="3bfd8117-d247-4416-84f8-c693ddb0b51a" providerId="ADAL" clId="{818DA5A0-48F4-4E85-8248-52437E656C31}" dt="2023-09-23T06:42:10.746" v="26768"/>
          <ac:spMkLst>
            <pc:docMk/>
            <pc:sldMk cId="1474360973" sldId="1027"/>
            <ac:spMk id="6" creationId="{9130183A-8FB7-A218-4407-B327CCCEB346}"/>
          </ac:spMkLst>
        </pc:spChg>
        <pc:spChg chg="del">
          <ac:chgData name="Wang, Yang - Gavin (T CED INW-CN)" userId="3bfd8117-d247-4416-84f8-c693ddb0b51a" providerId="ADAL" clId="{818DA5A0-48F4-4E85-8248-52437E656C31}" dt="2023-09-23T05:26:44.043" v="43" actId="478"/>
          <ac:spMkLst>
            <pc:docMk/>
            <pc:sldMk cId="1474360973" sldId="1027"/>
            <ac:spMk id="7" creationId="{D9E54DB9-695F-66B3-0721-040B6F033E05}"/>
          </ac:spMkLst>
        </pc:spChg>
        <pc:spChg chg="del">
          <ac:chgData name="Wang, Yang - Gavin (T CED INW-CN)" userId="3bfd8117-d247-4416-84f8-c693ddb0b51a" providerId="ADAL" clId="{818DA5A0-48F4-4E85-8248-52437E656C31}" dt="2023-09-23T05:26:44.043" v="43" actId="478"/>
          <ac:spMkLst>
            <pc:docMk/>
            <pc:sldMk cId="1474360973" sldId="1027"/>
            <ac:spMk id="9" creationId="{F97717C0-647B-7D9B-5157-B952C4134DDE}"/>
          </ac:spMkLst>
        </pc:spChg>
        <pc:spChg chg="del">
          <ac:chgData name="Wang, Yang - Gavin (T CED INW-CN)" userId="3bfd8117-d247-4416-84f8-c693ddb0b51a" providerId="ADAL" clId="{818DA5A0-48F4-4E85-8248-52437E656C31}" dt="2023-09-23T05:26:44.043" v="43" actId="478"/>
          <ac:spMkLst>
            <pc:docMk/>
            <pc:sldMk cId="1474360973" sldId="1027"/>
            <ac:spMk id="10" creationId="{D420CC60-6C97-3CF0-B525-C2C456278D5A}"/>
          </ac:spMkLst>
        </pc:spChg>
        <pc:spChg chg="del">
          <ac:chgData name="Wang, Yang - Gavin (T CED INW-CN)" userId="3bfd8117-d247-4416-84f8-c693ddb0b51a" providerId="ADAL" clId="{818DA5A0-48F4-4E85-8248-52437E656C31}" dt="2023-09-23T05:26:44.043" v="43" actId="478"/>
          <ac:spMkLst>
            <pc:docMk/>
            <pc:sldMk cId="1474360973" sldId="1027"/>
            <ac:spMk id="11" creationId="{2B10E461-8EFE-8602-3F33-FB4CC392ED6B}"/>
          </ac:spMkLst>
        </pc:spChg>
        <pc:spChg chg="del">
          <ac:chgData name="Wang, Yang - Gavin (T CED INW-CN)" userId="3bfd8117-d247-4416-84f8-c693ddb0b51a" providerId="ADAL" clId="{818DA5A0-48F4-4E85-8248-52437E656C31}" dt="2023-09-23T05:26:44.043" v="43" actId="478"/>
          <ac:spMkLst>
            <pc:docMk/>
            <pc:sldMk cId="1474360973" sldId="1027"/>
            <ac:spMk id="12" creationId="{828D760F-2D7E-99AE-E2F7-BE7FC5C5CB7B}"/>
          </ac:spMkLst>
        </pc:spChg>
        <pc:spChg chg="del">
          <ac:chgData name="Wang, Yang - Gavin (T CED INW-CN)" userId="3bfd8117-d247-4416-84f8-c693ddb0b51a" providerId="ADAL" clId="{818DA5A0-48F4-4E85-8248-52437E656C31}" dt="2023-09-23T05:26:44.043" v="43" actId="478"/>
          <ac:spMkLst>
            <pc:docMk/>
            <pc:sldMk cId="1474360973" sldId="1027"/>
            <ac:spMk id="13" creationId="{A7E8E6E4-010C-292C-E6A6-BFD0C5A93E00}"/>
          </ac:spMkLst>
        </pc:spChg>
        <pc:spChg chg="del">
          <ac:chgData name="Wang, Yang - Gavin (T CED INW-CN)" userId="3bfd8117-d247-4416-84f8-c693ddb0b51a" providerId="ADAL" clId="{818DA5A0-48F4-4E85-8248-52437E656C31}" dt="2023-09-23T05:26:44.043" v="43" actId="478"/>
          <ac:spMkLst>
            <pc:docMk/>
            <pc:sldMk cId="1474360973" sldId="1027"/>
            <ac:spMk id="14" creationId="{0064A15E-06D7-E747-6BC3-A5E5F5D78C46}"/>
          </ac:spMkLst>
        </pc:spChg>
        <pc:spChg chg="del">
          <ac:chgData name="Wang, Yang - Gavin (T CED INW-CN)" userId="3bfd8117-d247-4416-84f8-c693ddb0b51a" providerId="ADAL" clId="{818DA5A0-48F4-4E85-8248-52437E656C31}" dt="2023-09-23T05:26:44.043" v="43" actId="478"/>
          <ac:spMkLst>
            <pc:docMk/>
            <pc:sldMk cId="1474360973" sldId="1027"/>
            <ac:spMk id="15" creationId="{1AE2F7A5-4277-BC6B-8375-3CD7D0741197}"/>
          </ac:spMkLst>
        </pc:spChg>
        <pc:spChg chg="del">
          <ac:chgData name="Wang, Yang - Gavin (T CED INW-CN)" userId="3bfd8117-d247-4416-84f8-c693ddb0b51a" providerId="ADAL" clId="{818DA5A0-48F4-4E85-8248-52437E656C31}" dt="2023-09-23T05:26:44.043" v="43" actId="478"/>
          <ac:spMkLst>
            <pc:docMk/>
            <pc:sldMk cId="1474360973" sldId="1027"/>
            <ac:spMk id="16" creationId="{457AF562-F911-94D6-5F27-D3DF0E68BC96}"/>
          </ac:spMkLst>
        </pc:spChg>
        <pc:spChg chg="del">
          <ac:chgData name="Wang, Yang - Gavin (T CED INW-CN)" userId="3bfd8117-d247-4416-84f8-c693ddb0b51a" providerId="ADAL" clId="{818DA5A0-48F4-4E85-8248-52437E656C31}" dt="2023-09-23T05:26:44.043" v="43" actId="478"/>
          <ac:spMkLst>
            <pc:docMk/>
            <pc:sldMk cId="1474360973" sldId="1027"/>
            <ac:spMk id="17" creationId="{B877D411-2E0A-AF93-6D2B-C4E36C750438}"/>
          </ac:spMkLst>
        </pc:spChg>
        <pc:spChg chg="del">
          <ac:chgData name="Wang, Yang - Gavin (T CED INW-CN)" userId="3bfd8117-d247-4416-84f8-c693ddb0b51a" providerId="ADAL" clId="{818DA5A0-48F4-4E85-8248-52437E656C31}" dt="2023-09-23T05:26:44.043" v="43" actId="478"/>
          <ac:spMkLst>
            <pc:docMk/>
            <pc:sldMk cId="1474360973" sldId="1027"/>
            <ac:spMk id="18" creationId="{126DFFE0-6463-79E4-8BAA-0B679BA39140}"/>
          </ac:spMkLst>
        </pc:spChg>
        <pc:spChg chg="del">
          <ac:chgData name="Wang, Yang - Gavin (T CED INW-CN)" userId="3bfd8117-d247-4416-84f8-c693ddb0b51a" providerId="ADAL" clId="{818DA5A0-48F4-4E85-8248-52437E656C31}" dt="2023-09-23T05:26:44.043" v="43" actId="478"/>
          <ac:spMkLst>
            <pc:docMk/>
            <pc:sldMk cId="1474360973" sldId="1027"/>
            <ac:spMk id="19" creationId="{2F0BF2B0-7D16-C3C2-45FE-70BDC9BAF9A5}"/>
          </ac:spMkLst>
        </pc:spChg>
        <pc:spChg chg="del">
          <ac:chgData name="Wang, Yang - Gavin (T CED INW-CN)" userId="3bfd8117-d247-4416-84f8-c693ddb0b51a" providerId="ADAL" clId="{818DA5A0-48F4-4E85-8248-52437E656C31}" dt="2023-09-23T05:26:44.043" v="43" actId="478"/>
          <ac:spMkLst>
            <pc:docMk/>
            <pc:sldMk cId="1474360973" sldId="1027"/>
            <ac:spMk id="20" creationId="{A566B339-39F6-161F-4FD6-176F11A947F2}"/>
          </ac:spMkLst>
        </pc:spChg>
        <pc:spChg chg="del mod ord">
          <ac:chgData name="Wang, Yang - Gavin (T CED INW-CN)" userId="3bfd8117-d247-4416-84f8-c693ddb0b51a" providerId="ADAL" clId="{818DA5A0-48F4-4E85-8248-52437E656C31}" dt="2023-09-23T05:42:44.090" v="18559" actId="478"/>
          <ac:spMkLst>
            <pc:docMk/>
            <pc:sldMk cId="1474360973" sldId="1027"/>
            <ac:spMk id="21" creationId="{35633C78-FE82-43F7-B5F6-EF625139784A}"/>
          </ac:spMkLst>
        </pc:spChg>
        <pc:spChg chg="del">
          <ac:chgData name="Wang, Yang - Gavin (T CED INW-CN)" userId="3bfd8117-d247-4416-84f8-c693ddb0b51a" providerId="ADAL" clId="{818DA5A0-48F4-4E85-8248-52437E656C31}" dt="2023-09-23T05:26:44.043" v="43" actId="478"/>
          <ac:spMkLst>
            <pc:docMk/>
            <pc:sldMk cId="1474360973" sldId="1027"/>
            <ac:spMk id="23" creationId="{AF03852F-B9AB-BE7A-4B74-753A47CB8AAB}"/>
          </ac:spMkLst>
        </pc:spChg>
        <pc:spChg chg="add del mod">
          <ac:chgData name="Wang, Yang - Gavin (T CED INW-CN)" userId="3bfd8117-d247-4416-84f8-c693ddb0b51a" providerId="ADAL" clId="{818DA5A0-48F4-4E85-8248-52437E656C31}" dt="2023-09-23T05:27:47.814" v="51" actId="478"/>
          <ac:spMkLst>
            <pc:docMk/>
            <pc:sldMk cId="1474360973" sldId="1027"/>
            <ac:spMk id="24" creationId="{F130B580-B647-E21B-12CF-DA5F2495B553}"/>
          </ac:spMkLst>
        </pc:spChg>
        <pc:spChg chg="add mod ord">
          <ac:chgData name="Wang, Yang - Gavin (T CED INW-CN)" userId="3bfd8117-d247-4416-84f8-c693ddb0b51a" providerId="ADAL" clId="{818DA5A0-48F4-4E85-8248-52437E656C31}" dt="2023-09-23T06:42:10.746" v="26768"/>
          <ac:spMkLst>
            <pc:docMk/>
            <pc:sldMk cId="1474360973" sldId="1027"/>
            <ac:spMk id="25" creationId="{B1117FF8-DCE3-6684-544D-25292055DACD}"/>
          </ac:spMkLst>
        </pc:spChg>
        <pc:spChg chg="add mod ord">
          <ac:chgData name="Wang, Yang - Gavin (T CED INW-CN)" userId="3bfd8117-d247-4416-84f8-c693ddb0b51a" providerId="ADAL" clId="{818DA5A0-48F4-4E85-8248-52437E656C31}" dt="2023-09-23T06:42:10.746" v="26768"/>
          <ac:spMkLst>
            <pc:docMk/>
            <pc:sldMk cId="1474360973" sldId="1027"/>
            <ac:spMk id="26" creationId="{38827E41-8DF6-9FA7-3580-69FDC7424424}"/>
          </ac:spMkLst>
        </pc:spChg>
        <pc:spChg chg="add del mod modVis">
          <ac:chgData name="Wang, Yang - Gavin (T CED INW-CN)" userId="3bfd8117-d247-4416-84f8-c693ddb0b51a" providerId="ADAL" clId="{818DA5A0-48F4-4E85-8248-52437E656C31}" dt="2023-09-23T05:30:06.195" v="278"/>
          <ac:spMkLst>
            <pc:docMk/>
            <pc:sldMk cId="1474360973" sldId="1027"/>
            <ac:spMk id="27" creationId="{81B82670-C1A1-6780-73DA-70F3F8EA61C9}"/>
          </ac:spMkLst>
        </pc:spChg>
        <pc:spChg chg="add del mod replST">
          <ac:chgData name="Wang, Yang - Gavin (T CED INW-CN)" userId="3bfd8117-d247-4416-84f8-c693ddb0b51a" providerId="ADAL" clId="{818DA5A0-48F4-4E85-8248-52437E656C31}" dt="2023-09-23T05:31:26.048" v="1705"/>
          <ac:spMkLst>
            <pc:docMk/>
            <pc:sldMk cId="1474360973" sldId="1027"/>
            <ac:spMk id="28" creationId="{6750A408-ED0E-47CF-AC3A-5AD4A6E25CE3}"/>
          </ac:spMkLst>
        </pc:spChg>
        <pc:spChg chg="add del mod replST">
          <ac:chgData name="Wang, Yang - Gavin (T CED INW-CN)" userId="3bfd8117-d247-4416-84f8-c693ddb0b51a" providerId="ADAL" clId="{818DA5A0-48F4-4E85-8248-52437E656C31}" dt="2023-09-23T05:31:26.048" v="1704"/>
          <ac:spMkLst>
            <pc:docMk/>
            <pc:sldMk cId="1474360973" sldId="1027"/>
            <ac:spMk id="29" creationId="{6750A408-ED0E-47CF-AC3A-5AD4A6E25CE3}"/>
          </ac:spMkLst>
        </pc:spChg>
        <pc:spChg chg="add del mod modVis">
          <ac:chgData name="Wang, Yang - Gavin (T CED INW-CN)" userId="3bfd8117-d247-4416-84f8-c693ddb0b51a" providerId="ADAL" clId="{818DA5A0-48F4-4E85-8248-52437E656C31}" dt="2023-09-23T05:30:28.666" v="362"/>
          <ac:spMkLst>
            <pc:docMk/>
            <pc:sldMk cId="1474360973" sldId="1027"/>
            <ac:spMk id="31" creationId="{8282078E-5AF7-983A-5B6C-64C1B5C6C860}"/>
          </ac:spMkLst>
        </pc:spChg>
        <pc:spChg chg="add del mod modVis">
          <ac:chgData name="Wang, Yang - Gavin (T CED INW-CN)" userId="3bfd8117-d247-4416-84f8-c693ddb0b51a" providerId="ADAL" clId="{818DA5A0-48F4-4E85-8248-52437E656C31}" dt="2023-09-23T05:30:32.740" v="441"/>
          <ac:spMkLst>
            <pc:docMk/>
            <pc:sldMk cId="1474360973" sldId="1027"/>
            <ac:spMk id="65" creationId="{EBC34FCB-EF3F-E923-2008-5204943187F7}"/>
          </ac:spMkLst>
        </pc:spChg>
        <pc:spChg chg="add del mod modVis">
          <ac:chgData name="Wang, Yang - Gavin (T CED INW-CN)" userId="3bfd8117-d247-4416-84f8-c693ddb0b51a" providerId="ADAL" clId="{818DA5A0-48F4-4E85-8248-52437E656C31}" dt="2023-09-23T05:30:36.934" v="527"/>
          <ac:spMkLst>
            <pc:docMk/>
            <pc:sldMk cId="1474360973" sldId="1027"/>
            <ac:spMk id="67" creationId="{5EB31543-790B-8964-59E4-34BBE3FF03C5}"/>
          </ac:spMkLst>
        </pc:spChg>
        <pc:spChg chg="add del mod modVis">
          <ac:chgData name="Wang, Yang - Gavin (T CED INW-CN)" userId="3bfd8117-d247-4416-84f8-c693ddb0b51a" providerId="ADAL" clId="{818DA5A0-48F4-4E85-8248-52437E656C31}" dt="2023-09-23T05:30:39.938" v="613"/>
          <ac:spMkLst>
            <pc:docMk/>
            <pc:sldMk cId="1474360973" sldId="1027"/>
            <ac:spMk id="69" creationId="{0084DCB1-22E7-AE20-ED41-CE9BB112FD8E}"/>
          </ac:spMkLst>
        </pc:spChg>
        <pc:spChg chg="add del mod modVis">
          <ac:chgData name="Wang, Yang - Gavin (T CED INW-CN)" userId="3bfd8117-d247-4416-84f8-c693ddb0b51a" providerId="ADAL" clId="{818DA5A0-48F4-4E85-8248-52437E656C31}" dt="2023-09-23T05:30:45.325" v="699"/>
          <ac:spMkLst>
            <pc:docMk/>
            <pc:sldMk cId="1474360973" sldId="1027"/>
            <ac:spMk id="71" creationId="{12421B0A-5A86-CFE7-30F9-28A5BF001E68}"/>
          </ac:spMkLst>
        </pc:spChg>
        <pc:spChg chg="add del mod modVis">
          <ac:chgData name="Wang, Yang - Gavin (T CED INW-CN)" userId="3bfd8117-d247-4416-84f8-c693ddb0b51a" providerId="ADAL" clId="{818DA5A0-48F4-4E85-8248-52437E656C31}" dt="2023-09-23T05:30:50.770" v="777"/>
          <ac:spMkLst>
            <pc:docMk/>
            <pc:sldMk cId="1474360973" sldId="1027"/>
            <ac:spMk id="73" creationId="{7331FF6D-18F2-0ED2-1B84-0026ADEE4056}"/>
          </ac:spMkLst>
        </pc:spChg>
        <pc:spChg chg="del">
          <ac:chgData name="Wang, Yang - Gavin (T CED INW-CN)" userId="3bfd8117-d247-4416-84f8-c693ddb0b51a" providerId="ADAL" clId="{818DA5A0-48F4-4E85-8248-52437E656C31}" dt="2023-09-23T05:26:44.043" v="43" actId="478"/>
          <ac:spMkLst>
            <pc:docMk/>
            <pc:sldMk cId="1474360973" sldId="1027"/>
            <ac:spMk id="74" creationId="{6B10C045-E406-DDF6-C04E-27BC64B4A1F4}"/>
          </ac:spMkLst>
        </pc:spChg>
        <pc:spChg chg="add del mod modVis">
          <ac:chgData name="Wang, Yang - Gavin (T CED INW-CN)" userId="3bfd8117-d247-4416-84f8-c693ddb0b51a" providerId="ADAL" clId="{818DA5A0-48F4-4E85-8248-52437E656C31}" dt="2023-09-23T05:30:56.497" v="855"/>
          <ac:spMkLst>
            <pc:docMk/>
            <pc:sldMk cId="1474360973" sldId="1027"/>
            <ac:spMk id="79" creationId="{DE5A21DA-43C6-B537-5247-131E5C117DAD}"/>
          </ac:spMkLst>
        </pc:spChg>
        <pc:spChg chg="mod ord">
          <ac:chgData name="Wang, Yang - Gavin (T CED INW-CN)" userId="3bfd8117-d247-4416-84f8-c693ddb0b51a" providerId="ADAL" clId="{818DA5A0-48F4-4E85-8248-52437E656C31}" dt="2023-09-23T06:42:10.746" v="26768"/>
          <ac:spMkLst>
            <pc:docMk/>
            <pc:sldMk cId="1474360973" sldId="1027"/>
            <ac:spMk id="81" creationId="{EEB292B8-90A2-4760-E00D-7906B9E6B394}"/>
          </ac:spMkLst>
        </pc:spChg>
        <pc:spChg chg="add del mod modVis">
          <ac:chgData name="Wang, Yang - Gavin (T CED INW-CN)" userId="3bfd8117-d247-4416-84f8-c693ddb0b51a" providerId="ADAL" clId="{818DA5A0-48F4-4E85-8248-52437E656C31}" dt="2023-09-23T05:31:00.510" v="933"/>
          <ac:spMkLst>
            <pc:docMk/>
            <pc:sldMk cId="1474360973" sldId="1027"/>
            <ac:spMk id="82" creationId="{37807ED0-D90D-9F5A-DE85-039B2875E0EE}"/>
          </ac:spMkLst>
        </pc:spChg>
        <pc:spChg chg="del">
          <ac:chgData name="Wang, Yang - Gavin (T CED INW-CN)" userId="3bfd8117-d247-4416-84f8-c693ddb0b51a" providerId="ADAL" clId="{818DA5A0-48F4-4E85-8248-52437E656C31}" dt="2023-09-23T05:26:44.043" v="43" actId="478"/>
          <ac:spMkLst>
            <pc:docMk/>
            <pc:sldMk cId="1474360973" sldId="1027"/>
            <ac:spMk id="88" creationId="{88CE796D-3D7B-79A1-37B0-75B9C232F780}"/>
          </ac:spMkLst>
        </pc:spChg>
        <pc:spChg chg="del">
          <ac:chgData name="Wang, Yang - Gavin (T CED INW-CN)" userId="3bfd8117-d247-4416-84f8-c693ddb0b51a" providerId="ADAL" clId="{818DA5A0-48F4-4E85-8248-52437E656C31}" dt="2023-09-23T05:26:44.043" v="43" actId="478"/>
          <ac:spMkLst>
            <pc:docMk/>
            <pc:sldMk cId="1474360973" sldId="1027"/>
            <ac:spMk id="89" creationId="{A5E25D66-6AA7-752D-D5DA-CCED9C8777A3}"/>
          </ac:spMkLst>
        </pc:spChg>
        <pc:spChg chg="add del mod modVis">
          <ac:chgData name="Wang, Yang - Gavin (T CED INW-CN)" userId="3bfd8117-d247-4416-84f8-c693ddb0b51a" providerId="ADAL" clId="{818DA5A0-48F4-4E85-8248-52437E656C31}" dt="2023-09-23T05:31:14.050" v="1188"/>
          <ac:spMkLst>
            <pc:docMk/>
            <pc:sldMk cId="1474360973" sldId="1027"/>
            <ac:spMk id="91" creationId="{61CF35BA-0721-CEBC-AB0D-435F8605E2E1}"/>
          </ac:spMkLst>
        </pc:spChg>
        <pc:spChg chg="add del mod replST">
          <ac:chgData name="Wang, Yang - Gavin (T CED INW-CN)" userId="3bfd8117-d247-4416-84f8-c693ddb0b51a" providerId="ADAL" clId="{818DA5A0-48F4-4E85-8248-52437E656C31}" dt="2023-09-23T05:31:17.418" v="1231"/>
          <ac:spMkLst>
            <pc:docMk/>
            <pc:sldMk cId="1474360973" sldId="1027"/>
            <ac:spMk id="92" creationId="{6750A408-ED0E-47CF-AC3A-5AD4A6E25CE3}"/>
          </ac:spMkLst>
        </pc:spChg>
        <pc:spChg chg="add del mod replST">
          <ac:chgData name="Wang, Yang - Gavin (T CED INW-CN)" userId="3bfd8117-d247-4416-84f8-c693ddb0b51a" providerId="ADAL" clId="{818DA5A0-48F4-4E85-8248-52437E656C31}" dt="2023-09-23T05:31:17.418" v="1232"/>
          <ac:spMkLst>
            <pc:docMk/>
            <pc:sldMk cId="1474360973" sldId="1027"/>
            <ac:spMk id="128" creationId="{6750A408-ED0E-47CF-AC3A-5AD4A6E25CE3}"/>
          </ac:spMkLst>
        </pc:spChg>
        <pc:spChg chg="add del mod replST">
          <ac:chgData name="Wang, Yang - Gavin (T CED INW-CN)" userId="3bfd8117-d247-4416-84f8-c693ddb0b51a" providerId="ADAL" clId="{818DA5A0-48F4-4E85-8248-52437E656C31}" dt="2023-09-23T05:31:17.418" v="1233"/>
          <ac:spMkLst>
            <pc:docMk/>
            <pc:sldMk cId="1474360973" sldId="1027"/>
            <ac:spMk id="129" creationId="{6750A408-ED0E-47CF-AC3A-5AD4A6E25CE3}"/>
          </ac:spMkLst>
        </pc:spChg>
        <pc:spChg chg="add del mod modVis">
          <ac:chgData name="Wang, Yang - Gavin (T CED INW-CN)" userId="3bfd8117-d247-4416-84f8-c693ddb0b51a" providerId="ADAL" clId="{818DA5A0-48F4-4E85-8248-52437E656C31}" dt="2023-09-23T05:31:17.455" v="1272"/>
          <ac:spMkLst>
            <pc:docMk/>
            <pc:sldMk cId="1474360973" sldId="1027"/>
            <ac:spMk id="131" creationId="{C8F7F563-E7D2-2BC2-8CF1-1A1FF862CC73}"/>
          </ac:spMkLst>
        </pc:spChg>
        <pc:spChg chg="add del mod modVis">
          <ac:chgData name="Wang, Yang - Gavin (T CED INW-CN)" userId="3bfd8117-d247-4416-84f8-c693ddb0b51a" providerId="ADAL" clId="{818DA5A0-48F4-4E85-8248-52437E656C31}" dt="2023-09-23T05:31:20.379" v="1527"/>
          <ac:spMkLst>
            <pc:docMk/>
            <pc:sldMk cId="1474360973" sldId="1027"/>
            <ac:spMk id="133" creationId="{7E97E0DE-3BF1-F078-1439-BA46027ED225}"/>
          </ac:spMkLst>
        </pc:spChg>
        <pc:spChg chg="add del mod replST">
          <ac:chgData name="Wang, Yang - Gavin (T CED INW-CN)" userId="3bfd8117-d247-4416-84f8-c693ddb0b51a" providerId="ADAL" clId="{818DA5A0-48F4-4E85-8248-52437E656C31}" dt="2023-09-23T05:31:22.138" v="1570"/>
          <ac:spMkLst>
            <pc:docMk/>
            <pc:sldMk cId="1474360973" sldId="1027"/>
            <ac:spMk id="136" creationId="{6750A408-ED0E-47CF-AC3A-5AD4A6E25CE3}"/>
          </ac:spMkLst>
        </pc:spChg>
        <pc:spChg chg="add del mod replST">
          <ac:chgData name="Wang, Yang - Gavin (T CED INW-CN)" userId="3bfd8117-d247-4416-84f8-c693ddb0b51a" providerId="ADAL" clId="{818DA5A0-48F4-4E85-8248-52437E656C31}" dt="2023-09-23T05:31:22.138" v="1571"/>
          <ac:spMkLst>
            <pc:docMk/>
            <pc:sldMk cId="1474360973" sldId="1027"/>
            <ac:spMk id="137" creationId="{6750A408-ED0E-47CF-AC3A-5AD4A6E25CE3}"/>
          </ac:spMkLst>
        </pc:spChg>
        <pc:spChg chg="add del mod replST">
          <ac:chgData name="Wang, Yang - Gavin (T CED INW-CN)" userId="3bfd8117-d247-4416-84f8-c693ddb0b51a" providerId="ADAL" clId="{818DA5A0-48F4-4E85-8248-52437E656C31}" dt="2023-09-23T05:31:22.138" v="1572"/>
          <ac:spMkLst>
            <pc:docMk/>
            <pc:sldMk cId="1474360973" sldId="1027"/>
            <ac:spMk id="138" creationId="{6750A408-ED0E-47CF-AC3A-5AD4A6E25CE3}"/>
          </ac:spMkLst>
        </pc:spChg>
        <pc:spChg chg="add del mod modVis">
          <ac:chgData name="Wang, Yang - Gavin (T CED INW-CN)" userId="3bfd8117-d247-4416-84f8-c693ddb0b51a" providerId="ADAL" clId="{818DA5A0-48F4-4E85-8248-52437E656C31}" dt="2023-09-23T05:31:22.188" v="1615"/>
          <ac:spMkLst>
            <pc:docMk/>
            <pc:sldMk cId="1474360973" sldId="1027"/>
            <ac:spMk id="140" creationId="{391012CC-E74E-F57A-3454-3BBBCC2E6459}"/>
          </ac:spMkLst>
        </pc:spChg>
        <pc:spChg chg="add del mod modVis">
          <ac:chgData name="Wang, Yang - Gavin (T CED INW-CN)" userId="3bfd8117-d247-4416-84f8-c693ddb0b51a" providerId="ADAL" clId="{818DA5A0-48F4-4E85-8248-52437E656C31}" dt="2023-09-23T05:31:24.639" v="1701"/>
          <ac:spMkLst>
            <pc:docMk/>
            <pc:sldMk cId="1474360973" sldId="1027"/>
            <ac:spMk id="142" creationId="{78D01E90-C352-D884-0492-D40DBE409698}"/>
          </ac:spMkLst>
        </pc:spChg>
        <pc:spChg chg="add del mod replST">
          <ac:chgData name="Wang, Yang - Gavin (T CED INW-CN)" userId="3bfd8117-d247-4416-84f8-c693ddb0b51a" providerId="ADAL" clId="{818DA5A0-48F4-4E85-8248-52437E656C31}" dt="2023-09-23T05:37:13.126" v="9052"/>
          <ac:spMkLst>
            <pc:docMk/>
            <pc:sldMk cId="1474360973" sldId="1027"/>
            <ac:spMk id="145" creationId="{4754EFE2-D30C-7B25-1350-F302C3EF1B67}"/>
          </ac:spMkLst>
        </pc:spChg>
        <pc:spChg chg="add del mod replST">
          <ac:chgData name="Wang, Yang - Gavin (T CED INW-CN)" userId="3bfd8117-d247-4416-84f8-c693ddb0b51a" providerId="ADAL" clId="{818DA5A0-48F4-4E85-8248-52437E656C31}" dt="2023-09-23T05:37:13.126" v="9052"/>
          <ac:spMkLst>
            <pc:docMk/>
            <pc:sldMk cId="1474360973" sldId="1027"/>
            <ac:spMk id="146" creationId="{E29C3EFE-23E9-F92B-B627-B189559FE45D}"/>
          </ac:spMkLst>
        </pc:spChg>
        <pc:spChg chg="add del mod replST">
          <ac:chgData name="Wang, Yang - Gavin (T CED INW-CN)" userId="3bfd8117-d247-4416-84f8-c693ddb0b51a" providerId="ADAL" clId="{818DA5A0-48F4-4E85-8248-52437E656C31}" dt="2023-09-23T05:37:13.126" v="9052"/>
          <ac:spMkLst>
            <pc:docMk/>
            <pc:sldMk cId="1474360973" sldId="1027"/>
            <ac:spMk id="159" creationId="{FBD5C1BC-8B4C-233D-A7DF-D0E88A5656C7}"/>
          </ac:spMkLst>
        </pc:spChg>
        <pc:spChg chg="add del mod replST">
          <ac:chgData name="Wang, Yang - Gavin (T CED INW-CN)" userId="3bfd8117-d247-4416-84f8-c693ddb0b51a" providerId="ADAL" clId="{818DA5A0-48F4-4E85-8248-52437E656C31}" dt="2023-09-23T05:37:13.126" v="9052"/>
          <ac:spMkLst>
            <pc:docMk/>
            <pc:sldMk cId="1474360973" sldId="1027"/>
            <ac:spMk id="160" creationId="{CE77AD08-AFE5-6D62-390D-7AAD22A5B330}"/>
          </ac:spMkLst>
        </pc:spChg>
        <pc:spChg chg="add del mod replST">
          <ac:chgData name="Wang, Yang - Gavin (T CED INW-CN)" userId="3bfd8117-d247-4416-84f8-c693ddb0b51a" providerId="ADAL" clId="{818DA5A0-48F4-4E85-8248-52437E656C31}" dt="2023-09-23T05:37:13.126" v="9052"/>
          <ac:spMkLst>
            <pc:docMk/>
            <pc:sldMk cId="1474360973" sldId="1027"/>
            <ac:spMk id="164" creationId="{F5D54535-E014-722B-E366-972DC0D59CFA}"/>
          </ac:spMkLst>
        </pc:spChg>
        <pc:spChg chg="add del mod replST">
          <ac:chgData name="Wang, Yang - Gavin (T CED INW-CN)" userId="3bfd8117-d247-4416-84f8-c693ddb0b51a" providerId="ADAL" clId="{818DA5A0-48F4-4E85-8248-52437E656C31}" dt="2023-09-23T05:37:13.126" v="9052"/>
          <ac:spMkLst>
            <pc:docMk/>
            <pc:sldMk cId="1474360973" sldId="1027"/>
            <ac:spMk id="174" creationId="{83D2ED6F-7A28-EAEA-7914-7860C82A47EA}"/>
          </ac:spMkLst>
        </pc:spChg>
        <pc:spChg chg="add del mod replST">
          <ac:chgData name="Wang, Yang - Gavin (T CED INW-CN)" userId="3bfd8117-d247-4416-84f8-c693ddb0b51a" providerId="ADAL" clId="{818DA5A0-48F4-4E85-8248-52437E656C31}" dt="2023-09-23T05:37:13.126" v="9052"/>
          <ac:spMkLst>
            <pc:docMk/>
            <pc:sldMk cId="1474360973" sldId="1027"/>
            <ac:spMk id="175" creationId="{8B0E8C17-AD02-DD74-8882-4B3633B76E45}"/>
          </ac:spMkLst>
        </pc:spChg>
        <pc:spChg chg="add del mod modVis">
          <ac:chgData name="Wang, Yang - Gavin (T CED INW-CN)" userId="3bfd8117-d247-4416-84f8-c693ddb0b51a" providerId="ADAL" clId="{818DA5A0-48F4-4E85-8248-52437E656C31}" dt="2023-09-23T05:37:13.126" v="9052"/>
          <ac:spMkLst>
            <pc:docMk/>
            <pc:sldMk cId="1474360973" sldId="1027"/>
            <ac:spMk id="176" creationId="{43608250-8AD8-061D-F763-8B18FD1C9194}"/>
          </ac:spMkLst>
        </pc:spChg>
        <pc:spChg chg="add mod replST">
          <ac:chgData name="Wang, Yang - Gavin (T CED INW-CN)" userId="3bfd8117-d247-4416-84f8-c693ddb0b51a" providerId="ADAL" clId="{818DA5A0-48F4-4E85-8248-52437E656C31}" dt="2023-09-23T06:41:52.565" v="26147"/>
          <ac:spMkLst>
            <pc:docMk/>
            <pc:sldMk cId="1474360973" sldId="1027"/>
            <ac:spMk id="179" creationId="{C9B53355-D2CE-38A3-AB0E-917AA296C8AC}"/>
          </ac:spMkLst>
        </pc:spChg>
        <pc:spChg chg="add mod replST">
          <ac:chgData name="Wang, Yang - Gavin (T CED INW-CN)" userId="3bfd8117-d247-4416-84f8-c693ddb0b51a" providerId="ADAL" clId="{818DA5A0-48F4-4E85-8248-52437E656C31}" dt="2023-09-23T06:41:52.565" v="26148"/>
          <ac:spMkLst>
            <pc:docMk/>
            <pc:sldMk cId="1474360973" sldId="1027"/>
            <ac:spMk id="180" creationId="{5839CF23-C4C8-2148-DB7A-86EF89763E48}"/>
          </ac:spMkLst>
        </pc:spChg>
        <pc:spChg chg="add mod replST">
          <ac:chgData name="Wang, Yang - Gavin (T CED INW-CN)" userId="3bfd8117-d247-4416-84f8-c693ddb0b51a" providerId="ADAL" clId="{818DA5A0-48F4-4E85-8248-52437E656C31}" dt="2023-09-23T06:41:52.565" v="26149"/>
          <ac:spMkLst>
            <pc:docMk/>
            <pc:sldMk cId="1474360973" sldId="1027"/>
            <ac:spMk id="181" creationId="{5746BCF3-9DD8-20EA-6707-79A5CA308646}"/>
          </ac:spMkLst>
        </pc:spChg>
        <pc:spChg chg="add mod replST">
          <ac:chgData name="Wang, Yang - Gavin (T CED INW-CN)" userId="3bfd8117-d247-4416-84f8-c693ddb0b51a" providerId="ADAL" clId="{818DA5A0-48F4-4E85-8248-52437E656C31}" dt="2023-09-23T06:41:52.565" v="26150"/>
          <ac:spMkLst>
            <pc:docMk/>
            <pc:sldMk cId="1474360973" sldId="1027"/>
            <ac:spMk id="182" creationId="{E09F6608-4557-40DF-153A-79AC85E2D761}"/>
          </ac:spMkLst>
        </pc:spChg>
        <pc:spChg chg="add mod replST">
          <ac:chgData name="Wang, Yang - Gavin (T CED INW-CN)" userId="3bfd8117-d247-4416-84f8-c693ddb0b51a" providerId="ADAL" clId="{818DA5A0-48F4-4E85-8248-52437E656C31}" dt="2023-09-23T06:41:52.565" v="26151"/>
          <ac:spMkLst>
            <pc:docMk/>
            <pc:sldMk cId="1474360973" sldId="1027"/>
            <ac:spMk id="183" creationId="{0E74960C-80D9-18C7-0C30-B0E213AE53FA}"/>
          </ac:spMkLst>
        </pc:spChg>
        <pc:spChg chg="add mod replST">
          <ac:chgData name="Wang, Yang - Gavin (T CED INW-CN)" userId="3bfd8117-d247-4416-84f8-c693ddb0b51a" providerId="ADAL" clId="{818DA5A0-48F4-4E85-8248-52437E656C31}" dt="2023-09-23T06:41:52.565" v="26152"/>
          <ac:spMkLst>
            <pc:docMk/>
            <pc:sldMk cId="1474360973" sldId="1027"/>
            <ac:spMk id="184" creationId="{48F4C9A8-91FE-6BCA-D101-F9C29ACDB0D2}"/>
          </ac:spMkLst>
        </pc:spChg>
        <pc:spChg chg="add mod replST">
          <ac:chgData name="Wang, Yang - Gavin (T CED INW-CN)" userId="3bfd8117-d247-4416-84f8-c693ddb0b51a" providerId="ADAL" clId="{818DA5A0-48F4-4E85-8248-52437E656C31}" dt="2023-09-23T06:41:52.565" v="26153"/>
          <ac:spMkLst>
            <pc:docMk/>
            <pc:sldMk cId="1474360973" sldId="1027"/>
            <ac:spMk id="185" creationId="{5A953C3A-2728-DC13-E72A-5B1BABBFF7A1}"/>
          </ac:spMkLst>
        </pc:spChg>
        <pc:spChg chg="add del mod modVis">
          <ac:chgData name="Wang, Yang - Gavin (T CED INW-CN)" userId="3bfd8117-d247-4416-84f8-c693ddb0b51a" providerId="ADAL" clId="{818DA5A0-48F4-4E85-8248-52437E656C31}" dt="2023-09-23T05:38:30.885" v="14814"/>
          <ac:spMkLst>
            <pc:docMk/>
            <pc:sldMk cId="1474360973" sldId="1027"/>
            <ac:spMk id="186" creationId="{5CA39CCA-30AE-E51C-4FF8-6006A0FD720B}"/>
          </ac:spMkLst>
        </pc:spChg>
        <pc:spChg chg="add del mod modVis">
          <ac:chgData name="Wang, Yang - Gavin (T CED INW-CN)" userId="3bfd8117-d247-4416-84f8-c693ddb0b51a" providerId="ADAL" clId="{818DA5A0-48F4-4E85-8248-52437E656C31}" dt="2023-09-23T05:38:36.168" v="14915"/>
          <ac:spMkLst>
            <pc:docMk/>
            <pc:sldMk cId="1474360973" sldId="1027"/>
            <ac:spMk id="188" creationId="{445283D8-69F3-A153-A2BA-13813202ED3B}"/>
          </ac:spMkLst>
        </pc:spChg>
        <pc:spChg chg="add del mod modVis">
          <ac:chgData name="Wang, Yang - Gavin (T CED INW-CN)" userId="3bfd8117-d247-4416-84f8-c693ddb0b51a" providerId="ADAL" clId="{818DA5A0-48F4-4E85-8248-52437E656C31}" dt="2023-09-23T05:38:38.481" v="15031"/>
          <ac:spMkLst>
            <pc:docMk/>
            <pc:sldMk cId="1474360973" sldId="1027"/>
            <ac:spMk id="190" creationId="{9E1C5F32-DAA4-170F-4FE4-0E3DFE22B072}"/>
          </ac:spMkLst>
        </pc:spChg>
        <pc:spChg chg="add del mod modVis">
          <ac:chgData name="Wang, Yang - Gavin (T CED INW-CN)" userId="3bfd8117-d247-4416-84f8-c693ddb0b51a" providerId="ADAL" clId="{818DA5A0-48F4-4E85-8248-52437E656C31}" dt="2023-09-23T05:38:40.223" v="15147"/>
          <ac:spMkLst>
            <pc:docMk/>
            <pc:sldMk cId="1474360973" sldId="1027"/>
            <ac:spMk id="192" creationId="{25B09DE3-EB67-6E94-5233-7958BFC814EC}"/>
          </ac:spMkLst>
        </pc:spChg>
        <pc:spChg chg="add del mod modVis">
          <ac:chgData name="Wang, Yang - Gavin (T CED INW-CN)" userId="3bfd8117-d247-4416-84f8-c693ddb0b51a" providerId="ADAL" clId="{818DA5A0-48F4-4E85-8248-52437E656C31}" dt="2023-09-23T05:38:42.078" v="15263"/>
          <ac:spMkLst>
            <pc:docMk/>
            <pc:sldMk cId="1474360973" sldId="1027"/>
            <ac:spMk id="194" creationId="{B2A638BF-2B49-BDFA-61AD-A5C202A6156E}"/>
          </ac:spMkLst>
        </pc:spChg>
        <pc:spChg chg="add del mod modVis">
          <ac:chgData name="Wang, Yang - Gavin (T CED INW-CN)" userId="3bfd8117-d247-4416-84f8-c693ddb0b51a" providerId="ADAL" clId="{818DA5A0-48F4-4E85-8248-52437E656C31}" dt="2023-09-23T05:38:45.415" v="15364"/>
          <ac:spMkLst>
            <pc:docMk/>
            <pc:sldMk cId="1474360973" sldId="1027"/>
            <ac:spMk id="196" creationId="{B66BE7E3-1B0A-877C-04B2-6998A97D65BA}"/>
          </ac:spMkLst>
        </pc:spChg>
        <pc:spChg chg="add del mod modVis">
          <ac:chgData name="Wang, Yang - Gavin (T CED INW-CN)" userId="3bfd8117-d247-4416-84f8-c693ddb0b51a" providerId="ADAL" clId="{818DA5A0-48F4-4E85-8248-52437E656C31}" dt="2023-09-23T05:38:47.341" v="15465"/>
          <ac:spMkLst>
            <pc:docMk/>
            <pc:sldMk cId="1474360973" sldId="1027"/>
            <ac:spMk id="198" creationId="{05AD9AF9-DE20-946D-E48F-264FDD4CAED1}"/>
          </ac:spMkLst>
        </pc:spChg>
        <pc:spChg chg="add del mod modVis">
          <ac:chgData name="Wang, Yang - Gavin (T CED INW-CN)" userId="3bfd8117-d247-4416-84f8-c693ddb0b51a" providerId="ADAL" clId="{818DA5A0-48F4-4E85-8248-52437E656C31}" dt="2023-09-23T05:39:00.483" v="15553"/>
          <ac:spMkLst>
            <pc:docMk/>
            <pc:sldMk cId="1474360973" sldId="1027"/>
            <ac:spMk id="200" creationId="{36C60797-FC38-D163-76FA-FA65153E3034}"/>
          </ac:spMkLst>
        </pc:spChg>
        <pc:spChg chg="add del mod modVis">
          <ac:chgData name="Wang, Yang - Gavin (T CED INW-CN)" userId="3bfd8117-d247-4416-84f8-c693ddb0b51a" providerId="ADAL" clId="{818DA5A0-48F4-4E85-8248-52437E656C31}" dt="2023-09-23T05:39:03.242" v="15641"/>
          <ac:spMkLst>
            <pc:docMk/>
            <pc:sldMk cId="1474360973" sldId="1027"/>
            <ac:spMk id="202" creationId="{6F2E5E61-CC89-74AF-2C76-9D0C61424D20}"/>
          </ac:spMkLst>
        </pc:spChg>
        <pc:spChg chg="add del mod modVis">
          <ac:chgData name="Wang, Yang - Gavin (T CED INW-CN)" userId="3bfd8117-d247-4416-84f8-c693ddb0b51a" providerId="ADAL" clId="{818DA5A0-48F4-4E85-8248-52437E656C31}" dt="2023-09-23T05:39:08.113" v="15795"/>
          <ac:spMkLst>
            <pc:docMk/>
            <pc:sldMk cId="1474360973" sldId="1027"/>
            <ac:spMk id="204" creationId="{3B3638AF-6962-BE3D-1204-AFCB65E6DC36}"/>
          </ac:spMkLst>
        </pc:spChg>
        <pc:spChg chg="add del mod replST">
          <ac:chgData name="Wang, Yang - Gavin (T CED INW-CN)" userId="3bfd8117-d247-4416-84f8-c693ddb0b51a" providerId="ADAL" clId="{818DA5A0-48F4-4E85-8248-52437E656C31}" dt="2023-09-23T05:39:11.073" v="15798"/>
          <ac:spMkLst>
            <pc:docMk/>
            <pc:sldMk cId="1474360973" sldId="1027"/>
            <ac:spMk id="205" creationId="{6750A408-ED0E-47CF-AC3A-5AD4A6E25CE3}"/>
          </ac:spMkLst>
        </pc:spChg>
        <pc:spChg chg="add del mod modVis">
          <ac:chgData name="Wang, Yang - Gavin (T CED INW-CN)" userId="3bfd8117-d247-4416-84f8-c693ddb0b51a" providerId="ADAL" clId="{818DA5A0-48F4-4E85-8248-52437E656C31}" dt="2023-09-23T05:39:11.173" v="15884"/>
          <ac:spMkLst>
            <pc:docMk/>
            <pc:sldMk cId="1474360973" sldId="1027"/>
            <ac:spMk id="207" creationId="{C68A4464-74CA-7088-F986-B7E501E88981}"/>
          </ac:spMkLst>
        </pc:spChg>
        <pc:spChg chg="add del mod modVis">
          <ac:chgData name="Wang, Yang - Gavin (T CED INW-CN)" userId="3bfd8117-d247-4416-84f8-c693ddb0b51a" providerId="ADAL" clId="{818DA5A0-48F4-4E85-8248-52437E656C31}" dt="2023-09-23T05:39:17.081" v="16083"/>
          <ac:spMkLst>
            <pc:docMk/>
            <pc:sldMk cId="1474360973" sldId="1027"/>
            <ac:spMk id="209" creationId="{3A6B4598-7F19-16DD-98E0-214CC348BDBA}"/>
          </ac:spMkLst>
        </pc:spChg>
        <pc:spChg chg="add mod replST">
          <ac:chgData name="Wang, Yang - Gavin (T CED INW-CN)" userId="3bfd8117-d247-4416-84f8-c693ddb0b51a" providerId="ADAL" clId="{818DA5A0-48F4-4E85-8248-52437E656C31}" dt="2023-09-23T06:42:10.746" v="26768"/>
          <ac:spMkLst>
            <pc:docMk/>
            <pc:sldMk cId="1474360973" sldId="1027"/>
            <ac:spMk id="210" creationId="{6750A408-ED0E-47CF-AC3A-5AD4A6E25CE3}"/>
          </ac:spMkLst>
        </pc:spChg>
        <pc:spChg chg="add mod ord replST">
          <ac:chgData name="Wang, Yang - Gavin (T CED INW-CN)" userId="3bfd8117-d247-4416-84f8-c693ddb0b51a" providerId="ADAL" clId="{818DA5A0-48F4-4E85-8248-52437E656C31}" dt="2023-09-23T06:42:10.746" v="26768"/>
          <ac:spMkLst>
            <pc:docMk/>
            <pc:sldMk cId="1474360973" sldId="1027"/>
            <ac:spMk id="211" creationId="{347CC353-2F9A-0FCD-A39E-261E78CBE850}"/>
          </ac:spMkLst>
        </pc:spChg>
        <pc:spChg chg="add del mod modVis">
          <ac:chgData name="Wang, Yang - Gavin (T CED INW-CN)" userId="3bfd8117-d247-4416-84f8-c693ddb0b51a" providerId="ADAL" clId="{818DA5A0-48F4-4E85-8248-52437E656C31}" dt="2023-09-23T05:39:29.161" v="16184"/>
          <ac:spMkLst>
            <pc:docMk/>
            <pc:sldMk cId="1474360973" sldId="1027"/>
            <ac:spMk id="214" creationId="{B0264084-ED99-7738-69DF-00F4A19A8604}"/>
          </ac:spMkLst>
        </pc:spChg>
        <pc:spChg chg="add del mod modVis">
          <ac:chgData name="Wang, Yang - Gavin (T CED INW-CN)" userId="3bfd8117-d247-4416-84f8-c693ddb0b51a" providerId="ADAL" clId="{818DA5A0-48F4-4E85-8248-52437E656C31}" dt="2023-09-23T05:39:35.374" v="16280"/>
          <ac:spMkLst>
            <pc:docMk/>
            <pc:sldMk cId="1474360973" sldId="1027"/>
            <ac:spMk id="216" creationId="{6AE25DC4-D889-75B4-3F77-082B32A4FC99}"/>
          </ac:spMkLst>
        </pc:spChg>
        <pc:spChg chg="add del mod modVis">
          <ac:chgData name="Wang, Yang - Gavin (T CED INW-CN)" userId="3bfd8117-d247-4416-84f8-c693ddb0b51a" providerId="ADAL" clId="{818DA5A0-48F4-4E85-8248-52437E656C31}" dt="2023-09-23T05:39:39.916" v="16419"/>
          <ac:spMkLst>
            <pc:docMk/>
            <pc:sldMk cId="1474360973" sldId="1027"/>
            <ac:spMk id="218" creationId="{15CC40D2-0CB2-D419-A849-D570F0BDB1F6}"/>
          </ac:spMkLst>
        </pc:spChg>
        <pc:spChg chg="add del mod modVis">
          <ac:chgData name="Wang, Yang - Gavin (T CED INW-CN)" userId="3bfd8117-d247-4416-84f8-c693ddb0b51a" providerId="ADAL" clId="{818DA5A0-48F4-4E85-8248-52437E656C31}" dt="2023-09-23T05:40:06.609" v="17272"/>
          <ac:spMkLst>
            <pc:docMk/>
            <pc:sldMk cId="1474360973" sldId="1027"/>
            <ac:spMk id="220" creationId="{2E738651-F7EA-3800-0143-E867E10D78C0}"/>
          </ac:spMkLst>
        </pc:spChg>
        <pc:spChg chg="add del mod modVis">
          <ac:chgData name="Wang, Yang - Gavin (T CED INW-CN)" userId="3bfd8117-d247-4416-84f8-c693ddb0b51a" providerId="ADAL" clId="{818DA5A0-48F4-4E85-8248-52437E656C31}" dt="2023-09-23T05:39:54.918" v="16942"/>
          <ac:spMkLst>
            <pc:docMk/>
            <pc:sldMk cId="1474360973" sldId="1027"/>
            <ac:spMk id="222" creationId="{CF72289A-DDCF-60C6-EA4B-05DACB20FCE9}"/>
          </ac:spMkLst>
        </pc:spChg>
        <pc:spChg chg="add mod ord replST delST">
          <ac:chgData name="Wang, Yang - Gavin (T CED INW-CN)" userId="3bfd8117-d247-4416-84f8-c693ddb0b51a" providerId="ADAL" clId="{818DA5A0-48F4-4E85-8248-52437E656C31}" dt="2023-09-23T05:39:54.918" v="16942"/>
          <ac:spMkLst>
            <pc:docMk/>
            <pc:sldMk cId="1474360973" sldId="1027"/>
            <ac:spMk id="223" creationId="{6750A408-ED0E-47CF-AC3A-5AD4A6E25CE3}"/>
          </ac:spMkLst>
        </pc:spChg>
        <pc:spChg chg="add del mod modVis">
          <ac:chgData name="Wang, Yang - Gavin (T CED INW-CN)" userId="3bfd8117-d247-4416-84f8-c693ddb0b51a" providerId="ADAL" clId="{818DA5A0-48F4-4E85-8248-52437E656C31}" dt="2023-09-23T05:40:18.101" v="17727"/>
          <ac:spMkLst>
            <pc:docMk/>
            <pc:sldMk cId="1474360973" sldId="1027"/>
            <ac:spMk id="228" creationId="{629FA292-C81C-97E4-B801-90041EAB41BF}"/>
          </ac:spMkLst>
        </pc:spChg>
        <pc:spChg chg="add mod ord replST delST">
          <ac:chgData name="Wang, Yang - Gavin (T CED INW-CN)" userId="3bfd8117-d247-4416-84f8-c693ddb0b51a" providerId="ADAL" clId="{818DA5A0-48F4-4E85-8248-52437E656C31}" dt="2023-09-23T05:40:18.101" v="17727"/>
          <ac:spMkLst>
            <pc:docMk/>
            <pc:sldMk cId="1474360973" sldId="1027"/>
            <ac:spMk id="229" creationId="{6750A408-ED0E-47CF-AC3A-5AD4A6E25CE3}"/>
          </ac:spMkLst>
        </pc:spChg>
        <pc:spChg chg="add del mod modVis">
          <ac:chgData name="Wang, Yang - Gavin (T CED INW-CN)" userId="3bfd8117-d247-4416-84f8-c693ddb0b51a" providerId="ADAL" clId="{818DA5A0-48F4-4E85-8248-52437E656C31}" dt="2023-09-23T05:40:30.891" v="18018"/>
          <ac:spMkLst>
            <pc:docMk/>
            <pc:sldMk cId="1474360973" sldId="1027"/>
            <ac:spMk id="232" creationId="{A9A82786-C81C-68B9-73F5-C6EFC3210E51}"/>
          </ac:spMkLst>
        </pc:spChg>
        <pc:spChg chg="add del mod modVis">
          <ac:chgData name="Wang, Yang - Gavin (T CED INW-CN)" userId="3bfd8117-d247-4416-84f8-c693ddb0b51a" providerId="ADAL" clId="{818DA5A0-48F4-4E85-8248-52437E656C31}" dt="2023-09-23T05:40:37.122" v="18269"/>
          <ac:spMkLst>
            <pc:docMk/>
            <pc:sldMk cId="1474360973" sldId="1027"/>
            <ac:spMk id="234" creationId="{ADF8B39B-F41C-F9EF-44E7-1F4277B5F59F}"/>
          </ac:spMkLst>
        </pc:spChg>
        <pc:spChg chg="add del mod replST">
          <ac:chgData name="Wang, Yang - Gavin (T CED INW-CN)" userId="3bfd8117-d247-4416-84f8-c693ddb0b51a" providerId="ADAL" clId="{818DA5A0-48F4-4E85-8248-52437E656C31}" dt="2023-09-23T05:40:50.888" v="18417"/>
          <ac:spMkLst>
            <pc:docMk/>
            <pc:sldMk cId="1474360973" sldId="1027"/>
            <ac:spMk id="235" creationId="{6750A408-ED0E-47CF-AC3A-5AD4A6E25CE3}"/>
          </ac:spMkLst>
        </pc:spChg>
        <pc:spChg chg="add del mod ord replST">
          <ac:chgData name="Wang, Yang - Gavin (T CED INW-CN)" userId="3bfd8117-d247-4416-84f8-c693ddb0b51a" providerId="ADAL" clId="{818DA5A0-48F4-4E85-8248-52437E656C31}" dt="2023-09-23T05:40:50.888" v="18416"/>
          <ac:spMkLst>
            <pc:docMk/>
            <pc:sldMk cId="1474360973" sldId="1027"/>
            <ac:spMk id="236" creationId="{31B12A4F-9275-2B30-5C69-7376D6DD3307}"/>
          </ac:spMkLst>
        </pc:spChg>
        <pc:spChg chg="add del mod modVis">
          <ac:chgData name="Wang, Yang - Gavin (T CED INW-CN)" userId="3bfd8117-d247-4416-84f8-c693ddb0b51a" providerId="ADAL" clId="{818DA5A0-48F4-4E85-8248-52437E656C31}" dt="2023-09-23T05:40:45.849" v="18410"/>
          <ac:spMkLst>
            <pc:docMk/>
            <pc:sldMk cId="1474360973" sldId="1027"/>
            <ac:spMk id="239" creationId="{2DF52D7A-00E6-7C55-A514-F11AB3B40378}"/>
          </ac:spMkLst>
        </pc:spChg>
        <pc:spChg chg="add del mod modVis">
          <ac:chgData name="Wang, Yang - Gavin (T CED INW-CN)" userId="3bfd8117-d247-4416-84f8-c693ddb0b51a" providerId="ADAL" clId="{818DA5A0-48F4-4E85-8248-52437E656C31}" dt="2023-09-23T05:40:50.973" v="18509"/>
          <ac:spMkLst>
            <pc:docMk/>
            <pc:sldMk cId="1474360973" sldId="1027"/>
            <ac:spMk id="241" creationId="{C0B60E0D-05B5-2479-5D27-1ABAF66D7FF7}"/>
          </ac:spMkLst>
        </pc:spChg>
        <pc:spChg chg="add del mod modVis">
          <ac:chgData name="Wang, Yang - Gavin (T CED INW-CN)" userId="3bfd8117-d247-4416-84f8-c693ddb0b51a" providerId="ADAL" clId="{818DA5A0-48F4-4E85-8248-52437E656C31}" dt="2023-09-23T05:49:42.317" v="18903"/>
          <ac:spMkLst>
            <pc:docMk/>
            <pc:sldMk cId="1474360973" sldId="1027"/>
            <ac:spMk id="251" creationId="{EAA25088-D2B1-80FB-756B-E2DD686D3E1B}"/>
          </ac:spMkLst>
        </pc:spChg>
        <pc:spChg chg="add del mod modVis">
          <ac:chgData name="Wang, Yang - Gavin (T CED INW-CN)" userId="3bfd8117-d247-4416-84f8-c693ddb0b51a" providerId="ADAL" clId="{818DA5A0-48F4-4E85-8248-52437E656C31}" dt="2023-09-23T05:49:44.718" v="19259"/>
          <ac:spMkLst>
            <pc:docMk/>
            <pc:sldMk cId="1474360973" sldId="1027"/>
            <ac:spMk id="253" creationId="{9DFCBA25-EB6C-DF84-4905-4C34D21FFAE9}"/>
          </ac:spMkLst>
        </pc:spChg>
        <pc:spChg chg="mod">
          <ac:chgData name="Wang, Yang - Gavin (T CED INW-CN)" userId="3bfd8117-d247-4416-84f8-c693ddb0b51a" providerId="ADAL" clId="{818DA5A0-48F4-4E85-8248-52437E656C31}" dt="2023-09-23T05:52:23.823" v="19459" actId="207"/>
          <ac:spMkLst>
            <pc:docMk/>
            <pc:sldMk cId="1474360973" sldId="1027"/>
            <ac:spMk id="256" creationId="{8EC3535B-9DA6-C646-4924-1B6768CEC1F0}"/>
          </ac:spMkLst>
        </pc:spChg>
        <pc:spChg chg="mod">
          <ac:chgData name="Wang, Yang - Gavin (T CED INW-CN)" userId="3bfd8117-d247-4416-84f8-c693ddb0b51a" providerId="ADAL" clId="{818DA5A0-48F4-4E85-8248-52437E656C31}" dt="2023-09-23T05:52:23.823" v="19459" actId="207"/>
          <ac:spMkLst>
            <pc:docMk/>
            <pc:sldMk cId="1474360973" sldId="1027"/>
            <ac:spMk id="257" creationId="{729C7E1F-B091-5311-C2CC-3273DC68B386}"/>
          </ac:spMkLst>
        </pc:spChg>
        <pc:spChg chg="mod">
          <ac:chgData name="Wang, Yang - Gavin (T CED INW-CN)" userId="3bfd8117-d247-4416-84f8-c693ddb0b51a" providerId="ADAL" clId="{818DA5A0-48F4-4E85-8248-52437E656C31}" dt="2023-09-23T05:52:23.823" v="19459" actId="207"/>
          <ac:spMkLst>
            <pc:docMk/>
            <pc:sldMk cId="1474360973" sldId="1027"/>
            <ac:spMk id="258" creationId="{8A820FF4-C35C-FB45-2452-E9A678477289}"/>
          </ac:spMkLst>
        </pc:spChg>
        <pc:spChg chg="add del mod modVis">
          <ac:chgData name="Wang, Yang - Gavin (T CED INW-CN)" userId="3bfd8117-d247-4416-84f8-c693ddb0b51a" providerId="ADAL" clId="{818DA5A0-48F4-4E85-8248-52437E656C31}" dt="2023-09-23T05:55:18.292" v="19818"/>
          <ac:spMkLst>
            <pc:docMk/>
            <pc:sldMk cId="1474360973" sldId="1027"/>
            <ac:spMk id="259" creationId="{4A88B1B5-80EE-C5CB-9571-146A169E86CF}"/>
          </ac:spMkLst>
        </pc:spChg>
        <pc:spChg chg="add del mod modVis">
          <ac:chgData name="Wang, Yang - Gavin (T CED INW-CN)" userId="3bfd8117-d247-4416-84f8-c693ddb0b51a" providerId="ADAL" clId="{818DA5A0-48F4-4E85-8248-52437E656C31}" dt="2023-09-23T05:55:37.087" v="20268"/>
          <ac:spMkLst>
            <pc:docMk/>
            <pc:sldMk cId="1474360973" sldId="1027"/>
            <ac:spMk id="261" creationId="{0F66CC5B-84E8-743A-CC67-F29AC66EEE59}"/>
          </ac:spMkLst>
        </pc:spChg>
        <pc:spChg chg="add del mod modVis">
          <ac:chgData name="Wang, Yang - Gavin (T CED INW-CN)" userId="3bfd8117-d247-4416-84f8-c693ddb0b51a" providerId="ADAL" clId="{818DA5A0-48F4-4E85-8248-52437E656C31}" dt="2023-09-23T05:55:36.369" v="20138"/>
          <ac:spMkLst>
            <pc:docMk/>
            <pc:sldMk cId="1474360973" sldId="1027"/>
            <ac:spMk id="263" creationId="{5DE058CB-5740-EDD9-FAA3-92CDAE0E0C4B}"/>
          </ac:spMkLst>
        </pc:spChg>
        <pc:spChg chg="add del mod modVis">
          <ac:chgData name="Wang, Yang - Gavin (T CED INW-CN)" userId="3bfd8117-d247-4416-84f8-c693ddb0b51a" providerId="ADAL" clId="{818DA5A0-48F4-4E85-8248-52437E656C31}" dt="2023-09-23T05:55:44.494" v="20434"/>
          <ac:spMkLst>
            <pc:docMk/>
            <pc:sldMk cId="1474360973" sldId="1027"/>
            <ac:spMk id="265" creationId="{7F0A324E-7906-3A8E-5FB6-AC78EBC462B6}"/>
          </ac:spMkLst>
        </pc:spChg>
        <pc:spChg chg="add del mod modVis">
          <ac:chgData name="Wang, Yang - Gavin (T CED INW-CN)" userId="3bfd8117-d247-4416-84f8-c693ddb0b51a" providerId="ADAL" clId="{818DA5A0-48F4-4E85-8248-52437E656C31}" dt="2023-09-23T05:55:49.960" v="20635"/>
          <ac:spMkLst>
            <pc:docMk/>
            <pc:sldMk cId="1474360973" sldId="1027"/>
            <ac:spMk id="267" creationId="{FC6C2D53-40E4-551E-33A2-CA2690E178E1}"/>
          </ac:spMkLst>
        </pc:spChg>
        <pc:spChg chg="add del mod modVis">
          <ac:chgData name="Wang, Yang - Gavin (T CED INW-CN)" userId="3bfd8117-d247-4416-84f8-c693ddb0b51a" providerId="ADAL" clId="{818DA5A0-48F4-4E85-8248-52437E656C31}" dt="2023-09-23T05:55:54.477" v="20836"/>
          <ac:spMkLst>
            <pc:docMk/>
            <pc:sldMk cId="1474360973" sldId="1027"/>
            <ac:spMk id="269" creationId="{7C2B7068-FD43-7C2D-6E43-AD5948641C26}"/>
          </ac:spMkLst>
        </pc:spChg>
        <pc:spChg chg="add del mod modVis">
          <ac:chgData name="Wang, Yang - Gavin (T CED INW-CN)" userId="3bfd8117-d247-4416-84f8-c693ddb0b51a" providerId="ADAL" clId="{818DA5A0-48F4-4E85-8248-52437E656C31}" dt="2023-09-23T05:55:58.070" v="20932"/>
          <ac:spMkLst>
            <pc:docMk/>
            <pc:sldMk cId="1474360973" sldId="1027"/>
            <ac:spMk id="271" creationId="{3EDBCD6E-B450-48AA-5BB2-CDC79528F9B9}"/>
          </ac:spMkLst>
        </pc:spChg>
        <pc:spChg chg="add del mod modVis">
          <ac:chgData name="Wang, Yang - Gavin (T CED INW-CN)" userId="3bfd8117-d247-4416-84f8-c693ddb0b51a" providerId="ADAL" clId="{818DA5A0-48F4-4E85-8248-52437E656C31}" dt="2023-09-23T06:10:00.279" v="22624"/>
          <ac:spMkLst>
            <pc:docMk/>
            <pc:sldMk cId="1474360973" sldId="1027"/>
            <ac:spMk id="273" creationId="{B54C27AC-D68B-C336-4808-12001F472024}"/>
          </ac:spMkLst>
        </pc:spChg>
        <pc:spChg chg="add del mod modVis">
          <ac:chgData name="Wang, Yang - Gavin (T CED INW-CN)" userId="3bfd8117-d247-4416-84f8-c693ddb0b51a" providerId="ADAL" clId="{818DA5A0-48F4-4E85-8248-52437E656C31}" dt="2023-09-23T06:42:10.746" v="26768"/>
          <ac:spMkLst>
            <pc:docMk/>
            <pc:sldMk cId="1474360973" sldId="1027"/>
            <ac:spMk id="275" creationId="{36C158FF-54C2-0AA3-AED7-27F70F925EC9}"/>
          </ac:spMkLst>
        </pc:spChg>
        <pc:grpChg chg="del">
          <ac:chgData name="Wang, Yang - Gavin (T CED INW-CN)" userId="3bfd8117-d247-4416-84f8-c693ddb0b51a" providerId="ADAL" clId="{818DA5A0-48F4-4E85-8248-52437E656C31}" dt="2023-09-23T05:26:44.043" v="43" actId="478"/>
          <ac:grpSpMkLst>
            <pc:docMk/>
            <pc:sldMk cId="1474360973" sldId="1027"/>
            <ac:grpSpMk id="152" creationId="{3D382775-2375-3828-6845-6CA2F0BD9193}"/>
          </ac:grpSpMkLst>
        </pc:grpChg>
        <pc:grpChg chg="mod ord">
          <ac:chgData name="Wang, Yang - Gavin (T CED INW-CN)" userId="3bfd8117-d247-4416-84f8-c693ddb0b51a" providerId="ADAL" clId="{818DA5A0-48F4-4E85-8248-52437E656C31}" dt="2023-09-23T06:42:10.746" v="26768"/>
          <ac:grpSpMkLst>
            <pc:docMk/>
            <pc:sldMk cId="1474360973" sldId="1027"/>
            <ac:grpSpMk id="161" creationId="{C40E8D2B-761C-ACCF-70A7-B6AEDD5382E1}"/>
          </ac:grpSpMkLst>
        </pc:grpChg>
        <pc:grpChg chg="mod ord">
          <ac:chgData name="Wang, Yang - Gavin (T CED INW-CN)" userId="3bfd8117-d247-4416-84f8-c693ddb0b51a" providerId="ADAL" clId="{818DA5A0-48F4-4E85-8248-52437E656C31}" dt="2023-09-23T06:42:10.746" v="26768"/>
          <ac:grpSpMkLst>
            <pc:docMk/>
            <pc:sldMk cId="1474360973" sldId="1027"/>
            <ac:grpSpMk id="162" creationId="{31244905-DF02-EEA6-A394-BE4CFE719AFF}"/>
          </ac:grpSpMkLst>
        </pc:grpChg>
        <pc:grpChg chg="mod ord">
          <ac:chgData name="Wang, Yang - Gavin (T CED INW-CN)" userId="3bfd8117-d247-4416-84f8-c693ddb0b51a" providerId="ADAL" clId="{818DA5A0-48F4-4E85-8248-52437E656C31}" dt="2023-09-23T06:42:10.746" v="26768"/>
          <ac:grpSpMkLst>
            <pc:docMk/>
            <pc:sldMk cId="1474360973" sldId="1027"/>
            <ac:grpSpMk id="163" creationId="{781936DC-DBE7-D83A-DFD3-D97C1A258898}"/>
          </ac:grpSpMkLst>
        </pc:grpChg>
        <pc:grpChg chg="del">
          <ac:chgData name="Wang, Yang - Gavin (T CED INW-CN)" userId="3bfd8117-d247-4416-84f8-c693ddb0b51a" providerId="ADAL" clId="{818DA5A0-48F4-4E85-8248-52437E656C31}" dt="2023-09-23T05:26:44.043" v="43" actId="478"/>
          <ac:grpSpMkLst>
            <pc:docMk/>
            <pc:sldMk cId="1474360973" sldId="1027"/>
            <ac:grpSpMk id="168" creationId="{8E2E3A1C-62C9-9DB4-46FE-059D2DE7B1C9}"/>
          </ac:grpSpMkLst>
        </pc:grpChg>
        <pc:grpChg chg="add del mod ord">
          <ac:chgData name="Wang, Yang - Gavin (T CED INW-CN)" userId="3bfd8117-d247-4416-84f8-c693ddb0b51a" providerId="ADAL" clId="{818DA5A0-48F4-4E85-8248-52437E656C31}" dt="2023-09-23T05:50:06.386" v="19282"/>
          <ac:grpSpMkLst>
            <pc:docMk/>
            <pc:sldMk cId="1474360973" sldId="1027"/>
            <ac:grpSpMk id="247" creationId="{B8246BBC-1FFD-0CEA-25C9-EFF14064BF31}"/>
          </ac:grpSpMkLst>
        </pc:grpChg>
        <pc:grpChg chg="mod ord">
          <ac:chgData name="Wang, Yang - Gavin (T CED INW-CN)" userId="3bfd8117-d247-4416-84f8-c693ddb0b51a" providerId="ADAL" clId="{818DA5A0-48F4-4E85-8248-52437E656C31}" dt="2023-09-23T06:42:10.746" v="26768"/>
          <ac:grpSpMkLst>
            <pc:docMk/>
            <pc:sldMk cId="1474360973" sldId="1027"/>
            <ac:grpSpMk id="255" creationId="{4FAEBF59-B95F-0C9B-76A8-642AA84C05E6}"/>
          </ac:grpSpMkLst>
        </pc:grpChg>
        <pc:graphicFrameChg chg="add del mod replST">
          <ac:chgData name="Wang, Yang - Gavin (T CED INW-CN)" userId="3bfd8117-d247-4416-84f8-c693ddb0b51a" providerId="ADAL" clId="{818DA5A0-48F4-4E85-8248-52437E656C31}" dt="2023-09-23T05:30:28.624" v="325"/>
          <ac:graphicFrameMkLst>
            <pc:docMk/>
            <pc:sldMk cId="1474360973" sldId="1027"/>
            <ac:graphicFrameMk id="30" creationId="{8B5F105F-BB4C-8D15-357F-B9F1BDD500B8}"/>
          </ac:graphicFrameMkLst>
        </pc:graphicFrameChg>
        <pc:graphicFrameChg chg="add del mod replST">
          <ac:chgData name="Wang, Yang - Gavin (T CED INW-CN)" userId="3bfd8117-d247-4416-84f8-c693ddb0b51a" providerId="ADAL" clId="{818DA5A0-48F4-4E85-8248-52437E656C31}" dt="2023-09-23T05:30:32.690" v="404"/>
          <ac:graphicFrameMkLst>
            <pc:docMk/>
            <pc:sldMk cId="1474360973" sldId="1027"/>
            <ac:graphicFrameMk id="64" creationId="{2FC05952-3ECE-F7B6-0412-37DE7D8E34BA}"/>
          </ac:graphicFrameMkLst>
        </pc:graphicFrameChg>
        <pc:graphicFrameChg chg="add del mod replST">
          <ac:chgData name="Wang, Yang - Gavin (T CED INW-CN)" userId="3bfd8117-d247-4416-84f8-c693ddb0b51a" providerId="ADAL" clId="{818DA5A0-48F4-4E85-8248-52437E656C31}" dt="2023-09-23T05:30:36.907" v="490"/>
          <ac:graphicFrameMkLst>
            <pc:docMk/>
            <pc:sldMk cId="1474360973" sldId="1027"/>
            <ac:graphicFrameMk id="66" creationId="{68260E88-D7BD-C250-BC98-89888513D626}"/>
          </ac:graphicFrameMkLst>
        </pc:graphicFrameChg>
        <pc:graphicFrameChg chg="add del mod replST">
          <ac:chgData name="Wang, Yang - Gavin (T CED INW-CN)" userId="3bfd8117-d247-4416-84f8-c693ddb0b51a" providerId="ADAL" clId="{818DA5A0-48F4-4E85-8248-52437E656C31}" dt="2023-09-23T05:30:39.905" v="576"/>
          <ac:graphicFrameMkLst>
            <pc:docMk/>
            <pc:sldMk cId="1474360973" sldId="1027"/>
            <ac:graphicFrameMk id="68" creationId="{243F555C-DA55-87CC-5053-9799DD6884E5}"/>
          </ac:graphicFrameMkLst>
        </pc:graphicFrameChg>
        <pc:graphicFrameChg chg="add del mod replST">
          <ac:chgData name="Wang, Yang - Gavin (T CED INW-CN)" userId="3bfd8117-d247-4416-84f8-c693ddb0b51a" providerId="ADAL" clId="{818DA5A0-48F4-4E85-8248-52437E656C31}" dt="2023-09-23T05:30:45.272" v="662"/>
          <ac:graphicFrameMkLst>
            <pc:docMk/>
            <pc:sldMk cId="1474360973" sldId="1027"/>
            <ac:graphicFrameMk id="70" creationId="{72D969BA-99C6-0880-F3BB-22E76B680F5E}"/>
          </ac:graphicFrameMkLst>
        </pc:graphicFrameChg>
        <pc:graphicFrameChg chg="add del mod replST">
          <ac:chgData name="Wang, Yang - Gavin (T CED INW-CN)" userId="3bfd8117-d247-4416-84f8-c693ddb0b51a" providerId="ADAL" clId="{818DA5A0-48F4-4E85-8248-52437E656C31}" dt="2023-09-23T05:30:50.722" v="740"/>
          <ac:graphicFrameMkLst>
            <pc:docMk/>
            <pc:sldMk cId="1474360973" sldId="1027"/>
            <ac:graphicFrameMk id="72" creationId="{3966D4F5-7337-E089-6033-E02E74061A36}"/>
          </ac:graphicFrameMkLst>
        </pc:graphicFrameChg>
        <pc:graphicFrameChg chg="add del mod replST">
          <ac:chgData name="Wang, Yang - Gavin (T CED INW-CN)" userId="3bfd8117-d247-4416-84f8-c693ddb0b51a" providerId="ADAL" clId="{818DA5A0-48F4-4E85-8248-52437E656C31}" dt="2023-09-23T05:30:56.456" v="818"/>
          <ac:graphicFrameMkLst>
            <pc:docMk/>
            <pc:sldMk cId="1474360973" sldId="1027"/>
            <ac:graphicFrameMk id="75" creationId="{8465200D-FBB1-A63F-40EF-D18AA9530DC0}"/>
          </ac:graphicFrameMkLst>
        </pc:graphicFrameChg>
        <pc:graphicFrameChg chg="add del mod replST">
          <ac:chgData name="Wang, Yang - Gavin (T CED INW-CN)" userId="3bfd8117-d247-4416-84f8-c693ddb0b51a" providerId="ADAL" clId="{818DA5A0-48F4-4E85-8248-52437E656C31}" dt="2023-09-23T05:31:00.467" v="896"/>
          <ac:graphicFrameMkLst>
            <pc:docMk/>
            <pc:sldMk cId="1474360973" sldId="1027"/>
            <ac:graphicFrameMk id="80" creationId="{4C7D56C6-8883-BD88-7421-DAE8843228B3}"/>
          </ac:graphicFrameMkLst>
        </pc:graphicFrameChg>
        <pc:graphicFrameChg chg="mod">
          <ac:chgData name="Wang, Yang - Gavin (T CED INW-CN)" userId="3bfd8117-d247-4416-84f8-c693ddb0b51a" providerId="ADAL" clId="{818DA5A0-48F4-4E85-8248-52437E656C31}" dt="2023-09-23T06:42:11.347" v="26856"/>
          <ac:graphicFrameMkLst>
            <pc:docMk/>
            <pc:sldMk cId="1474360973" sldId="1027"/>
            <ac:graphicFrameMk id="83" creationId="{633F392D-9D41-F2B7-2FBE-BF99B1C5EC39}"/>
          </ac:graphicFrameMkLst>
        </pc:graphicFrameChg>
        <pc:graphicFrameChg chg="add del mod replST">
          <ac:chgData name="Wang, Yang - Gavin (T CED INW-CN)" userId="3bfd8117-d247-4416-84f8-c693ddb0b51a" providerId="ADAL" clId="{818DA5A0-48F4-4E85-8248-52437E656C31}" dt="2023-09-23T05:31:13.997" v="1140"/>
          <ac:graphicFrameMkLst>
            <pc:docMk/>
            <pc:sldMk cId="1474360973" sldId="1027"/>
            <ac:graphicFrameMk id="90" creationId="{5D85C3F4-04D8-3603-674E-3373275F66C4}"/>
          </ac:graphicFrameMkLst>
        </pc:graphicFrameChg>
        <pc:graphicFrameChg chg="add del mod replST">
          <ac:chgData name="Wang, Yang - Gavin (T CED INW-CN)" userId="3bfd8117-d247-4416-84f8-c693ddb0b51a" providerId="ADAL" clId="{818DA5A0-48F4-4E85-8248-52437E656C31}" dt="2023-09-23T05:31:17.418" v="1235"/>
          <ac:graphicFrameMkLst>
            <pc:docMk/>
            <pc:sldMk cId="1474360973" sldId="1027"/>
            <ac:graphicFrameMk id="130" creationId="{6DAE4D8C-2A6E-E614-AC08-05CF883B163B}"/>
          </ac:graphicFrameMkLst>
        </pc:graphicFrameChg>
        <pc:graphicFrameChg chg="add del mod replST">
          <ac:chgData name="Wang, Yang - Gavin (T CED INW-CN)" userId="3bfd8117-d247-4416-84f8-c693ddb0b51a" providerId="ADAL" clId="{818DA5A0-48F4-4E85-8248-52437E656C31}" dt="2023-09-23T05:31:20.332" v="1479"/>
          <ac:graphicFrameMkLst>
            <pc:docMk/>
            <pc:sldMk cId="1474360973" sldId="1027"/>
            <ac:graphicFrameMk id="132" creationId="{DF4931A7-6F42-5299-B46E-7FC802EE0783}"/>
          </ac:graphicFrameMkLst>
        </pc:graphicFrameChg>
        <pc:graphicFrameChg chg="add del mod replST">
          <ac:chgData name="Wang, Yang - Gavin (T CED INW-CN)" userId="3bfd8117-d247-4416-84f8-c693ddb0b51a" providerId="ADAL" clId="{818DA5A0-48F4-4E85-8248-52437E656C31}" dt="2023-09-23T05:31:22.138" v="1578"/>
          <ac:graphicFrameMkLst>
            <pc:docMk/>
            <pc:sldMk cId="1474360973" sldId="1027"/>
            <ac:graphicFrameMk id="139" creationId="{917DADCF-2D68-2358-318F-F788955A4CC4}"/>
          </ac:graphicFrameMkLst>
        </pc:graphicFrameChg>
        <pc:graphicFrameChg chg="add del mod replST">
          <ac:chgData name="Wang, Yang - Gavin (T CED INW-CN)" userId="3bfd8117-d247-4416-84f8-c693ddb0b51a" providerId="ADAL" clId="{818DA5A0-48F4-4E85-8248-52437E656C31}" dt="2023-09-23T05:31:24.597" v="1664"/>
          <ac:graphicFrameMkLst>
            <pc:docMk/>
            <pc:sldMk cId="1474360973" sldId="1027"/>
            <ac:graphicFrameMk id="141" creationId="{1E5C2AE6-0CBE-3F7D-BE28-B96F96C5C063}"/>
          </ac:graphicFrameMkLst>
        </pc:graphicFrameChg>
        <pc:graphicFrameChg chg="add del mod replST">
          <ac:chgData name="Wang, Yang - Gavin (T CED INW-CN)" userId="3bfd8117-d247-4416-84f8-c693ddb0b51a" providerId="ADAL" clId="{818DA5A0-48F4-4E85-8248-52437E656C31}" dt="2023-09-23T05:31:26.063" v="1707"/>
          <ac:graphicFrameMkLst>
            <pc:docMk/>
            <pc:sldMk cId="1474360973" sldId="1027"/>
            <ac:graphicFrameMk id="143" creationId="{FD4126A7-74F4-4FFC-3812-488616B39AC6}"/>
          </ac:graphicFrameMkLst>
        </pc:graphicFrameChg>
        <pc:graphicFrameChg chg="add del mod replST">
          <ac:chgData name="Wang, Yang - Gavin (T CED INW-CN)" userId="3bfd8117-d247-4416-84f8-c693ddb0b51a" providerId="ADAL" clId="{818DA5A0-48F4-4E85-8248-52437E656C31}" dt="2023-09-23T05:37:13.126" v="9052"/>
          <ac:graphicFrameMkLst>
            <pc:docMk/>
            <pc:sldMk cId="1474360973" sldId="1027"/>
            <ac:graphicFrameMk id="144" creationId="{CB208C75-DE70-40F5-0B4D-4E6AE64FC05E}"/>
          </ac:graphicFrameMkLst>
        </pc:graphicFrameChg>
        <pc:graphicFrameChg chg="add mod replST delST">
          <ac:chgData name="Wang, Yang - Gavin (T CED INW-CN)" userId="3bfd8117-d247-4416-84f8-c693ddb0b51a" providerId="ADAL" clId="{818DA5A0-48F4-4E85-8248-52437E656C31}" dt="2023-09-23T05:37:13.126" v="9052"/>
          <ac:graphicFrameMkLst>
            <pc:docMk/>
            <pc:sldMk cId="1474360973" sldId="1027"/>
            <ac:graphicFrameMk id="177" creationId="{93F292BA-8DC3-CCE7-3DF5-DEAE948CD0A9}"/>
          </ac:graphicFrameMkLst>
        </pc:graphicFrameChg>
        <pc:graphicFrameChg chg="add del mod replST">
          <ac:chgData name="Wang, Yang - Gavin (T CED INW-CN)" userId="3bfd8117-d247-4416-84f8-c693ddb0b51a" providerId="ADAL" clId="{818DA5A0-48F4-4E85-8248-52437E656C31}" dt="2023-09-23T05:38:30.844" v="14766"/>
          <ac:graphicFrameMkLst>
            <pc:docMk/>
            <pc:sldMk cId="1474360973" sldId="1027"/>
            <ac:graphicFrameMk id="178" creationId="{A7301D3E-6F9F-5C61-9514-A48EA0CC2171}"/>
          </ac:graphicFrameMkLst>
        </pc:graphicFrameChg>
        <pc:graphicFrameChg chg="add del mod replST">
          <ac:chgData name="Wang, Yang - Gavin (T CED INW-CN)" userId="3bfd8117-d247-4416-84f8-c693ddb0b51a" providerId="ADAL" clId="{818DA5A0-48F4-4E85-8248-52437E656C31}" dt="2023-09-23T05:38:36.128" v="14873"/>
          <ac:graphicFrameMkLst>
            <pc:docMk/>
            <pc:sldMk cId="1474360973" sldId="1027"/>
            <ac:graphicFrameMk id="187" creationId="{BC69FA02-EC1B-76AD-B0E4-FA0CAE5476B2}"/>
          </ac:graphicFrameMkLst>
        </pc:graphicFrameChg>
        <pc:graphicFrameChg chg="add del mod replST">
          <ac:chgData name="Wang, Yang - Gavin (T CED INW-CN)" userId="3bfd8117-d247-4416-84f8-c693ddb0b51a" providerId="ADAL" clId="{818DA5A0-48F4-4E85-8248-52437E656C31}" dt="2023-09-23T05:38:38.441" v="14989"/>
          <ac:graphicFrameMkLst>
            <pc:docMk/>
            <pc:sldMk cId="1474360973" sldId="1027"/>
            <ac:graphicFrameMk id="189" creationId="{C4FAFEFA-0BD5-210B-D4B2-D638E6576485}"/>
          </ac:graphicFrameMkLst>
        </pc:graphicFrameChg>
        <pc:graphicFrameChg chg="add del mod replST">
          <ac:chgData name="Wang, Yang - Gavin (T CED INW-CN)" userId="3bfd8117-d247-4416-84f8-c693ddb0b51a" providerId="ADAL" clId="{818DA5A0-48F4-4E85-8248-52437E656C31}" dt="2023-09-23T05:38:40.178" v="15105"/>
          <ac:graphicFrameMkLst>
            <pc:docMk/>
            <pc:sldMk cId="1474360973" sldId="1027"/>
            <ac:graphicFrameMk id="191" creationId="{ECE38AD9-D16E-5907-6B27-4E710B9A8F08}"/>
          </ac:graphicFrameMkLst>
        </pc:graphicFrameChg>
        <pc:graphicFrameChg chg="add del mod replST">
          <ac:chgData name="Wang, Yang - Gavin (T CED INW-CN)" userId="3bfd8117-d247-4416-84f8-c693ddb0b51a" providerId="ADAL" clId="{818DA5A0-48F4-4E85-8248-52437E656C31}" dt="2023-09-23T05:38:42.040" v="15221"/>
          <ac:graphicFrameMkLst>
            <pc:docMk/>
            <pc:sldMk cId="1474360973" sldId="1027"/>
            <ac:graphicFrameMk id="193" creationId="{04A706B3-D516-3C24-51E0-CE6FB548A4FB}"/>
          </ac:graphicFrameMkLst>
        </pc:graphicFrameChg>
        <pc:graphicFrameChg chg="add del mod replST">
          <ac:chgData name="Wang, Yang - Gavin (T CED INW-CN)" userId="3bfd8117-d247-4416-84f8-c693ddb0b51a" providerId="ADAL" clId="{818DA5A0-48F4-4E85-8248-52437E656C31}" dt="2023-09-23T05:38:45.380" v="15322"/>
          <ac:graphicFrameMkLst>
            <pc:docMk/>
            <pc:sldMk cId="1474360973" sldId="1027"/>
            <ac:graphicFrameMk id="195" creationId="{6E16BBFF-7475-884F-0ECB-4A9DF6468746}"/>
          </ac:graphicFrameMkLst>
        </pc:graphicFrameChg>
        <pc:graphicFrameChg chg="add del mod replST">
          <ac:chgData name="Wang, Yang - Gavin (T CED INW-CN)" userId="3bfd8117-d247-4416-84f8-c693ddb0b51a" providerId="ADAL" clId="{818DA5A0-48F4-4E85-8248-52437E656C31}" dt="2023-09-23T05:38:47.307" v="15423"/>
          <ac:graphicFrameMkLst>
            <pc:docMk/>
            <pc:sldMk cId="1474360973" sldId="1027"/>
            <ac:graphicFrameMk id="197" creationId="{93D99EC9-5F0F-C6A8-A7B1-56B471741063}"/>
          </ac:graphicFrameMkLst>
        </pc:graphicFrameChg>
        <pc:graphicFrameChg chg="add del mod replST">
          <ac:chgData name="Wang, Yang - Gavin (T CED INW-CN)" userId="3bfd8117-d247-4416-84f8-c693ddb0b51a" providerId="ADAL" clId="{818DA5A0-48F4-4E85-8248-52437E656C31}" dt="2023-09-23T05:39:00.441" v="15511"/>
          <ac:graphicFrameMkLst>
            <pc:docMk/>
            <pc:sldMk cId="1474360973" sldId="1027"/>
            <ac:graphicFrameMk id="199" creationId="{926E1886-C5C0-D295-A6D3-D2F34203738E}"/>
          </ac:graphicFrameMkLst>
        </pc:graphicFrameChg>
        <pc:graphicFrameChg chg="add del mod replST">
          <ac:chgData name="Wang, Yang - Gavin (T CED INW-CN)" userId="3bfd8117-d247-4416-84f8-c693ddb0b51a" providerId="ADAL" clId="{818DA5A0-48F4-4E85-8248-52437E656C31}" dt="2023-09-23T05:39:03.202" v="15599"/>
          <ac:graphicFrameMkLst>
            <pc:docMk/>
            <pc:sldMk cId="1474360973" sldId="1027"/>
            <ac:graphicFrameMk id="201" creationId="{E6019188-7BB8-5830-55D0-3DDBAF5E2BD5}"/>
          </ac:graphicFrameMkLst>
        </pc:graphicFrameChg>
        <pc:graphicFrameChg chg="add del mod replST">
          <ac:chgData name="Wang, Yang - Gavin (T CED INW-CN)" userId="3bfd8117-d247-4416-84f8-c693ddb0b51a" providerId="ADAL" clId="{818DA5A0-48F4-4E85-8248-52437E656C31}" dt="2023-09-23T05:39:08.050" v="15742"/>
          <ac:graphicFrameMkLst>
            <pc:docMk/>
            <pc:sldMk cId="1474360973" sldId="1027"/>
            <ac:graphicFrameMk id="203" creationId="{A67F53CC-4796-2C70-6FA6-07BD27DB011F}"/>
          </ac:graphicFrameMkLst>
        </pc:graphicFrameChg>
        <pc:graphicFrameChg chg="add del mod replST">
          <ac:chgData name="Wang, Yang - Gavin (T CED INW-CN)" userId="3bfd8117-d247-4416-84f8-c693ddb0b51a" providerId="ADAL" clId="{818DA5A0-48F4-4E85-8248-52437E656C31}" dt="2023-09-23T05:39:11.136" v="15842"/>
          <ac:graphicFrameMkLst>
            <pc:docMk/>
            <pc:sldMk cId="1474360973" sldId="1027"/>
            <ac:graphicFrameMk id="206" creationId="{14CD2B6C-8A90-0EBA-1BB6-78EBF17C37D6}"/>
          </ac:graphicFrameMkLst>
        </pc:graphicFrameChg>
        <pc:graphicFrameChg chg="add del mod replST">
          <ac:chgData name="Wang, Yang - Gavin (T CED INW-CN)" userId="3bfd8117-d247-4416-84f8-c693ddb0b51a" providerId="ADAL" clId="{818DA5A0-48F4-4E85-8248-52437E656C31}" dt="2023-09-23T05:39:17.028" v="16026"/>
          <ac:graphicFrameMkLst>
            <pc:docMk/>
            <pc:sldMk cId="1474360973" sldId="1027"/>
            <ac:graphicFrameMk id="208" creationId="{4D8A3F2A-60C4-4B44-946A-562F16DF6EAF}"/>
          </ac:graphicFrameMkLst>
        </pc:graphicFrameChg>
        <pc:graphicFrameChg chg="add del mod replST">
          <ac:chgData name="Wang, Yang - Gavin (T CED INW-CN)" userId="3bfd8117-d247-4416-84f8-c693ddb0b51a" providerId="ADAL" clId="{818DA5A0-48F4-4E85-8248-52437E656C31}" dt="2023-09-23T05:39:29.086" v="16137"/>
          <ac:graphicFrameMkLst>
            <pc:docMk/>
            <pc:sldMk cId="1474360973" sldId="1027"/>
            <ac:graphicFrameMk id="213" creationId="{7EE68BAD-EB07-4E0C-6985-7F09FFBCB65D}"/>
          </ac:graphicFrameMkLst>
        </pc:graphicFrameChg>
        <pc:graphicFrameChg chg="add del mod replST">
          <ac:chgData name="Wang, Yang - Gavin (T CED INW-CN)" userId="3bfd8117-d247-4416-84f8-c693ddb0b51a" providerId="ADAL" clId="{818DA5A0-48F4-4E85-8248-52437E656C31}" dt="2023-09-23T05:39:35.340" v="16233"/>
          <ac:graphicFrameMkLst>
            <pc:docMk/>
            <pc:sldMk cId="1474360973" sldId="1027"/>
            <ac:graphicFrameMk id="215" creationId="{4B32578B-EF23-227B-1029-A607F6828E77}"/>
          </ac:graphicFrameMkLst>
        </pc:graphicFrameChg>
        <pc:graphicFrameChg chg="add del mod replST">
          <ac:chgData name="Wang, Yang - Gavin (T CED INW-CN)" userId="3bfd8117-d247-4416-84f8-c693ddb0b51a" providerId="ADAL" clId="{818DA5A0-48F4-4E85-8248-52437E656C31}" dt="2023-09-23T05:39:39.869" v="16362"/>
          <ac:graphicFrameMkLst>
            <pc:docMk/>
            <pc:sldMk cId="1474360973" sldId="1027"/>
            <ac:graphicFrameMk id="217" creationId="{354A8D12-0ED8-86D4-6171-B2251C68C683}"/>
          </ac:graphicFrameMkLst>
        </pc:graphicFrameChg>
        <pc:graphicFrameChg chg="add del mod replST">
          <ac:chgData name="Wang, Yang - Gavin (T CED INW-CN)" userId="3bfd8117-d247-4416-84f8-c693ddb0b51a" providerId="ADAL" clId="{818DA5A0-48F4-4E85-8248-52437E656C31}" dt="2023-09-23T05:40:06.609" v="17272"/>
          <ac:graphicFrameMkLst>
            <pc:docMk/>
            <pc:sldMk cId="1474360973" sldId="1027"/>
            <ac:graphicFrameMk id="219" creationId="{A68C93D5-C9FC-EB56-9378-8B40F3CC4554}"/>
          </ac:graphicFrameMkLst>
        </pc:graphicFrameChg>
        <pc:graphicFrameChg chg="add del mod replST delST">
          <ac:chgData name="Wang, Yang - Gavin (T CED INW-CN)" userId="3bfd8117-d247-4416-84f8-c693ddb0b51a" providerId="ADAL" clId="{818DA5A0-48F4-4E85-8248-52437E656C31}" dt="2023-09-23T05:40:37.074" v="18211"/>
          <ac:graphicFrameMkLst>
            <pc:docMk/>
            <pc:sldMk cId="1474360973" sldId="1027"/>
            <ac:graphicFrameMk id="221" creationId="{47EC7712-555B-FEDB-479E-0E304F00F3BC}"/>
          </ac:graphicFrameMkLst>
        </pc:graphicFrameChg>
        <pc:graphicFrameChg chg="add mod replST delST">
          <ac:chgData name="Wang, Yang - Gavin (T CED INW-CN)" userId="3bfd8117-d247-4416-84f8-c693ddb0b51a" providerId="ADAL" clId="{818DA5A0-48F4-4E85-8248-52437E656C31}" dt="2023-09-23T05:39:54.918" v="16942"/>
          <ac:graphicFrameMkLst>
            <pc:docMk/>
            <pc:sldMk cId="1474360973" sldId="1027"/>
            <ac:graphicFrameMk id="227" creationId="{74354B1D-60CC-CE25-A74A-1B46866E6298}"/>
          </ac:graphicFrameMkLst>
        </pc:graphicFrameChg>
        <pc:graphicFrameChg chg="add mod replST delST">
          <ac:chgData name="Wang, Yang - Gavin (T CED INW-CN)" userId="3bfd8117-d247-4416-84f8-c693ddb0b51a" providerId="ADAL" clId="{818DA5A0-48F4-4E85-8248-52437E656C31}" dt="2023-09-23T05:40:18.101" v="17727"/>
          <ac:graphicFrameMkLst>
            <pc:docMk/>
            <pc:sldMk cId="1474360973" sldId="1027"/>
            <ac:graphicFrameMk id="231" creationId="{61B7C0D2-68B4-90CE-BB68-BEA7F933C48C}"/>
          </ac:graphicFrameMkLst>
        </pc:graphicFrameChg>
        <pc:graphicFrameChg chg="add mod replST delST">
          <ac:chgData name="Wang, Yang - Gavin (T CED INW-CN)" userId="3bfd8117-d247-4416-84f8-c693ddb0b51a" providerId="ADAL" clId="{818DA5A0-48F4-4E85-8248-52437E656C31}" dt="2023-09-23T05:40:30.891" v="18018"/>
          <ac:graphicFrameMkLst>
            <pc:docMk/>
            <pc:sldMk cId="1474360973" sldId="1027"/>
            <ac:graphicFrameMk id="233" creationId="{73F8A762-2E36-3134-7185-E171F7603A63}"/>
          </ac:graphicFrameMkLst>
        </pc:graphicFrameChg>
        <pc:graphicFrameChg chg="add del mod replST">
          <ac:chgData name="Wang, Yang - Gavin (T CED INW-CN)" userId="3bfd8117-d247-4416-84f8-c693ddb0b51a" providerId="ADAL" clId="{818DA5A0-48F4-4E85-8248-52437E656C31}" dt="2023-09-23T05:40:45.802" v="18348"/>
          <ac:graphicFrameMkLst>
            <pc:docMk/>
            <pc:sldMk cId="1474360973" sldId="1027"/>
            <ac:graphicFrameMk id="238" creationId="{B4C03B5E-4B3D-3B61-9DCA-55FCBA1608F6}"/>
          </ac:graphicFrameMkLst>
        </pc:graphicFrameChg>
        <pc:graphicFrameChg chg="add del mod replST">
          <ac:chgData name="Wang, Yang - Gavin (T CED INW-CN)" userId="3bfd8117-d247-4416-84f8-c693ddb0b51a" providerId="ADAL" clId="{818DA5A0-48F4-4E85-8248-52437E656C31}" dt="2023-09-23T05:40:50.933" v="18462"/>
          <ac:graphicFrameMkLst>
            <pc:docMk/>
            <pc:sldMk cId="1474360973" sldId="1027"/>
            <ac:graphicFrameMk id="240" creationId="{6AD52082-A504-7845-7981-CF2C270168DE}"/>
          </ac:graphicFrameMkLst>
        </pc:graphicFrameChg>
        <pc:graphicFrameChg chg="add del mod replST">
          <ac:chgData name="Wang, Yang - Gavin (T CED INW-CN)" userId="3bfd8117-d247-4416-84f8-c693ddb0b51a" providerId="ADAL" clId="{818DA5A0-48F4-4E85-8248-52437E656C31}" dt="2023-09-23T05:55:44.427" v="20379"/>
          <ac:graphicFrameMkLst>
            <pc:docMk/>
            <pc:sldMk cId="1474360973" sldId="1027"/>
            <ac:graphicFrameMk id="242" creationId="{B12D819C-CB2B-F518-E96E-30FB3586B3E4}"/>
          </ac:graphicFrameMkLst>
        </pc:graphicFrameChg>
        <pc:graphicFrameChg chg="add mod replST delST">
          <ac:chgData name="Wang, Yang - Gavin (T CED INW-CN)" userId="3bfd8117-d247-4416-84f8-c693ddb0b51a" providerId="ADAL" clId="{818DA5A0-48F4-4E85-8248-52437E656C31}" dt="2023-09-23T05:49:42.317" v="18903"/>
          <ac:graphicFrameMkLst>
            <pc:docMk/>
            <pc:sldMk cId="1474360973" sldId="1027"/>
            <ac:graphicFrameMk id="252" creationId="{A97A9736-A5D7-A392-58A2-71186A7DA795}"/>
          </ac:graphicFrameMkLst>
        </pc:graphicFrameChg>
        <pc:graphicFrameChg chg="add mod replST delST">
          <ac:chgData name="Wang, Yang - Gavin (T CED INW-CN)" userId="3bfd8117-d247-4416-84f8-c693ddb0b51a" providerId="ADAL" clId="{818DA5A0-48F4-4E85-8248-52437E656C31}" dt="2023-09-23T05:49:44.718" v="19259"/>
          <ac:graphicFrameMkLst>
            <pc:docMk/>
            <pc:sldMk cId="1474360973" sldId="1027"/>
            <ac:graphicFrameMk id="254" creationId="{7146F535-7FBD-F5D6-75C1-5F1D9CEDEA2E}"/>
          </ac:graphicFrameMkLst>
        </pc:graphicFrameChg>
        <pc:graphicFrameChg chg="add mod replST delST">
          <ac:chgData name="Wang, Yang - Gavin (T CED INW-CN)" userId="3bfd8117-d247-4416-84f8-c693ddb0b51a" providerId="ADAL" clId="{818DA5A0-48F4-4E85-8248-52437E656C31}" dt="2023-09-23T05:55:18.292" v="19818"/>
          <ac:graphicFrameMkLst>
            <pc:docMk/>
            <pc:sldMk cId="1474360973" sldId="1027"/>
            <ac:graphicFrameMk id="260" creationId="{C2CDD456-C159-A22A-3383-FF7E51C6D25D}"/>
          </ac:graphicFrameMkLst>
        </pc:graphicFrameChg>
        <pc:graphicFrameChg chg="add del mod replST delST">
          <ac:chgData name="Wang, Yang - Gavin (T CED INW-CN)" userId="3bfd8117-d247-4416-84f8-c693ddb0b51a" providerId="ADAL" clId="{818DA5A0-48F4-4E85-8248-52437E656C31}" dt="2023-09-23T05:55:37.087" v="20268"/>
          <ac:graphicFrameMkLst>
            <pc:docMk/>
            <pc:sldMk cId="1474360973" sldId="1027"/>
            <ac:graphicFrameMk id="262" creationId="{50A3917F-0DBE-F761-A012-65B804F19513}"/>
          </ac:graphicFrameMkLst>
        </pc:graphicFrameChg>
        <pc:graphicFrameChg chg="add mod replST delST">
          <ac:chgData name="Wang, Yang - Gavin (T CED INW-CN)" userId="3bfd8117-d247-4416-84f8-c693ddb0b51a" providerId="ADAL" clId="{818DA5A0-48F4-4E85-8248-52437E656C31}" dt="2023-09-23T05:55:36.369" v="20138"/>
          <ac:graphicFrameMkLst>
            <pc:docMk/>
            <pc:sldMk cId="1474360973" sldId="1027"/>
            <ac:graphicFrameMk id="264" creationId="{5ED13C90-9A3B-AE4B-6E66-283A0BF7F1E3}"/>
          </ac:graphicFrameMkLst>
        </pc:graphicFrameChg>
        <pc:graphicFrameChg chg="add del mod replST">
          <ac:chgData name="Wang, Yang - Gavin (T CED INW-CN)" userId="3bfd8117-d247-4416-84f8-c693ddb0b51a" providerId="ADAL" clId="{818DA5A0-48F4-4E85-8248-52437E656C31}" dt="2023-09-23T05:55:49.920" v="20576"/>
          <ac:graphicFrameMkLst>
            <pc:docMk/>
            <pc:sldMk cId="1474360973" sldId="1027"/>
            <ac:graphicFrameMk id="266" creationId="{88FC0075-514B-0871-9658-958EE57736A3}"/>
          </ac:graphicFrameMkLst>
        </pc:graphicFrameChg>
        <pc:graphicFrameChg chg="add del mod replST">
          <ac:chgData name="Wang, Yang - Gavin (T CED INW-CN)" userId="3bfd8117-d247-4416-84f8-c693ddb0b51a" providerId="ADAL" clId="{818DA5A0-48F4-4E85-8248-52437E656C31}" dt="2023-09-23T05:55:54.387" v="20777"/>
          <ac:graphicFrameMkLst>
            <pc:docMk/>
            <pc:sldMk cId="1474360973" sldId="1027"/>
            <ac:graphicFrameMk id="268" creationId="{045FBD6B-A305-3886-FCE5-035F0D3AB336}"/>
          </ac:graphicFrameMkLst>
        </pc:graphicFrameChg>
        <pc:graphicFrameChg chg="add del mod replST">
          <ac:chgData name="Wang, Yang - Gavin (T CED INW-CN)" userId="3bfd8117-d247-4416-84f8-c693ddb0b51a" providerId="ADAL" clId="{818DA5A0-48F4-4E85-8248-52437E656C31}" dt="2023-09-23T05:55:57.994" v="20883"/>
          <ac:graphicFrameMkLst>
            <pc:docMk/>
            <pc:sldMk cId="1474360973" sldId="1027"/>
            <ac:graphicFrameMk id="270" creationId="{224FE90F-0855-292A-D77D-46839CD3BC1E}"/>
          </ac:graphicFrameMkLst>
        </pc:graphicFrameChg>
        <pc:graphicFrameChg chg="add del mod replST">
          <ac:chgData name="Wang, Yang - Gavin (T CED INW-CN)" userId="3bfd8117-d247-4416-84f8-c693ddb0b51a" providerId="ADAL" clId="{818DA5A0-48F4-4E85-8248-52437E656C31}" dt="2023-09-23T06:10:00.189" v="22565"/>
          <ac:graphicFrameMkLst>
            <pc:docMk/>
            <pc:sldMk cId="1474360973" sldId="1027"/>
            <ac:graphicFrameMk id="272" creationId="{08ECE5C7-ED23-1A9F-A852-AC71E513FA3A}"/>
          </ac:graphicFrameMkLst>
        </pc:graphicFrameChg>
        <pc:graphicFrameChg chg="add del mod replST">
          <ac:chgData name="Wang, Yang - Gavin (T CED INW-CN)" userId="3bfd8117-d247-4416-84f8-c693ddb0b51a" providerId="ADAL" clId="{818DA5A0-48F4-4E85-8248-52437E656C31}" dt="2023-09-23T06:42:10.746" v="26768"/>
          <ac:graphicFrameMkLst>
            <pc:docMk/>
            <pc:sldMk cId="1474360973" sldId="1027"/>
            <ac:graphicFrameMk id="274" creationId="{6A13C5E7-6D2F-D145-7708-86891080F8D6}"/>
          </ac:graphicFrameMkLst>
        </pc:graphicFrameChg>
        <pc:graphicFrameChg chg="add mod replST delST">
          <ac:chgData name="Wang, Yang - Gavin (T CED INW-CN)" userId="3bfd8117-d247-4416-84f8-c693ddb0b51a" providerId="ADAL" clId="{818DA5A0-48F4-4E85-8248-52437E656C31}" dt="2023-09-23T06:42:10.746" v="26768"/>
          <ac:graphicFrameMkLst>
            <pc:docMk/>
            <pc:sldMk cId="1474360973" sldId="1027"/>
            <ac:graphicFrameMk id="276" creationId="{9CEE8AE0-A869-D051-0F93-1363CDAF795E}"/>
          </ac:graphicFrameMkLst>
        </pc:graphicFrameChg>
        <pc:picChg chg="del">
          <ac:chgData name="Wang, Yang - Gavin (T CED INW-CN)" userId="3bfd8117-d247-4416-84f8-c693ddb0b51a" providerId="ADAL" clId="{818DA5A0-48F4-4E85-8248-52437E656C31}" dt="2023-09-23T05:26:44.043" v="43" actId="478"/>
          <ac:picMkLst>
            <pc:docMk/>
            <pc:sldMk cId="1474360973" sldId="1027"/>
            <ac:picMk id="22" creationId="{B0A8767D-2257-62AF-E5E2-F15E14D8C602}"/>
          </ac:picMkLst>
        </pc:picChg>
        <pc:picChg chg="del">
          <ac:chgData name="Wang, Yang - Gavin (T CED INW-CN)" userId="3bfd8117-d247-4416-84f8-c693ddb0b51a" providerId="ADAL" clId="{818DA5A0-48F4-4E85-8248-52437E656C31}" dt="2023-09-23T05:26:44.043" v="43" actId="478"/>
          <ac:picMkLst>
            <pc:docMk/>
            <pc:sldMk cId="1474360973" sldId="1027"/>
            <ac:picMk id="134" creationId="{024A88CB-C9E5-7C04-4BDD-642268187B6D}"/>
          </ac:picMkLst>
        </pc:picChg>
        <pc:picChg chg="del">
          <ac:chgData name="Wang, Yang - Gavin (T CED INW-CN)" userId="3bfd8117-d247-4416-84f8-c693ddb0b51a" providerId="ADAL" clId="{818DA5A0-48F4-4E85-8248-52437E656C31}" dt="2023-09-23T05:26:44.043" v="43" actId="478"/>
          <ac:picMkLst>
            <pc:docMk/>
            <pc:sldMk cId="1474360973" sldId="1027"/>
            <ac:picMk id="135" creationId="{1D7DD561-732C-CCD5-CFB1-4CC07E7C28CB}"/>
          </ac:picMkLst>
        </pc:picChg>
        <pc:cxnChg chg="del">
          <ac:chgData name="Wang, Yang - Gavin (T CED INW-CN)" userId="3bfd8117-d247-4416-84f8-c693ddb0b51a" providerId="ADAL" clId="{818DA5A0-48F4-4E85-8248-52437E656C31}" dt="2023-09-23T05:26:44.043" v="43" actId="478"/>
          <ac:cxnSpMkLst>
            <pc:docMk/>
            <pc:sldMk cId="1474360973" sldId="1027"/>
            <ac:cxnSpMk id="8" creationId="{39648923-90B5-2EC9-3F32-3572D993F15A}"/>
          </ac:cxnSpMkLst>
        </pc:cxnChg>
        <pc:cxnChg chg="add mod ord replST">
          <ac:chgData name="Wang, Yang - Gavin (T CED INW-CN)" userId="3bfd8117-d247-4416-84f8-c693ddb0b51a" providerId="ADAL" clId="{818DA5A0-48F4-4E85-8248-52437E656C31}" dt="2023-09-23T06:42:10.746" v="26768"/>
          <ac:cxnSpMkLst>
            <pc:docMk/>
            <pc:sldMk cId="1474360973" sldId="1027"/>
            <ac:cxnSpMk id="212" creationId="{3A39D903-DEFC-ADE4-FB8E-F2BD0B4A6C21}"/>
          </ac:cxnSpMkLst>
        </pc:cxnChg>
        <pc:cxnChg chg="add del mod ord replST delST">
          <ac:chgData name="Wang, Yang - Gavin (T CED INW-CN)" userId="3bfd8117-d247-4416-84f8-c693ddb0b51a" providerId="ADAL" clId="{818DA5A0-48F4-4E85-8248-52437E656C31}" dt="2023-09-23T05:39:54.918" v="16942"/>
          <ac:cxnSpMkLst>
            <pc:docMk/>
            <pc:sldMk cId="1474360973" sldId="1027"/>
            <ac:cxnSpMk id="224" creationId="{280ED53B-C8C8-ECE0-F5AD-369890846743}"/>
          </ac:cxnSpMkLst>
        </pc:cxnChg>
        <pc:cxnChg chg="add del mod ord replST delST">
          <ac:chgData name="Wang, Yang - Gavin (T CED INW-CN)" userId="3bfd8117-d247-4416-84f8-c693ddb0b51a" providerId="ADAL" clId="{818DA5A0-48F4-4E85-8248-52437E656C31}" dt="2023-09-23T05:39:54.918" v="16942"/>
          <ac:cxnSpMkLst>
            <pc:docMk/>
            <pc:sldMk cId="1474360973" sldId="1027"/>
            <ac:cxnSpMk id="225" creationId="{15848ACD-E323-8E2E-807F-5BB251BC7A64}"/>
          </ac:cxnSpMkLst>
        </pc:cxnChg>
        <pc:cxnChg chg="add del mod ord replST delST">
          <ac:chgData name="Wang, Yang - Gavin (T CED INW-CN)" userId="3bfd8117-d247-4416-84f8-c693ddb0b51a" providerId="ADAL" clId="{818DA5A0-48F4-4E85-8248-52437E656C31}" dt="2023-09-23T05:39:54.918" v="16942"/>
          <ac:cxnSpMkLst>
            <pc:docMk/>
            <pc:sldMk cId="1474360973" sldId="1027"/>
            <ac:cxnSpMk id="226" creationId="{B1DB83D7-69FE-2270-52B5-6EF6C4D62971}"/>
          </ac:cxnSpMkLst>
        </pc:cxnChg>
        <pc:cxnChg chg="add del mod ord replST delST">
          <ac:chgData name="Wang, Yang - Gavin (T CED INW-CN)" userId="3bfd8117-d247-4416-84f8-c693ddb0b51a" providerId="ADAL" clId="{818DA5A0-48F4-4E85-8248-52437E656C31}" dt="2023-09-23T05:40:18.101" v="17727"/>
          <ac:cxnSpMkLst>
            <pc:docMk/>
            <pc:sldMk cId="1474360973" sldId="1027"/>
            <ac:cxnSpMk id="230" creationId="{52C9DD66-6E8E-D978-A85F-5321264A272B}"/>
          </ac:cxnSpMkLst>
        </pc:cxnChg>
        <pc:cxnChg chg="add del mod ord replST">
          <ac:chgData name="Wang, Yang - Gavin (T CED INW-CN)" userId="3bfd8117-d247-4416-84f8-c693ddb0b51a" providerId="ADAL" clId="{818DA5A0-48F4-4E85-8248-52437E656C31}" dt="2023-09-23T05:40:50.888" v="18414"/>
          <ac:cxnSpMkLst>
            <pc:docMk/>
            <pc:sldMk cId="1474360973" sldId="1027"/>
            <ac:cxnSpMk id="237" creationId="{7B49E09E-E8D0-FE30-8BFC-775A3AEE9C66}"/>
          </ac:cxnSpMkLst>
        </pc:cxnChg>
        <pc:cxnChg chg="add mod ord">
          <ac:chgData name="Wang, Yang - Gavin (T CED INW-CN)" userId="3bfd8117-d247-4416-84f8-c693ddb0b51a" providerId="ADAL" clId="{818DA5A0-48F4-4E85-8248-52437E656C31}" dt="2023-09-23T06:42:10.746" v="26768"/>
          <ac:cxnSpMkLst>
            <pc:docMk/>
            <pc:sldMk cId="1474360973" sldId="1027"/>
            <ac:cxnSpMk id="244" creationId="{C43FD155-A9B8-A2A2-73D3-EFD8AB6298CC}"/>
          </ac:cxnSpMkLst>
        </pc:cxnChg>
      </pc:sldChg>
      <pc:sldChg chg="addSp delSp modSp add mod">
        <pc:chgData name="Wang, Yang - Gavin (T CED INW-CN)" userId="3bfd8117-d247-4416-84f8-c693ddb0b51a" providerId="ADAL" clId="{818DA5A0-48F4-4E85-8248-52437E656C31}" dt="2023-09-23T06:53:07.425" v="37011"/>
        <pc:sldMkLst>
          <pc:docMk/>
          <pc:sldMk cId="3944868411" sldId="1028"/>
        </pc:sldMkLst>
        <pc:spChg chg="mod ord">
          <ac:chgData name="Wang, Yang - Gavin (T CED INW-CN)" userId="3bfd8117-d247-4416-84f8-c693ddb0b51a" providerId="ADAL" clId="{818DA5A0-48F4-4E85-8248-52437E656C31}" dt="2023-09-23T06:53:07.425" v="37011"/>
          <ac:spMkLst>
            <pc:docMk/>
            <pc:sldMk cId="3944868411" sldId="1028"/>
            <ac:spMk id="2" creationId="{973FE4C4-A3A8-B687-1FEF-987F4D2F3B0C}"/>
          </ac:spMkLst>
        </pc:spChg>
        <pc:spChg chg="mod ord">
          <ac:chgData name="Wang, Yang - Gavin (T CED INW-CN)" userId="3bfd8117-d247-4416-84f8-c693ddb0b51a" providerId="ADAL" clId="{818DA5A0-48F4-4E85-8248-52437E656C31}" dt="2023-09-23T06:53:06.102" v="36795"/>
          <ac:spMkLst>
            <pc:docMk/>
            <pc:sldMk cId="3944868411" sldId="1028"/>
            <ac:spMk id="3" creationId="{CA25C496-AAB0-B2A2-9774-34D0B4B0D587}"/>
          </ac:spMkLst>
        </pc:spChg>
        <pc:spChg chg="mod ord">
          <ac:chgData name="Wang, Yang - Gavin (T CED INW-CN)" userId="3bfd8117-d247-4416-84f8-c693ddb0b51a" providerId="ADAL" clId="{818DA5A0-48F4-4E85-8248-52437E656C31}" dt="2023-09-23T06:53:06.102" v="36795"/>
          <ac:spMkLst>
            <pc:docMk/>
            <pc:sldMk cId="3944868411" sldId="1028"/>
            <ac:spMk id="4" creationId="{86B8434C-B227-28C7-B407-C811909B4C1F}"/>
          </ac:spMkLst>
        </pc:spChg>
        <pc:spChg chg="add del mod modVis">
          <ac:chgData name="Wang, Yang - Gavin (T CED INW-CN)" userId="3bfd8117-d247-4416-84f8-c693ddb0b51a" providerId="ADAL" clId="{818DA5A0-48F4-4E85-8248-52437E656C31}" dt="2023-09-23T06:18:47.543" v="23259"/>
          <ac:spMkLst>
            <pc:docMk/>
            <pc:sldMk cId="3944868411" sldId="1028"/>
            <ac:spMk id="5" creationId="{4AF3B7ED-DFAA-8C9B-8658-2121F1F61A3B}"/>
          </ac:spMkLst>
        </pc:spChg>
        <pc:spChg chg="add del mod modVis">
          <ac:chgData name="Wang, Yang - Gavin (T CED INW-CN)" userId="3bfd8117-d247-4416-84f8-c693ddb0b51a" providerId="ADAL" clId="{818DA5A0-48F4-4E85-8248-52437E656C31}" dt="2023-09-23T06:20:17.047" v="23437"/>
          <ac:spMkLst>
            <pc:docMk/>
            <pc:sldMk cId="3944868411" sldId="1028"/>
            <ac:spMk id="6" creationId="{47316AF7-F244-6799-D798-0A5AB5B5F9E4}"/>
          </ac:spMkLst>
        </pc:spChg>
        <pc:spChg chg="add del mod modVis">
          <ac:chgData name="Wang, Yang - Gavin (T CED INW-CN)" userId="3bfd8117-d247-4416-84f8-c693ddb0b51a" providerId="ADAL" clId="{818DA5A0-48F4-4E85-8248-52437E656C31}" dt="2023-09-23T06:20:19.609" v="23575"/>
          <ac:spMkLst>
            <pc:docMk/>
            <pc:sldMk cId="3944868411" sldId="1028"/>
            <ac:spMk id="8" creationId="{8AAF6BEB-4F75-E03E-0C82-8B49F8E7C085}"/>
          </ac:spMkLst>
        </pc:spChg>
        <pc:spChg chg="add del mod modVis">
          <ac:chgData name="Wang, Yang - Gavin (T CED INW-CN)" userId="3bfd8117-d247-4416-84f8-c693ddb0b51a" providerId="ADAL" clId="{818DA5A0-48F4-4E85-8248-52437E656C31}" dt="2023-09-23T06:20:22.945" v="23711"/>
          <ac:spMkLst>
            <pc:docMk/>
            <pc:sldMk cId="3944868411" sldId="1028"/>
            <ac:spMk id="10" creationId="{CD040EF4-DAE6-1CE2-A572-4FD6518D74CF}"/>
          </ac:spMkLst>
        </pc:spChg>
        <pc:spChg chg="add del mod modVis">
          <ac:chgData name="Wang, Yang - Gavin (T CED INW-CN)" userId="3bfd8117-d247-4416-84f8-c693ddb0b51a" providerId="ADAL" clId="{818DA5A0-48F4-4E85-8248-52437E656C31}" dt="2023-09-23T06:20:25.094" v="23847"/>
          <ac:spMkLst>
            <pc:docMk/>
            <pc:sldMk cId="3944868411" sldId="1028"/>
            <ac:spMk id="12" creationId="{3DFA8EBD-B498-7243-B829-DE42D8D7FFB7}"/>
          </ac:spMkLst>
        </pc:spChg>
        <pc:spChg chg="add del mod modVis">
          <ac:chgData name="Wang, Yang - Gavin (T CED INW-CN)" userId="3bfd8117-d247-4416-84f8-c693ddb0b51a" providerId="ADAL" clId="{818DA5A0-48F4-4E85-8248-52437E656C31}" dt="2023-09-23T06:20:26.844" v="23985"/>
          <ac:spMkLst>
            <pc:docMk/>
            <pc:sldMk cId="3944868411" sldId="1028"/>
            <ac:spMk id="14" creationId="{C5145DA2-6B4D-B05B-EB11-4B60B2709B3E}"/>
          </ac:spMkLst>
        </pc:spChg>
        <pc:spChg chg="del">
          <ac:chgData name="Wang, Yang - Gavin (T CED INW-CN)" userId="3bfd8117-d247-4416-84f8-c693ddb0b51a" providerId="ADAL" clId="{818DA5A0-48F4-4E85-8248-52437E656C31}" dt="2023-09-23T06:22:47.345" v="24012"/>
          <ac:spMkLst>
            <pc:docMk/>
            <pc:sldMk cId="3944868411" sldId="1028"/>
            <ac:spMk id="17" creationId="{51380B52-4BB7-C0B8-1C02-77B02D8195AA}"/>
          </ac:spMkLst>
        </pc:spChg>
        <pc:spChg chg="del mod">
          <ac:chgData name="Wang, Yang - Gavin (T CED INW-CN)" userId="3bfd8117-d247-4416-84f8-c693ddb0b51a" providerId="ADAL" clId="{818DA5A0-48F4-4E85-8248-52437E656C31}" dt="2023-09-23T06:23:07.910" v="24014" actId="478"/>
          <ac:spMkLst>
            <pc:docMk/>
            <pc:sldMk cId="3944868411" sldId="1028"/>
            <ac:spMk id="18" creationId="{227A0A49-9456-BA82-8E85-3BE334F77C87}"/>
          </ac:spMkLst>
        </pc:spChg>
        <pc:spChg chg="add del mod">
          <ac:chgData name="Wang, Yang - Gavin (T CED INW-CN)" userId="3bfd8117-d247-4416-84f8-c693ddb0b51a" providerId="ADAL" clId="{818DA5A0-48F4-4E85-8248-52437E656C31}" dt="2023-09-23T06:23:21.253" v="24018" actId="767"/>
          <ac:spMkLst>
            <pc:docMk/>
            <pc:sldMk cId="3944868411" sldId="1028"/>
            <ac:spMk id="19" creationId="{9A8F2258-2587-985C-2DC4-5E62CD6CFF8A}"/>
          </ac:spMkLst>
        </pc:spChg>
        <pc:spChg chg="add mod">
          <ac:chgData name="Wang, Yang - Gavin (T CED INW-CN)" userId="3bfd8117-d247-4416-84f8-c693ddb0b51a" providerId="ADAL" clId="{818DA5A0-48F4-4E85-8248-52437E656C31}" dt="2023-09-23T06:26:27.072" v="24048" actId="164"/>
          <ac:spMkLst>
            <pc:docMk/>
            <pc:sldMk cId="3944868411" sldId="1028"/>
            <ac:spMk id="20" creationId="{EDEE89F2-56C1-7FA3-54EF-D4923E5D5A60}"/>
          </ac:spMkLst>
        </pc:spChg>
        <pc:spChg chg="add mod">
          <ac:chgData name="Wang, Yang - Gavin (T CED INW-CN)" userId="3bfd8117-d247-4416-84f8-c693ddb0b51a" providerId="ADAL" clId="{818DA5A0-48F4-4E85-8248-52437E656C31}" dt="2023-09-23T06:26:27.072" v="24048" actId="164"/>
          <ac:spMkLst>
            <pc:docMk/>
            <pc:sldMk cId="3944868411" sldId="1028"/>
            <ac:spMk id="21" creationId="{60C9E924-6EBB-0C79-13A4-94345126BE90}"/>
          </ac:spMkLst>
        </pc:spChg>
        <pc:spChg chg="add mod ord">
          <ac:chgData name="Wang, Yang - Gavin (T CED INW-CN)" userId="3bfd8117-d247-4416-84f8-c693ddb0b51a" providerId="ADAL" clId="{818DA5A0-48F4-4E85-8248-52437E656C31}" dt="2023-09-23T06:53:06.102" v="36795"/>
          <ac:spMkLst>
            <pc:docMk/>
            <pc:sldMk cId="3944868411" sldId="1028"/>
            <ac:spMk id="23" creationId="{1AB33B2A-9438-16AE-F86F-244922FC5E33}"/>
          </ac:spMkLst>
        </pc:spChg>
        <pc:spChg chg="mod">
          <ac:chgData name="Wang, Yang - Gavin (T CED INW-CN)" userId="3bfd8117-d247-4416-84f8-c693ddb0b51a" providerId="ADAL" clId="{818DA5A0-48F4-4E85-8248-52437E656C31}" dt="2023-09-23T06:27:47.590" v="24085"/>
          <ac:spMkLst>
            <pc:docMk/>
            <pc:sldMk cId="3944868411" sldId="1028"/>
            <ac:spMk id="25" creationId="{81E8D6B2-B4A5-E8D3-58FE-5845DF49F687}"/>
          </ac:spMkLst>
        </pc:spChg>
        <pc:spChg chg="mod">
          <ac:chgData name="Wang, Yang - Gavin (T CED INW-CN)" userId="3bfd8117-d247-4416-84f8-c693ddb0b51a" providerId="ADAL" clId="{818DA5A0-48F4-4E85-8248-52437E656C31}" dt="2023-09-23T06:27:47.590" v="24085"/>
          <ac:spMkLst>
            <pc:docMk/>
            <pc:sldMk cId="3944868411" sldId="1028"/>
            <ac:spMk id="26" creationId="{B60D5746-BF54-70DC-A9E6-24355022AB99}"/>
          </ac:spMkLst>
        </pc:spChg>
        <pc:spChg chg="add mod ord">
          <ac:chgData name="Wang, Yang - Gavin (T CED INW-CN)" userId="3bfd8117-d247-4416-84f8-c693ddb0b51a" providerId="ADAL" clId="{818DA5A0-48F4-4E85-8248-52437E656C31}" dt="2023-09-23T06:53:06.102" v="36795"/>
          <ac:spMkLst>
            <pc:docMk/>
            <pc:sldMk cId="3944868411" sldId="1028"/>
            <ac:spMk id="27" creationId="{CE805477-EC94-BD8C-4A81-75B77B3A5E73}"/>
          </ac:spMkLst>
        </pc:spChg>
        <pc:spChg chg="mod">
          <ac:chgData name="Wang, Yang - Gavin (T CED INW-CN)" userId="3bfd8117-d247-4416-84f8-c693ddb0b51a" providerId="ADAL" clId="{818DA5A0-48F4-4E85-8248-52437E656C31}" dt="2023-09-23T06:27:50.791" v="24087"/>
          <ac:spMkLst>
            <pc:docMk/>
            <pc:sldMk cId="3944868411" sldId="1028"/>
            <ac:spMk id="29" creationId="{CC43B47B-724E-D8C2-1FF7-1968C4DBCA8E}"/>
          </ac:spMkLst>
        </pc:spChg>
        <pc:spChg chg="mod">
          <ac:chgData name="Wang, Yang - Gavin (T CED INW-CN)" userId="3bfd8117-d247-4416-84f8-c693ddb0b51a" providerId="ADAL" clId="{818DA5A0-48F4-4E85-8248-52437E656C31}" dt="2023-09-23T06:27:50.791" v="24087"/>
          <ac:spMkLst>
            <pc:docMk/>
            <pc:sldMk cId="3944868411" sldId="1028"/>
            <ac:spMk id="30" creationId="{54AF6554-2C89-2944-2F21-C190BC421541}"/>
          </ac:spMkLst>
        </pc:spChg>
        <pc:spChg chg="add del mod">
          <ac:chgData name="Wang, Yang - Gavin (T CED INW-CN)" userId="3bfd8117-d247-4416-84f8-c693ddb0b51a" providerId="ADAL" clId="{818DA5A0-48F4-4E85-8248-52437E656C31}" dt="2023-09-23T06:31:44.418" v="24170" actId="478"/>
          <ac:spMkLst>
            <pc:docMk/>
            <pc:sldMk cId="3944868411" sldId="1028"/>
            <ac:spMk id="31" creationId="{0787A655-44C8-8D1D-66A8-C3BF4C67F442}"/>
          </ac:spMkLst>
        </pc:spChg>
        <pc:spChg chg="mod">
          <ac:chgData name="Wang, Yang - Gavin (T CED INW-CN)" userId="3bfd8117-d247-4416-84f8-c693ddb0b51a" providerId="ADAL" clId="{818DA5A0-48F4-4E85-8248-52437E656C31}" dt="2023-09-23T06:27:53.943" v="24089"/>
          <ac:spMkLst>
            <pc:docMk/>
            <pc:sldMk cId="3944868411" sldId="1028"/>
            <ac:spMk id="257" creationId="{5ACCA8EA-591E-D757-9BC8-D6D6D45B3E95}"/>
          </ac:spMkLst>
        </pc:spChg>
        <pc:spChg chg="mod">
          <ac:chgData name="Wang, Yang - Gavin (T CED INW-CN)" userId="3bfd8117-d247-4416-84f8-c693ddb0b51a" providerId="ADAL" clId="{818DA5A0-48F4-4E85-8248-52437E656C31}" dt="2023-09-23T06:27:53.943" v="24089"/>
          <ac:spMkLst>
            <pc:docMk/>
            <pc:sldMk cId="3944868411" sldId="1028"/>
            <ac:spMk id="258" creationId="{E6D60F2B-26D5-78DC-9A0D-9BF5C8EFA44D}"/>
          </ac:spMkLst>
        </pc:spChg>
        <pc:spChg chg="mod">
          <ac:chgData name="Wang, Yang - Gavin (T CED INW-CN)" userId="3bfd8117-d247-4416-84f8-c693ddb0b51a" providerId="ADAL" clId="{818DA5A0-48F4-4E85-8248-52437E656C31}" dt="2023-09-23T06:27:10.659" v="24069" actId="571"/>
          <ac:spMkLst>
            <pc:docMk/>
            <pc:sldMk cId="3944868411" sldId="1028"/>
            <ac:spMk id="260" creationId="{218B244E-BE49-7545-A195-DCEE779243E4}"/>
          </ac:spMkLst>
        </pc:spChg>
        <pc:spChg chg="mod">
          <ac:chgData name="Wang, Yang - Gavin (T CED INW-CN)" userId="3bfd8117-d247-4416-84f8-c693ddb0b51a" providerId="ADAL" clId="{818DA5A0-48F4-4E85-8248-52437E656C31}" dt="2023-09-23T06:28:54.160" v="24128" actId="1076"/>
          <ac:spMkLst>
            <pc:docMk/>
            <pc:sldMk cId="3944868411" sldId="1028"/>
            <ac:spMk id="261" creationId="{4579BFCD-1BCA-F7C9-4292-C199D3530109}"/>
          </ac:spMkLst>
        </pc:spChg>
        <pc:spChg chg="add del mod">
          <ac:chgData name="Wang, Yang - Gavin (T CED INW-CN)" userId="3bfd8117-d247-4416-84f8-c693ddb0b51a" providerId="ADAL" clId="{818DA5A0-48F4-4E85-8248-52437E656C31}" dt="2023-09-23T06:30:10.535" v="24141"/>
          <ac:spMkLst>
            <pc:docMk/>
            <pc:sldMk cId="3944868411" sldId="1028"/>
            <ac:spMk id="264" creationId="{03F4A5A9-C528-A5EF-B1E7-1354DD6F5485}"/>
          </ac:spMkLst>
        </pc:spChg>
        <pc:spChg chg="add del mod">
          <ac:chgData name="Wang, Yang - Gavin (T CED INW-CN)" userId="3bfd8117-d247-4416-84f8-c693ddb0b51a" providerId="ADAL" clId="{818DA5A0-48F4-4E85-8248-52437E656C31}" dt="2023-09-23T06:30:10.535" v="24141"/>
          <ac:spMkLst>
            <pc:docMk/>
            <pc:sldMk cId="3944868411" sldId="1028"/>
            <ac:spMk id="265" creationId="{C9CC4E28-65DD-FEA6-9F27-8CCA90EB65A8}"/>
          </ac:spMkLst>
        </pc:spChg>
        <pc:spChg chg="mod">
          <ac:chgData name="Wang, Yang - Gavin (T CED INW-CN)" userId="3bfd8117-d247-4416-84f8-c693ddb0b51a" providerId="ADAL" clId="{818DA5A0-48F4-4E85-8248-52437E656C31}" dt="2023-09-23T06:30:09.492" v="24140"/>
          <ac:spMkLst>
            <pc:docMk/>
            <pc:sldMk cId="3944868411" sldId="1028"/>
            <ac:spMk id="267" creationId="{FD0A30ED-DEEE-7E5D-5305-78233BE79567}"/>
          </ac:spMkLst>
        </pc:spChg>
        <pc:spChg chg="mod">
          <ac:chgData name="Wang, Yang - Gavin (T CED INW-CN)" userId="3bfd8117-d247-4416-84f8-c693ddb0b51a" providerId="ADAL" clId="{818DA5A0-48F4-4E85-8248-52437E656C31}" dt="2023-09-23T06:30:09.492" v="24140"/>
          <ac:spMkLst>
            <pc:docMk/>
            <pc:sldMk cId="3944868411" sldId="1028"/>
            <ac:spMk id="268" creationId="{5FBE251D-22BA-BE27-0879-E98D4D29096B}"/>
          </ac:spMkLst>
        </pc:spChg>
        <pc:spChg chg="mod">
          <ac:chgData name="Wang, Yang - Gavin (T CED INW-CN)" userId="3bfd8117-d247-4416-84f8-c693ddb0b51a" providerId="ADAL" clId="{818DA5A0-48F4-4E85-8248-52437E656C31}" dt="2023-09-23T06:30:09.492" v="24140"/>
          <ac:spMkLst>
            <pc:docMk/>
            <pc:sldMk cId="3944868411" sldId="1028"/>
            <ac:spMk id="269" creationId="{EF6EEA59-144D-C434-116F-F6F156ACDA31}"/>
          </ac:spMkLst>
        </pc:spChg>
        <pc:spChg chg="mod">
          <ac:chgData name="Wang, Yang - Gavin (T CED INW-CN)" userId="3bfd8117-d247-4416-84f8-c693ddb0b51a" providerId="ADAL" clId="{818DA5A0-48F4-4E85-8248-52437E656C31}" dt="2023-09-23T06:30:09.492" v="24140"/>
          <ac:spMkLst>
            <pc:docMk/>
            <pc:sldMk cId="3944868411" sldId="1028"/>
            <ac:spMk id="270" creationId="{34FF17F7-0D1F-FB5C-4EAF-E8F62905AA49}"/>
          </ac:spMkLst>
        </pc:spChg>
        <pc:spChg chg="mod">
          <ac:chgData name="Wang, Yang - Gavin (T CED INW-CN)" userId="3bfd8117-d247-4416-84f8-c693ddb0b51a" providerId="ADAL" clId="{818DA5A0-48F4-4E85-8248-52437E656C31}" dt="2023-09-23T06:30:09.492" v="24140"/>
          <ac:spMkLst>
            <pc:docMk/>
            <pc:sldMk cId="3944868411" sldId="1028"/>
            <ac:spMk id="271" creationId="{030C78EE-E96B-8F6D-8A97-A52AAC12A866}"/>
          </ac:spMkLst>
        </pc:spChg>
        <pc:spChg chg="mod">
          <ac:chgData name="Wang, Yang - Gavin (T CED INW-CN)" userId="3bfd8117-d247-4416-84f8-c693ddb0b51a" providerId="ADAL" clId="{818DA5A0-48F4-4E85-8248-52437E656C31}" dt="2023-09-23T06:30:09.492" v="24140"/>
          <ac:spMkLst>
            <pc:docMk/>
            <pc:sldMk cId="3944868411" sldId="1028"/>
            <ac:spMk id="272" creationId="{CE180366-B1F3-C44D-6669-E386CC258525}"/>
          </ac:spMkLst>
        </pc:spChg>
        <pc:spChg chg="mod ord">
          <ac:chgData name="Wang, Yang - Gavin (T CED INW-CN)" userId="3bfd8117-d247-4416-84f8-c693ddb0b51a" providerId="ADAL" clId="{818DA5A0-48F4-4E85-8248-52437E656C31}" dt="2023-09-23T06:53:06.102" v="36795"/>
          <ac:spMkLst>
            <pc:docMk/>
            <pc:sldMk cId="3944868411" sldId="1028"/>
            <ac:spMk id="273" creationId="{407B1EE3-E8B8-6FAF-6791-666E312F7BA4}"/>
          </ac:spMkLst>
        </pc:spChg>
        <pc:spChg chg="mod ord">
          <ac:chgData name="Wang, Yang - Gavin (T CED INW-CN)" userId="3bfd8117-d247-4416-84f8-c693ddb0b51a" providerId="ADAL" clId="{818DA5A0-48F4-4E85-8248-52437E656C31}" dt="2023-09-23T06:53:06.102" v="36795"/>
          <ac:spMkLst>
            <pc:docMk/>
            <pc:sldMk cId="3944868411" sldId="1028"/>
            <ac:spMk id="274" creationId="{87467FB0-3115-CA65-46A7-4467B8971F5B}"/>
          </ac:spMkLst>
        </pc:spChg>
        <pc:spChg chg="mod ord">
          <ac:chgData name="Wang, Yang - Gavin (T CED INW-CN)" userId="3bfd8117-d247-4416-84f8-c693ddb0b51a" providerId="ADAL" clId="{818DA5A0-48F4-4E85-8248-52437E656C31}" dt="2023-09-23T06:53:06.102" v="36795"/>
          <ac:spMkLst>
            <pc:docMk/>
            <pc:sldMk cId="3944868411" sldId="1028"/>
            <ac:spMk id="275" creationId="{A56D49CD-0D59-C9A3-CC37-B5D01631CFD7}"/>
          </ac:spMkLst>
        </pc:spChg>
        <pc:spChg chg="mod">
          <ac:chgData name="Wang, Yang - Gavin (T CED INW-CN)" userId="3bfd8117-d247-4416-84f8-c693ddb0b51a" providerId="ADAL" clId="{818DA5A0-48F4-4E85-8248-52437E656C31}" dt="2023-09-23T06:30:09.492" v="24140"/>
          <ac:spMkLst>
            <pc:docMk/>
            <pc:sldMk cId="3944868411" sldId="1028"/>
            <ac:spMk id="276" creationId="{0F6C5D37-7A20-63B0-CDCC-11AFF5C377BF}"/>
          </ac:spMkLst>
        </pc:spChg>
        <pc:spChg chg="add mod ord">
          <ac:chgData name="Wang, Yang - Gavin (T CED INW-CN)" userId="3bfd8117-d247-4416-84f8-c693ddb0b51a" providerId="ADAL" clId="{818DA5A0-48F4-4E85-8248-52437E656C31}" dt="2023-09-23T06:53:06.102" v="36795"/>
          <ac:spMkLst>
            <pc:docMk/>
            <pc:sldMk cId="3944868411" sldId="1028"/>
            <ac:spMk id="277" creationId="{53C5A160-5BD7-FEFC-1513-5472F2BA20E6}"/>
          </ac:spMkLst>
        </pc:spChg>
        <pc:spChg chg="add del mod">
          <ac:chgData name="Wang, Yang - Gavin (T CED INW-CN)" userId="3bfd8117-d247-4416-84f8-c693ddb0b51a" providerId="ADAL" clId="{818DA5A0-48F4-4E85-8248-52437E656C31}" dt="2023-09-23T06:30:51.880" v="24161" actId="478"/>
          <ac:spMkLst>
            <pc:docMk/>
            <pc:sldMk cId="3944868411" sldId="1028"/>
            <ac:spMk id="278" creationId="{5A6A8373-BF5C-6A74-C0A0-B9702AEFD964}"/>
          </ac:spMkLst>
        </pc:spChg>
        <pc:spChg chg="add mod ord">
          <ac:chgData name="Wang, Yang - Gavin (T CED INW-CN)" userId="3bfd8117-d247-4416-84f8-c693ddb0b51a" providerId="ADAL" clId="{818DA5A0-48F4-4E85-8248-52437E656C31}" dt="2023-09-23T06:53:06.102" v="36795"/>
          <ac:spMkLst>
            <pc:docMk/>
            <pc:sldMk cId="3944868411" sldId="1028"/>
            <ac:spMk id="279" creationId="{2A161D61-2A4A-5B7E-164A-A7C726B39681}"/>
          </ac:spMkLst>
        </pc:spChg>
        <pc:spChg chg="add del mod modVis">
          <ac:chgData name="Wang, Yang - Gavin (T CED INW-CN)" userId="3bfd8117-d247-4416-84f8-c693ddb0b51a" providerId="ADAL" clId="{818DA5A0-48F4-4E85-8248-52437E656C31}" dt="2023-09-23T06:42:10.279" v="26686"/>
          <ac:spMkLst>
            <pc:docMk/>
            <pc:sldMk cId="3944868411" sldId="1028"/>
            <ac:spMk id="280" creationId="{13634F65-3433-45A7-29EB-1A7447D2EE5E}"/>
          </ac:spMkLst>
        </pc:spChg>
        <pc:spChg chg="add del mod modVis">
          <ac:chgData name="Wang, Yang - Gavin (T CED INW-CN)" userId="3bfd8117-d247-4416-84f8-c693ddb0b51a" providerId="ADAL" clId="{818DA5A0-48F4-4E85-8248-52437E656C31}" dt="2023-09-23T06:42:09.697" v="26592"/>
          <ac:spMkLst>
            <pc:docMk/>
            <pc:sldMk cId="3944868411" sldId="1028"/>
            <ac:spMk id="282" creationId="{EF3192F0-4F27-2C4C-4E4B-08274F125E11}"/>
          </ac:spMkLst>
        </pc:spChg>
        <pc:spChg chg="add del mod modVis">
          <ac:chgData name="Wang, Yang - Gavin (T CED INW-CN)" userId="3bfd8117-d247-4416-84f8-c693ddb0b51a" providerId="ADAL" clId="{818DA5A0-48F4-4E85-8248-52437E656C31}" dt="2023-09-23T06:53:06.102" v="36795"/>
          <ac:spMkLst>
            <pc:docMk/>
            <pc:sldMk cId="3944868411" sldId="1028"/>
            <ac:spMk id="284" creationId="{7784B501-12F3-19C4-2350-2CF09A03975D}"/>
          </ac:spMkLst>
        </pc:spChg>
        <pc:spChg chg="add mod replST delST">
          <ac:chgData name="Wang, Yang - Gavin (T CED INW-CN)" userId="3bfd8117-d247-4416-84f8-c693ddb0b51a" providerId="ADAL" clId="{818DA5A0-48F4-4E85-8248-52437E656C31}" dt="2023-09-23T06:53:06.102" v="36795"/>
          <ac:spMkLst>
            <pc:docMk/>
            <pc:sldMk cId="3944868411" sldId="1028"/>
            <ac:spMk id="285" creationId="{6750A408-ED0E-47CF-AC3A-5AD4A6E25CE3}"/>
          </ac:spMkLst>
        </pc:spChg>
        <pc:spChg chg="add del mod ord replST delST">
          <ac:chgData name="Wang, Yang - Gavin (T CED INW-CN)" userId="3bfd8117-d247-4416-84f8-c693ddb0b51a" providerId="ADAL" clId="{818DA5A0-48F4-4E85-8248-52437E656C31}" dt="2023-09-23T06:53:06.102" v="36795"/>
          <ac:spMkLst>
            <pc:docMk/>
            <pc:sldMk cId="3944868411" sldId="1028"/>
            <ac:spMk id="286" creationId="{04CBC6A7-83B8-52AB-7CD2-7C89E031B23D}"/>
          </ac:spMkLst>
        </pc:spChg>
        <pc:spChg chg="mod ord">
          <ac:chgData name="Wang, Yang - Gavin (T CED INW-CN)" userId="3bfd8117-d247-4416-84f8-c693ddb0b51a" providerId="ADAL" clId="{818DA5A0-48F4-4E85-8248-52437E656C31}" dt="2023-09-23T06:53:06.102" v="36795"/>
          <ac:spMkLst>
            <pc:docMk/>
            <pc:sldMk cId="3944868411" sldId="1028"/>
            <ac:spMk id="318" creationId="{DF5F6105-D7CA-11D4-4976-182EB4468F2A}"/>
          </ac:spMkLst>
        </pc:spChg>
        <pc:spChg chg="mod ord">
          <ac:chgData name="Wang, Yang - Gavin (T CED INW-CN)" userId="3bfd8117-d247-4416-84f8-c693ddb0b51a" providerId="ADAL" clId="{818DA5A0-48F4-4E85-8248-52437E656C31}" dt="2023-09-23T06:53:06.102" v="36795"/>
          <ac:spMkLst>
            <pc:docMk/>
            <pc:sldMk cId="3944868411" sldId="1028"/>
            <ac:spMk id="319" creationId="{92AF5D90-285C-FEA8-4B21-AEDADC811C34}"/>
          </ac:spMkLst>
        </pc:spChg>
        <pc:spChg chg="mod ord">
          <ac:chgData name="Wang, Yang - Gavin (T CED INW-CN)" userId="3bfd8117-d247-4416-84f8-c693ddb0b51a" providerId="ADAL" clId="{818DA5A0-48F4-4E85-8248-52437E656C31}" dt="2023-09-23T06:53:06.102" v="36795"/>
          <ac:spMkLst>
            <pc:docMk/>
            <pc:sldMk cId="3944868411" sldId="1028"/>
            <ac:spMk id="321" creationId="{02F6ADD0-CACE-485F-7AD1-B4C5D8321189}"/>
          </ac:spMkLst>
        </pc:spChg>
        <pc:spChg chg="mod">
          <ac:chgData name="Wang, Yang - Gavin (T CED INW-CN)" userId="3bfd8117-d247-4416-84f8-c693ddb0b51a" providerId="ADAL" clId="{818DA5A0-48F4-4E85-8248-52437E656C31}" dt="2023-09-23T06:53:03.437" v="36572"/>
          <ac:spMkLst>
            <pc:docMk/>
            <pc:sldMk cId="3944868411" sldId="1028"/>
            <ac:spMk id="323" creationId="{3C6AEECB-BC57-121D-B72E-ED80B410D207}"/>
          </ac:spMkLst>
        </pc:spChg>
        <pc:spChg chg="mod">
          <ac:chgData name="Wang, Yang - Gavin (T CED INW-CN)" userId="3bfd8117-d247-4416-84f8-c693ddb0b51a" providerId="ADAL" clId="{818DA5A0-48F4-4E85-8248-52437E656C31}" dt="2023-09-23T06:53:03.437" v="36573"/>
          <ac:spMkLst>
            <pc:docMk/>
            <pc:sldMk cId="3944868411" sldId="1028"/>
            <ac:spMk id="324" creationId="{FFF49D31-7D7F-43BE-9DF9-9ABB6CC0910F}"/>
          </ac:spMkLst>
        </pc:spChg>
        <pc:spChg chg="mod">
          <ac:chgData name="Wang, Yang - Gavin (T CED INW-CN)" userId="3bfd8117-d247-4416-84f8-c693ddb0b51a" providerId="ADAL" clId="{818DA5A0-48F4-4E85-8248-52437E656C31}" dt="2023-09-23T06:53:03.437" v="36574"/>
          <ac:spMkLst>
            <pc:docMk/>
            <pc:sldMk cId="3944868411" sldId="1028"/>
            <ac:spMk id="325" creationId="{2B7C82DB-9923-73BF-3F66-9CF8A983EF06}"/>
          </ac:spMkLst>
        </pc:spChg>
        <pc:spChg chg="mod">
          <ac:chgData name="Wang, Yang - Gavin (T CED INW-CN)" userId="3bfd8117-d247-4416-84f8-c693ddb0b51a" providerId="ADAL" clId="{818DA5A0-48F4-4E85-8248-52437E656C31}" dt="2023-09-23T06:53:03.437" v="36575"/>
          <ac:spMkLst>
            <pc:docMk/>
            <pc:sldMk cId="3944868411" sldId="1028"/>
            <ac:spMk id="326" creationId="{05D95357-C1F3-A9BD-737A-520DB354FC71}"/>
          </ac:spMkLst>
        </pc:spChg>
        <pc:spChg chg="mod">
          <ac:chgData name="Wang, Yang - Gavin (T CED INW-CN)" userId="3bfd8117-d247-4416-84f8-c693ddb0b51a" providerId="ADAL" clId="{818DA5A0-48F4-4E85-8248-52437E656C31}" dt="2023-09-23T06:53:03.437" v="36576"/>
          <ac:spMkLst>
            <pc:docMk/>
            <pc:sldMk cId="3944868411" sldId="1028"/>
            <ac:spMk id="327" creationId="{9222BAFD-C6A5-50C8-F2B7-C5D6303EAC17}"/>
          </ac:spMkLst>
        </pc:spChg>
        <pc:spChg chg="mod">
          <ac:chgData name="Wang, Yang - Gavin (T CED INW-CN)" userId="3bfd8117-d247-4416-84f8-c693ddb0b51a" providerId="ADAL" clId="{818DA5A0-48F4-4E85-8248-52437E656C31}" dt="2023-09-23T06:53:03.437" v="36577"/>
          <ac:spMkLst>
            <pc:docMk/>
            <pc:sldMk cId="3944868411" sldId="1028"/>
            <ac:spMk id="328" creationId="{BF2BB6C7-BEC3-FDAA-2C72-71E67E026659}"/>
          </ac:spMkLst>
        </pc:spChg>
        <pc:spChg chg="mod">
          <ac:chgData name="Wang, Yang - Gavin (T CED INW-CN)" userId="3bfd8117-d247-4416-84f8-c693ddb0b51a" providerId="ADAL" clId="{818DA5A0-48F4-4E85-8248-52437E656C31}" dt="2023-09-23T06:53:03.437" v="36578"/>
          <ac:spMkLst>
            <pc:docMk/>
            <pc:sldMk cId="3944868411" sldId="1028"/>
            <ac:spMk id="329" creationId="{4FBA56F9-A332-63F5-8456-381BDA7F8961}"/>
          </ac:spMkLst>
        </pc:spChg>
        <pc:spChg chg="mod">
          <ac:chgData name="Wang, Yang - Gavin (T CED INW-CN)" userId="3bfd8117-d247-4416-84f8-c693ddb0b51a" providerId="ADAL" clId="{818DA5A0-48F4-4E85-8248-52437E656C31}" dt="2023-09-23T06:53:03.437" v="36579"/>
          <ac:spMkLst>
            <pc:docMk/>
            <pc:sldMk cId="3944868411" sldId="1028"/>
            <ac:spMk id="330" creationId="{016A1492-732C-946F-E326-5B6BBDF01916}"/>
          </ac:spMkLst>
        </pc:spChg>
        <pc:spChg chg="mod ord">
          <ac:chgData name="Wang, Yang - Gavin (T CED INW-CN)" userId="3bfd8117-d247-4416-84f8-c693ddb0b51a" providerId="ADAL" clId="{818DA5A0-48F4-4E85-8248-52437E656C31}" dt="2023-09-23T06:53:06.102" v="36795"/>
          <ac:spMkLst>
            <pc:docMk/>
            <pc:sldMk cId="3944868411" sldId="1028"/>
            <ac:spMk id="338" creationId="{4FFE36A2-2D18-6711-AD46-FFB0F6E82A9B}"/>
          </ac:spMkLst>
        </pc:spChg>
        <pc:spChg chg="mod ord">
          <ac:chgData name="Wang, Yang - Gavin (T CED INW-CN)" userId="3bfd8117-d247-4416-84f8-c693ddb0b51a" providerId="ADAL" clId="{818DA5A0-48F4-4E85-8248-52437E656C31}" dt="2023-09-23T06:53:06.102" v="36795"/>
          <ac:spMkLst>
            <pc:docMk/>
            <pc:sldMk cId="3944868411" sldId="1028"/>
            <ac:spMk id="339" creationId="{9E8D8604-423C-AB3C-83AA-837ED96FB5CF}"/>
          </ac:spMkLst>
        </pc:spChg>
        <pc:spChg chg="mod ord">
          <ac:chgData name="Wang, Yang - Gavin (T CED INW-CN)" userId="3bfd8117-d247-4416-84f8-c693ddb0b51a" providerId="ADAL" clId="{818DA5A0-48F4-4E85-8248-52437E656C31}" dt="2023-09-23T06:53:06.102" v="36795"/>
          <ac:spMkLst>
            <pc:docMk/>
            <pc:sldMk cId="3944868411" sldId="1028"/>
            <ac:spMk id="340" creationId="{7580E53D-D9B4-D2CB-AF09-FD1B7A376188}"/>
          </ac:spMkLst>
        </pc:spChg>
        <pc:spChg chg="mod ord">
          <ac:chgData name="Wang, Yang - Gavin (T CED INW-CN)" userId="3bfd8117-d247-4416-84f8-c693ddb0b51a" providerId="ADAL" clId="{818DA5A0-48F4-4E85-8248-52437E656C31}" dt="2023-09-23T06:53:06.102" v="36795"/>
          <ac:spMkLst>
            <pc:docMk/>
            <pc:sldMk cId="3944868411" sldId="1028"/>
            <ac:spMk id="342" creationId="{726620C9-5276-FA97-3BE2-6CD660342C5C}"/>
          </ac:spMkLst>
        </pc:spChg>
        <pc:spChg chg="mod ord">
          <ac:chgData name="Wang, Yang - Gavin (T CED INW-CN)" userId="3bfd8117-d247-4416-84f8-c693ddb0b51a" providerId="ADAL" clId="{818DA5A0-48F4-4E85-8248-52437E656C31}" dt="2023-09-23T06:53:06.102" v="36795"/>
          <ac:spMkLst>
            <pc:docMk/>
            <pc:sldMk cId="3944868411" sldId="1028"/>
            <ac:spMk id="343" creationId="{2C01F891-4CBB-A6D8-2716-7FFD50942CCB}"/>
          </ac:spMkLst>
        </pc:spChg>
        <pc:spChg chg="del mod ord">
          <ac:chgData name="Wang, Yang - Gavin (T CED INW-CN)" userId="3bfd8117-d247-4416-84f8-c693ddb0b51a" providerId="ADAL" clId="{818DA5A0-48F4-4E85-8248-52437E656C31}" dt="2023-09-23T06:27:02.987" v="24068" actId="478"/>
          <ac:spMkLst>
            <pc:docMk/>
            <pc:sldMk cId="3944868411" sldId="1028"/>
            <ac:spMk id="344" creationId="{F06D1089-48EB-B2C9-2787-8204ED668404}"/>
          </ac:spMkLst>
        </pc:spChg>
        <pc:spChg chg="mod">
          <ac:chgData name="Wang, Yang - Gavin (T CED INW-CN)" userId="3bfd8117-d247-4416-84f8-c693ddb0b51a" providerId="ADAL" clId="{818DA5A0-48F4-4E85-8248-52437E656C31}" dt="2023-09-23T06:30:01.293" v="24139" actId="1076"/>
          <ac:spMkLst>
            <pc:docMk/>
            <pc:sldMk cId="3944868411" sldId="1028"/>
            <ac:spMk id="346" creationId="{018D951A-3AA6-A925-E9A4-523373BE0FE7}"/>
          </ac:spMkLst>
        </pc:spChg>
        <pc:spChg chg="mod">
          <ac:chgData name="Wang, Yang - Gavin (T CED INW-CN)" userId="3bfd8117-d247-4416-84f8-c693ddb0b51a" providerId="ADAL" clId="{818DA5A0-48F4-4E85-8248-52437E656C31}" dt="2023-09-23T06:30:01.293" v="24139" actId="1076"/>
          <ac:spMkLst>
            <pc:docMk/>
            <pc:sldMk cId="3944868411" sldId="1028"/>
            <ac:spMk id="347" creationId="{743C2AFA-120E-99B4-FC18-5BF04B938A26}"/>
          </ac:spMkLst>
        </pc:spChg>
        <pc:spChg chg="mod">
          <ac:chgData name="Wang, Yang - Gavin (T CED INW-CN)" userId="3bfd8117-d247-4416-84f8-c693ddb0b51a" providerId="ADAL" clId="{818DA5A0-48F4-4E85-8248-52437E656C31}" dt="2023-09-23T06:30:01.293" v="24139" actId="1076"/>
          <ac:spMkLst>
            <pc:docMk/>
            <pc:sldMk cId="3944868411" sldId="1028"/>
            <ac:spMk id="348" creationId="{375172E7-38CB-23C7-70E4-48E2A3546B68}"/>
          </ac:spMkLst>
        </pc:spChg>
        <pc:spChg chg="mod">
          <ac:chgData name="Wang, Yang - Gavin (T CED INW-CN)" userId="3bfd8117-d247-4416-84f8-c693ddb0b51a" providerId="ADAL" clId="{818DA5A0-48F4-4E85-8248-52437E656C31}" dt="2023-09-23T06:30:01.293" v="24139" actId="1076"/>
          <ac:spMkLst>
            <pc:docMk/>
            <pc:sldMk cId="3944868411" sldId="1028"/>
            <ac:spMk id="349" creationId="{8FEEED63-9984-8B10-5EEB-28133A669257}"/>
          </ac:spMkLst>
        </pc:spChg>
        <pc:spChg chg="mod">
          <ac:chgData name="Wang, Yang - Gavin (T CED INW-CN)" userId="3bfd8117-d247-4416-84f8-c693ddb0b51a" providerId="ADAL" clId="{818DA5A0-48F4-4E85-8248-52437E656C31}" dt="2023-09-23T06:30:01.293" v="24139" actId="1076"/>
          <ac:spMkLst>
            <pc:docMk/>
            <pc:sldMk cId="3944868411" sldId="1028"/>
            <ac:spMk id="350" creationId="{D36F6C46-112D-3066-EE17-225F4FB90F27}"/>
          </ac:spMkLst>
        </pc:spChg>
        <pc:spChg chg="mod">
          <ac:chgData name="Wang, Yang - Gavin (T CED INW-CN)" userId="3bfd8117-d247-4416-84f8-c693ddb0b51a" providerId="ADAL" clId="{818DA5A0-48F4-4E85-8248-52437E656C31}" dt="2023-09-23T06:30:01.293" v="24139" actId="1076"/>
          <ac:spMkLst>
            <pc:docMk/>
            <pc:sldMk cId="3944868411" sldId="1028"/>
            <ac:spMk id="351" creationId="{811CCE27-3C58-9508-8431-9A36011F6166}"/>
          </ac:spMkLst>
        </pc:spChg>
        <pc:spChg chg="mod">
          <ac:chgData name="Wang, Yang - Gavin (T CED INW-CN)" userId="3bfd8117-d247-4416-84f8-c693ddb0b51a" providerId="ADAL" clId="{818DA5A0-48F4-4E85-8248-52437E656C31}" dt="2023-09-23T06:30:01.293" v="24139" actId="1076"/>
          <ac:spMkLst>
            <pc:docMk/>
            <pc:sldMk cId="3944868411" sldId="1028"/>
            <ac:spMk id="352" creationId="{FEA9B220-171F-C90A-B9E5-B60B82609B99}"/>
          </ac:spMkLst>
        </pc:spChg>
        <pc:spChg chg="mod ord">
          <ac:chgData name="Wang, Yang - Gavin (T CED INW-CN)" userId="3bfd8117-d247-4416-84f8-c693ddb0b51a" providerId="ADAL" clId="{818DA5A0-48F4-4E85-8248-52437E656C31}" dt="2023-09-23T06:53:06.102" v="36795"/>
          <ac:spMkLst>
            <pc:docMk/>
            <pc:sldMk cId="3944868411" sldId="1028"/>
            <ac:spMk id="355" creationId="{15BDAD17-BF10-776A-2418-CD21EBD0D1DE}"/>
          </ac:spMkLst>
        </pc:spChg>
        <pc:spChg chg="mod ord">
          <ac:chgData name="Wang, Yang - Gavin (T CED INW-CN)" userId="3bfd8117-d247-4416-84f8-c693ddb0b51a" providerId="ADAL" clId="{818DA5A0-48F4-4E85-8248-52437E656C31}" dt="2023-09-23T06:53:06.102" v="36795"/>
          <ac:spMkLst>
            <pc:docMk/>
            <pc:sldMk cId="3944868411" sldId="1028"/>
            <ac:spMk id="358" creationId="{BCE8DB25-4F98-3EAC-CE4E-F5510846A35A}"/>
          </ac:spMkLst>
        </pc:spChg>
        <pc:spChg chg="mod ord">
          <ac:chgData name="Wang, Yang - Gavin (T CED INW-CN)" userId="3bfd8117-d247-4416-84f8-c693ddb0b51a" providerId="ADAL" clId="{818DA5A0-48F4-4E85-8248-52437E656C31}" dt="2023-09-23T06:53:06.102" v="36795"/>
          <ac:spMkLst>
            <pc:docMk/>
            <pc:sldMk cId="3944868411" sldId="1028"/>
            <ac:spMk id="361" creationId="{67B0975E-A663-C068-4F88-2B8D176894A5}"/>
          </ac:spMkLst>
        </pc:spChg>
        <pc:spChg chg="mod ord">
          <ac:chgData name="Wang, Yang - Gavin (T CED INW-CN)" userId="3bfd8117-d247-4416-84f8-c693ddb0b51a" providerId="ADAL" clId="{818DA5A0-48F4-4E85-8248-52437E656C31}" dt="2023-09-23T06:53:06.102" v="36795"/>
          <ac:spMkLst>
            <pc:docMk/>
            <pc:sldMk cId="3944868411" sldId="1028"/>
            <ac:spMk id="362" creationId="{CEC9701E-8635-85C1-FAE5-5BBF1EEC052B}"/>
          </ac:spMkLst>
        </pc:spChg>
        <pc:grpChg chg="add mod ord">
          <ac:chgData name="Wang, Yang - Gavin (T CED INW-CN)" userId="3bfd8117-d247-4416-84f8-c693ddb0b51a" providerId="ADAL" clId="{818DA5A0-48F4-4E85-8248-52437E656C31}" dt="2023-09-23T06:53:06.102" v="36795"/>
          <ac:grpSpMkLst>
            <pc:docMk/>
            <pc:sldMk cId="3944868411" sldId="1028"/>
            <ac:grpSpMk id="22" creationId="{63D7DC3D-0165-2F72-1861-4D0C04D51C75}"/>
          </ac:grpSpMkLst>
        </pc:grpChg>
        <pc:grpChg chg="add mod ord">
          <ac:chgData name="Wang, Yang - Gavin (T CED INW-CN)" userId="3bfd8117-d247-4416-84f8-c693ddb0b51a" providerId="ADAL" clId="{818DA5A0-48F4-4E85-8248-52437E656C31}" dt="2023-09-23T06:53:06.102" v="36795"/>
          <ac:grpSpMkLst>
            <pc:docMk/>
            <pc:sldMk cId="3944868411" sldId="1028"/>
            <ac:grpSpMk id="24" creationId="{82606794-7343-751F-C676-12278A0E7D6F}"/>
          </ac:grpSpMkLst>
        </pc:grpChg>
        <pc:grpChg chg="add mod ord">
          <ac:chgData name="Wang, Yang - Gavin (T CED INW-CN)" userId="3bfd8117-d247-4416-84f8-c693ddb0b51a" providerId="ADAL" clId="{818DA5A0-48F4-4E85-8248-52437E656C31}" dt="2023-09-23T06:53:06.102" v="36795"/>
          <ac:grpSpMkLst>
            <pc:docMk/>
            <pc:sldMk cId="3944868411" sldId="1028"/>
            <ac:grpSpMk id="28" creationId="{67A1447E-705A-331E-4897-038B2016F81D}"/>
          </ac:grpSpMkLst>
        </pc:grpChg>
        <pc:grpChg chg="add del mod">
          <ac:chgData name="Wang, Yang - Gavin (T CED INW-CN)" userId="3bfd8117-d247-4416-84f8-c693ddb0b51a" providerId="ADAL" clId="{818DA5A0-48F4-4E85-8248-52437E656C31}" dt="2023-09-23T06:31:47.341" v="24171" actId="478"/>
          <ac:grpSpMkLst>
            <pc:docMk/>
            <pc:sldMk cId="3944868411" sldId="1028"/>
            <ac:grpSpMk id="256" creationId="{3FB18249-886E-4BFE-920D-848FA8698917}"/>
          </ac:grpSpMkLst>
        </pc:grpChg>
        <pc:grpChg chg="add mod ord">
          <ac:chgData name="Wang, Yang - Gavin (T CED INW-CN)" userId="3bfd8117-d247-4416-84f8-c693ddb0b51a" providerId="ADAL" clId="{818DA5A0-48F4-4E85-8248-52437E656C31}" dt="2023-09-23T06:53:06.102" v="36795"/>
          <ac:grpSpMkLst>
            <pc:docMk/>
            <pc:sldMk cId="3944868411" sldId="1028"/>
            <ac:grpSpMk id="259" creationId="{B9D454B7-3F3D-6623-9E24-8034E392B055}"/>
          </ac:grpSpMkLst>
        </pc:grpChg>
        <pc:grpChg chg="add del mod">
          <ac:chgData name="Wang, Yang - Gavin (T CED INW-CN)" userId="3bfd8117-d247-4416-84f8-c693ddb0b51a" providerId="ADAL" clId="{818DA5A0-48F4-4E85-8248-52437E656C31}" dt="2023-09-23T06:30:10.535" v="24141"/>
          <ac:grpSpMkLst>
            <pc:docMk/>
            <pc:sldMk cId="3944868411" sldId="1028"/>
            <ac:grpSpMk id="266" creationId="{FB7892F6-E530-88EC-A1F5-D2111A9363A0}"/>
          </ac:grpSpMkLst>
        </pc:grpChg>
        <pc:grpChg chg="mod">
          <ac:chgData name="Wang, Yang - Gavin (T CED INW-CN)" userId="3bfd8117-d247-4416-84f8-c693ddb0b51a" providerId="ADAL" clId="{818DA5A0-48F4-4E85-8248-52437E656C31}" dt="2023-09-23T06:53:03.453" v="36593"/>
          <ac:grpSpMkLst>
            <pc:docMk/>
            <pc:sldMk cId="3944868411" sldId="1028"/>
            <ac:grpSpMk id="345" creationId="{AADA3707-8668-E0FD-9F61-4328F09F50BA}"/>
          </ac:grpSpMkLst>
        </pc:grpChg>
        <pc:graphicFrameChg chg="add del mod replST">
          <ac:chgData name="Wang, Yang - Gavin (T CED INW-CN)" userId="3bfd8117-d247-4416-84f8-c693ddb0b51a" providerId="ADAL" clId="{818DA5A0-48F4-4E85-8248-52437E656C31}" dt="2023-09-23T06:20:19.567" v="23513"/>
          <ac:graphicFrameMkLst>
            <pc:docMk/>
            <pc:sldMk cId="3944868411" sldId="1028"/>
            <ac:graphicFrameMk id="7" creationId="{E16A55E5-61E9-4F99-07D4-79E94D26E03D}"/>
          </ac:graphicFrameMkLst>
        </pc:graphicFrameChg>
        <pc:graphicFrameChg chg="add del mod replST">
          <ac:chgData name="Wang, Yang - Gavin (T CED INW-CN)" userId="3bfd8117-d247-4416-84f8-c693ddb0b51a" providerId="ADAL" clId="{818DA5A0-48F4-4E85-8248-52437E656C31}" dt="2023-09-23T06:20:22.912" v="23649"/>
          <ac:graphicFrameMkLst>
            <pc:docMk/>
            <pc:sldMk cId="3944868411" sldId="1028"/>
            <ac:graphicFrameMk id="9" creationId="{ECC9E268-1A93-2AE8-D465-6E6E8F274DF1}"/>
          </ac:graphicFrameMkLst>
        </pc:graphicFrameChg>
        <pc:graphicFrameChg chg="add del mod replST">
          <ac:chgData name="Wang, Yang - Gavin (T CED INW-CN)" userId="3bfd8117-d247-4416-84f8-c693ddb0b51a" providerId="ADAL" clId="{818DA5A0-48F4-4E85-8248-52437E656C31}" dt="2023-09-23T06:20:25.044" v="23785"/>
          <ac:graphicFrameMkLst>
            <pc:docMk/>
            <pc:sldMk cId="3944868411" sldId="1028"/>
            <ac:graphicFrameMk id="11" creationId="{5144410F-E8CF-563F-0455-B56565FB5438}"/>
          </ac:graphicFrameMkLst>
        </pc:graphicFrameChg>
        <pc:graphicFrameChg chg="add del mod replST">
          <ac:chgData name="Wang, Yang - Gavin (T CED INW-CN)" userId="3bfd8117-d247-4416-84f8-c693ddb0b51a" providerId="ADAL" clId="{818DA5A0-48F4-4E85-8248-52437E656C31}" dt="2023-09-23T06:20:26.810" v="23923"/>
          <ac:graphicFrameMkLst>
            <pc:docMk/>
            <pc:sldMk cId="3944868411" sldId="1028"/>
            <ac:graphicFrameMk id="13" creationId="{ACDAA930-E61E-4D51-3924-2BDEF5CE06A6}"/>
          </ac:graphicFrameMkLst>
        </pc:graphicFrameChg>
        <pc:graphicFrameChg chg="add del mod replST">
          <ac:chgData name="Wang, Yang - Gavin (T CED INW-CN)" userId="3bfd8117-d247-4416-84f8-c693ddb0b51a" providerId="ADAL" clId="{818DA5A0-48F4-4E85-8248-52437E656C31}" dt="2023-09-23T06:53:06.102" v="36795"/>
          <ac:graphicFrameMkLst>
            <pc:docMk/>
            <pc:sldMk cId="3944868411" sldId="1028"/>
            <ac:graphicFrameMk id="15" creationId="{60C17A6D-9002-DE70-0776-EAD8DC700BCF}"/>
          </ac:graphicFrameMkLst>
        </pc:graphicFrameChg>
        <pc:graphicFrameChg chg="add mod replST delST">
          <ac:chgData name="Wang, Yang - Gavin (T CED INW-CN)" userId="3bfd8117-d247-4416-84f8-c693ddb0b51a" providerId="ADAL" clId="{818DA5A0-48F4-4E85-8248-52437E656C31}" dt="2023-09-23T06:53:06.102" v="36795"/>
          <ac:graphicFrameMkLst>
            <pc:docMk/>
            <pc:sldMk cId="3944868411" sldId="1028"/>
            <ac:graphicFrameMk id="64" creationId="{5D79E36E-0947-3197-E6F9-3DA6FDE1B0D6}"/>
          </ac:graphicFrameMkLst>
        </pc:graphicFrameChg>
        <pc:graphicFrameChg chg="mod">
          <ac:chgData name="Wang, Yang - Gavin (T CED INW-CN)" userId="3bfd8117-d247-4416-84f8-c693ddb0b51a" providerId="ADAL" clId="{818DA5A0-48F4-4E85-8248-52437E656C31}" dt="2023-09-23T06:53:07.425" v="37011"/>
          <ac:graphicFrameMkLst>
            <pc:docMk/>
            <pc:sldMk cId="3944868411" sldId="1028"/>
            <ac:graphicFrameMk id="83" creationId="{633F392D-9D41-F2B7-2FBE-BF99B1C5EC39}"/>
          </ac:graphicFrameMkLst>
        </pc:graphicFrameChg>
        <pc:graphicFrameChg chg="add del mod replST delST">
          <ac:chgData name="Wang, Yang - Gavin (T CED INW-CN)" userId="3bfd8117-d247-4416-84f8-c693ddb0b51a" providerId="ADAL" clId="{818DA5A0-48F4-4E85-8248-52437E656C31}" dt="2023-09-23T06:42:10.279" v="26686"/>
          <ac:graphicFrameMkLst>
            <pc:docMk/>
            <pc:sldMk cId="3944868411" sldId="1028"/>
            <ac:graphicFrameMk id="281" creationId="{64F05C6F-1D79-3F69-E8A0-4F5092AF1A88}"/>
          </ac:graphicFrameMkLst>
        </pc:graphicFrameChg>
        <pc:graphicFrameChg chg="add mod replST delST">
          <ac:chgData name="Wang, Yang - Gavin (T CED INW-CN)" userId="3bfd8117-d247-4416-84f8-c693ddb0b51a" providerId="ADAL" clId="{818DA5A0-48F4-4E85-8248-52437E656C31}" dt="2023-09-23T06:42:09.697" v="26592"/>
          <ac:graphicFrameMkLst>
            <pc:docMk/>
            <pc:sldMk cId="3944868411" sldId="1028"/>
            <ac:graphicFrameMk id="283" creationId="{D19A215E-B6EF-EE92-06B3-A149344972E4}"/>
          </ac:graphicFrameMkLst>
        </pc:graphicFrameChg>
        <pc:graphicFrameChg chg="del">
          <ac:chgData name="Wang, Yang - Gavin (T CED INW-CN)" userId="3bfd8117-d247-4416-84f8-c693ddb0b51a" providerId="ADAL" clId="{818DA5A0-48F4-4E85-8248-52437E656C31}" dt="2023-09-23T06:20:17.006" v="23375"/>
          <ac:graphicFrameMkLst>
            <pc:docMk/>
            <pc:sldMk cId="3944868411" sldId="1028"/>
            <ac:graphicFrameMk id="360" creationId="{E9F6844C-E9E5-8AAD-5F4F-8BB1125E17F9}"/>
          </ac:graphicFrameMkLst>
        </pc:graphicFrameChg>
        <pc:cxnChg chg="add mod ord">
          <ac:chgData name="Wang, Yang - Gavin (T CED INW-CN)" userId="3bfd8117-d247-4416-84f8-c693ddb0b51a" providerId="ADAL" clId="{818DA5A0-48F4-4E85-8248-52437E656C31}" dt="2023-09-23T06:53:06.102" v="36795"/>
          <ac:cxnSpMkLst>
            <pc:docMk/>
            <pc:sldMk cId="3944868411" sldId="1028"/>
            <ac:cxnSpMk id="263" creationId="{7F44D03C-C926-05A2-CA70-BDC25148B6AC}"/>
          </ac:cxnSpMkLst>
        </pc:cxnChg>
        <pc:cxnChg chg="add del mod ord replST delST">
          <ac:chgData name="Wang, Yang - Gavin (T CED INW-CN)" userId="3bfd8117-d247-4416-84f8-c693ddb0b51a" providerId="ADAL" clId="{818DA5A0-48F4-4E85-8248-52437E656C31}" dt="2023-09-23T06:53:06.102" v="36795"/>
          <ac:cxnSpMkLst>
            <pc:docMk/>
            <pc:sldMk cId="3944868411" sldId="1028"/>
            <ac:cxnSpMk id="287" creationId="{06C80FD1-E879-635E-D8CD-FB8C7E6B30F3}"/>
          </ac:cxnSpMkLst>
        </pc:cxnChg>
        <pc:cxnChg chg="mod ord">
          <ac:chgData name="Wang, Yang - Gavin (T CED INW-CN)" userId="3bfd8117-d247-4416-84f8-c693ddb0b51a" providerId="ADAL" clId="{818DA5A0-48F4-4E85-8248-52437E656C31}" dt="2023-09-23T06:53:06.102" v="36795"/>
          <ac:cxnSpMkLst>
            <pc:docMk/>
            <pc:sldMk cId="3944868411" sldId="1028"/>
            <ac:cxnSpMk id="322" creationId="{CF06F3D0-CDCE-CE3F-E07A-62116D535263}"/>
          </ac:cxnSpMkLst>
        </pc:cxnChg>
        <pc:cxnChg chg="mod ord">
          <ac:chgData name="Wang, Yang - Gavin (T CED INW-CN)" userId="3bfd8117-d247-4416-84f8-c693ddb0b51a" providerId="ADAL" clId="{818DA5A0-48F4-4E85-8248-52437E656C31}" dt="2023-09-23T06:53:06.102" v="36795"/>
          <ac:cxnSpMkLst>
            <pc:docMk/>
            <pc:sldMk cId="3944868411" sldId="1028"/>
            <ac:cxnSpMk id="337" creationId="{8BC21C6C-F2F4-B448-544A-B1A559E2B023}"/>
          </ac:cxnSpMkLst>
        </pc:cxnChg>
      </pc:sldChg>
      <pc:sldChg chg="addSp delSp modSp add mod">
        <pc:chgData name="Wang, Yang - Gavin (T CED INW-CN)" userId="3bfd8117-d247-4416-84f8-c693ddb0b51a" providerId="ADAL" clId="{818DA5A0-48F4-4E85-8248-52437E656C31}" dt="2023-09-23T07:52:01.214" v="41682"/>
        <pc:sldMkLst>
          <pc:docMk/>
          <pc:sldMk cId="3630951009" sldId="1029"/>
        </pc:sldMkLst>
        <pc:spChg chg="mod ord">
          <ac:chgData name="Wang, Yang - Gavin (T CED INW-CN)" userId="3bfd8117-d247-4416-84f8-c693ddb0b51a" providerId="ADAL" clId="{818DA5A0-48F4-4E85-8248-52437E656C31}" dt="2023-09-23T07:52:01.170" v="41607"/>
          <ac:spMkLst>
            <pc:docMk/>
            <pc:sldMk cId="3630951009" sldId="1029"/>
            <ac:spMk id="2" creationId="{973FE4C4-A3A8-B687-1FEF-987F4D2F3B0C}"/>
          </ac:spMkLst>
        </pc:spChg>
        <pc:spChg chg="mod ord">
          <ac:chgData name="Wang, Yang - Gavin (T CED INW-CN)" userId="3bfd8117-d247-4416-84f8-c693ddb0b51a" providerId="ADAL" clId="{818DA5A0-48F4-4E85-8248-52437E656C31}" dt="2023-09-23T07:52:01.171" v="41609"/>
          <ac:spMkLst>
            <pc:docMk/>
            <pc:sldMk cId="3630951009" sldId="1029"/>
            <ac:spMk id="3" creationId="{CA25C496-AAB0-B2A2-9774-34D0B4B0D587}"/>
          </ac:spMkLst>
        </pc:spChg>
        <pc:spChg chg="mod ord">
          <ac:chgData name="Wang, Yang - Gavin (T CED INW-CN)" userId="3bfd8117-d247-4416-84f8-c693ddb0b51a" providerId="ADAL" clId="{818DA5A0-48F4-4E85-8248-52437E656C31}" dt="2023-09-23T07:52:01.171" v="41611"/>
          <ac:spMkLst>
            <pc:docMk/>
            <pc:sldMk cId="3630951009" sldId="1029"/>
            <ac:spMk id="4" creationId="{86B8434C-B227-28C7-B407-C811909B4C1F}"/>
          </ac:spMkLst>
        </pc:spChg>
        <pc:spChg chg="add del mod modVis">
          <ac:chgData name="Wang, Yang - Gavin (T CED INW-CN)" userId="3bfd8117-d247-4416-84f8-c693ddb0b51a" providerId="ADAL" clId="{818DA5A0-48F4-4E85-8248-52437E656C31}" dt="2023-09-23T06:36:56.177" v="24324"/>
          <ac:spMkLst>
            <pc:docMk/>
            <pc:sldMk cId="3630951009" sldId="1029"/>
            <ac:spMk id="5" creationId="{194CD1A0-E5B2-FB93-D5C5-456364F06450}"/>
          </ac:spMkLst>
        </pc:spChg>
        <pc:spChg chg="add del mod modVis">
          <ac:chgData name="Wang, Yang - Gavin (T CED INW-CN)" userId="3bfd8117-d247-4416-84f8-c693ddb0b51a" providerId="ADAL" clId="{818DA5A0-48F4-4E85-8248-52437E656C31}" dt="2023-09-23T06:36:56.744" v="24353"/>
          <ac:spMkLst>
            <pc:docMk/>
            <pc:sldMk cId="3630951009" sldId="1029"/>
            <ac:spMk id="6" creationId="{63DAB77D-3BD0-37B7-8A4F-CB4C40DFBA06}"/>
          </ac:spMkLst>
        </pc:spChg>
        <pc:spChg chg="add del mod modVis">
          <ac:chgData name="Wang, Yang - Gavin (T CED INW-CN)" userId="3bfd8117-d247-4416-84f8-c693ddb0b51a" providerId="ADAL" clId="{818DA5A0-48F4-4E85-8248-52437E656C31}" dt="2023-09-23T06:36:58.627" v="24384"/>
          <ac:spMkLst>
            <pc:docMk/>
            <pc:sldMk cId="3630951009" sldId="1029"/>
            <ac:spMk id="7" creationId="{10B01C92-8C46-BCC7-3BCA-D3170C6C2BAE}"/>
          </ac:spMkLst>
        </pc:spChg>
        <pc:spChg chg="add del mod modVis">
          <ac:chgData name="Wang, Yang - Gavin (T CED INW-CN)" userId="3bfd8117-d247-4416-84f8-c693ddb0b51a" providerId="ADAL" clId="{818DA5A0-48F4-4E85-8248-52437E656C31}" dt="2023-09-23T06:37:00.228" v="24419"/>
          <ac:spMkLst>
            <pc:docMk/>
            <pc:sldMk cId="3630951009" sldId="1029"/>
            <ac:spMk id="8" creationId="{7AAD182B-EF55-B4DB-F142-64C80A5AF21E}"/>
          </ac:spMkLst>
        </pc:spChg>
        <pc:spChg chg="add del mod modVis">
          <ac:chgData name="Wang, Yang - Gavin (T CED INW-CN)" userId="3bfd8117-d247-4416-84f8-c693ddb0b51a" providerId="ADAL" clId="{818DA5A0-48F4-4E85-8248-52437E656C31}" dt="2023-09-23T06:37:01.630" v="24448"/>
          <ac:spMkLst>
            <pc:docMk/>
            <pc:sldMk cId="3630951009" sldId="1029"/>
            <ac:spMk id="9" creationId="{B06A4283-833F-4BA1-7501-2B42A3AD89EB}"/>
          </ac:spMkLst>
        </pc:spChg>
        <pc:spChg chg="add del mod modVis">
          <ac:chgData name="Wang, Yang - Gavin (T CED INW-CN)" userId="3bfd8117-d247-4416-84f8-c693ddb0b51a" providerId="ADAL" clId="{818DA5A0-48F4-4E85-8248-52437E656C31}" dt="2023-09-23T06:37:07.506" v="24483"/>
          <ac:spMkLst>
            <pc:docMk/>
            <pc:sldMk cId="3630951009" sldId="1029"/>
            <ac:spMk id="10" creationId="{EFB7DCF5-3545-897D-7E2F-4E9CE73C8C14}"/>
          </ac:spMkLst>
        </pc:spChg>
        <pc:spChg chg="add del mod modVis">
          <ac:chgData name="Wang, Yang - Gavin (T CED INW-CN)" userId="3bfd8117-d247-4416-84f8-c693ddb0b51a" providerId="ADAL" clId="{818DA5A0-48F4-4E85-8248-52437E656C31}" dt="2023-09-23T06:37:09.961" v="24518"/>
          <ac:spMkLst>
            <pc:docMk/>
            <pc:sldMk cId="3630951009" sldId="1029"/>
            <ac:spMk id="11" creationId="{00F51FBF-0F25-AAEA-C175-CBFDCB80525D}"/>
          </ac:spMkLst>
        </pc:spChg>
        <pc:spChg chg="add del mod modVis">
          <ac:chgData name="Wang, Yang - Gavin (T CED INW-CN)" userId="3bfd8117-d247-4416-84f8-c693ddb0b51a" providerId="ADAL" clId="{818DA5A0-48F4-4E85-8248-52437E656C31}" dt="2023-09-23T06:37:13.194" v="24561"/>
          <ac:spMkLst>
            <pc:docMk/>
            <pc:sldMk cId="3630951009" sldId="1029"/>
            <ac:spMk id="12" creationId="{8B4E37CD-7A57-1AA5-1387-D9CD5BC61D66}"/>
          </ac:spMkLst>
        </pc:spChg>
        <pc:spChg chg="add del mod modVis">
          <ac:chgData name="Wang, Yang - Gavin (T CED INW-CN)" userId="3bfd8117-d247-4416-84f8-c693ddb0b51a" providerId="ADAL" clId="{818DA5A0-48F4-4E85-8248-52437E656C31}" dt="2023-09-23T06:37:13.960" v="24590"/>
          <ac:spMkLst>
            <pc:docMk/>
            <pc:sldMk cId="3630951009" sldId="1029"/>
            <ac:spMk id="13" creationId="{0BD8E576-D619-1E94-D1EE-027CC34B1A77}"/>
          </ac:spMkLst>
        </pc:spChg>
        <pc:spChg chg="add del mod modVis">
          <ac:chgData name="Wang, Yang - Gavin (T CED INW-CN)" userId="3bfd8117-d247-4416-84f8-c693ddb0b51a" providerId="ADAL" clId="{818DA5A0-48F4-4E85-8248-52437E656C31}" dt="2023-09-23T06:39:27.310" v="24824"/>
          <ac:spMkLst>
            <pc:docMk/>
            <pc:sldMk cId="3630951009" sldId="1029"/>
            <ac:spMk id="14" creationId="{AFF3DA15-7545-F06D-AB95-13EBB253015F}"/>
          </ac:spMkLst>
        </pc:spChg>
        <pc:spChg chg="add mod ord">
          <ac:chgData name="Wang, Yang - Gavin (T CED INW-CN)" userId="3bfd8117-d247-4416-84f8-c693ddb0b51a" providerId="ADAL" clId="{818DA5A0-48F4-4E85-8248-52437E656C31}" dt="2023-09-23T07:52:01.197" v="41664"/>
          <ac:spMkLst>
            <pc:docMk/>
            <pc:sldMk cId="3630951009" sldId="1029"/>
            <ac:spMk id="17" creationId="{6D9FFA05-61C2-9363-949E-723986700AEF}"/>
          </ac:spMkLst>
        </pc:spChg>
        <pc:spChg chg="add mod ord">
          <ac:chgData name="Wang, Yang - Gavin (T CED INW-CN)" userId="3bfd8117-d247-4416-84f8-c693ddb0b51a" providerId="ADAL" clId="{818DA5A0-48F4-4E85-8248-52437E656C31}" dt="2023-09-23T07:52:01.197" v="41666"/>
          <ac:spMkLst>
            <pc:docMk/>
            <pc:sldMk cId="3630951009" sldId="1029"/>
            <ac:spMk id="18" creationId="{A5A20A37-183D-3255-0BD3-5DB86ED6E481}"/>
          </ac:spMkLst>
        </pc:spChg>
        <pc:spChg chg="add mod">
          <ac:chgData name="Wang, Yang - Gavin (T CED INW-CN)" userId="3bfd8117-d247-4416-84f8-c693ddb0b51a" providerId="ADAL" clId="{818DA5A0-48F4-4E85-8248-52437E656C31}" dt="2023-09-23T06:39:59.461" v="24830" actId="571"/>
          <ac:spMkLst>
            <pc:docMk/>
            <pc:sldMk cId="3630951009" sldId="1029"/>
            <ac:spMk id="19" creationId="{AB85DE8B-3C34-C6E1-5F95-B9F48AE2A54A}"/>
          </ac:spMkLst>
        </pc:spChg>
        <pc:spChg chg="mod ord">
          <ac:chgData name="Wang, Yang - Gavin (T CED INW-CN)" userId="3bfd8117-d247-4416-84f8-c693ddb0b51a" providerId="ADAL" clId="{818DA5A0-48F4-4E85-8248-52437E656C31}" dt="2023-09-23T07:52:01.197" v="41660"/>
          <ac:spMkLst>
            <pc:docMk/>
            <pc:sldMk cId="3630951009" sldId="1029"/>
            <ac:spMk id="23" creationId="{1AB33B2A-9438-16AE-F86F-244922FC5E33}"/>
          </ac:spMkLst>
        </pc:spChg>
        <pc:spChg chg="mod ord">
          <ac:chgData name="Wang, Yang - Gavin (T CED INW-CN)" userId="3bfd8117-d247-4416-84f8-c693ddb0b51a" providerId="ADAL" clId="{818DA5A0-48F4-4E85-8248-52437E656C31}" dt="2023-09-23T07:52:01.197" v="41662"/>
          <ac:spMkLst>
            <pc:docMk/>
            <pc:sldMk cId="3630951009" sldId="1029"/>
            <ac:spMk id="27" creationId="{CE805477-EC94-BD8C-4A81-75B77B3A5E73}"/>
          </ac:spMkLst>
        </pc:spChg>
        <pc:spChg chg="add mod">
          <ac:chgData name="Wang, Yang - Gavin (T CED INW-CN)" userId="3bfd8117-d247-4416-84f8-c693ddb0b51a" providerId="ADAL" clId="{818DA5A0-48F4-4E85-8248-52437E656C31}" dt="2023-09-23T06:39:59.461" v="24830" actId="571"/>
          <ac:spMkLst>
            <pc:docMk/>
            <pc:sldMk cId="3630951009" sldId="1029"/>
            <ac:spMk id="31" creationId="{4381E192-8B94-8DAF-A096-EE3D89D10ECA}"/>
          </ac:spMkLst>
        </pc:spChg>
        <pc:spChg chg="add del mod modVis">
          <ac:chgData name="Wang, Yang - Gavin (T CED INW-CN)" userId="3bfd8117-d247-4416-84f8-c693ddb0b51a" providerId="ADAL" clId="{818DA5A0-48F4-4E85-8248-52437E656C31}" dt="2023-09-23T06:42:41.361" v="28043"/>
          <ac:spMkLst>
            <pc:docMk/>
            <pc:sldMk cId="3630951009" sldId="1029"/>
            <ac:spMk id="65" creationId="{5DC9E4C8-C5AC-5D78-F8D1-A955CD8C3DF9}"/>
          </ac:spMkLst>
        </pc:spChg>
        <pc:spChg chg="add del mod modVis">
          <ac:chgData name="Wang, Yang - Gavin (T CED INW-CN)" userId="3bfd8117-d247-4416-84f8-c693ddb0b51a" providerId="ADAL" clId="{818DA5A0-48F4-4E85-8248-52437E656C31}" dt="2023-09-23T06:43:29.033" v="28185"/>
          <ac:spMkLst>
            <pc:docMk/>
            <pc:sldMk cId="3630951009" sldId="1029"/>
            <ac:spMk id="67" creationId="{5F350EFB-4F19-D4DF-151A-711C8092625B}"/>
          </ac:spMkLst>
        </pc:spChg>
        <pc:spChg chg="add del mod modVis">
          <ac:chgData name="Wang, Yang - Gavin (T CED INW-CN)" userId="3bfd8117-d247-4416-84f8-c693ddb0b51a" providerId="ADAL" clId="{818DA5A0-48F4-4E85-8248-52437E656C31}" dt="2023-09-23T06:43:32.068" v="28327"/>
          <ac:spMkLst>
            <pc:docMk/>
            <pc:sldMk cId="3630951009" sldId="1029"/>
            <ac:spMk id="69" creationId="{C598612A-4CBB-A673-0C57-8C7ED0F2588C}"/>
          </ac:spMkLst>
        </pc:spChg>
        <pc:spChg chg="add del mod modVis">
          <ac:chgData name="Wang, Yang - Gavin (T CED INW-CN)" userId="3bfd8117-d247-4416-84f8-c693ddb0b51a" providerId="ADAL" clId="{818DA5A0-48F4-4E85-8248-52437E656C31}" dt="2023-09-23T06:43:36.483" v="28521"/>
          <ac:spMkLst>
            <pc:docMk/>
            <pc:sldMk cId="3630951009" sldId="1029"/>
            <ac:spMk id="71" creationId="{09ED8FA4-2C7C-0AED-AB99-01E9823D0194}"/>
          </ac:spMkLst>
        </pc:spChg>
        <pc:spChg chg="add del mod modVis">
          <ac:chgData name="Wang, Yang - Gavin (T CED INW-CN)" userId="3bfd8117-d247-4416-84f8-c693ddb0b51a" providerId="ADAL" clId="{818DA5A0-48F4-4E85-8248-52437E656C31}" dt="2023-09-23T06:43:40.550" v="28729"/>
          <ac:spMkLst>
            <pc:docMk/>
            <pc:sldMk cId="3630951009" sldId="1029"/>
            <ac:spMk id="73" creationId="{34CFCC1F-5232-E925-35A8-35AD2E98BAA3}"/>
          </ac:spMkLst>
        </pc:spChg>
        <pc:spChg chg="add del mod modVis">
          <ac:chgData name="Wang, Yang - Gavin (T CED INW-CN)" userId="3bfd8117-d247-4416-84f8-c693ddb0b51a" providerId="ADAL" clId="{818DA5A0-48F4-4E85-8248-52437E656C31}" dt="2023-09-23T06:43:43.317" v="28840"/>
          <ac:spMkLst>
            <pc:docMk/>
            <pc:sldMk cId="3630951009" sldId="1029"/>
            <ac:spMk id="75" creationId="{7065E722-9AEA-D3E3-66AC-BF130B74CAEB}"/>
          </ac:spMkLst>
        </pc:spChg>
        <pc:spChg chg="add del mod modVis">
          <ac:chgData name="Wang, Yang - Gavin (T CED INW-CN)" userId="3bfd8117-d247-4416-84f8-c693ddb0b51a" providerId="ADAL" clId="{818DA5A0-48F4-4E85-8248-52437E656C31}" dt="2023-09-23T06:43:51.267" v="28975"/>
          <ac:spMkLst>
            <pc:docMk/>
            <pc:sldMk cId="3630951009" sldId="1029"/>
            <ac:spMk id="77" creationId="{E0911782-E948-9AF5-C1E1-5053C710F3F5}"/>
          </ac:spMkLst>
        </pc:spChg>
        <pc:spChg chg="add del mod modVis">
          <ac:chgData name="Wang, Yang - Gavin (T CED INW-CN)" userId="3bfd8117-d247-4416-84f8-c693ddb0b51a" providerId="ADAL" clId="{818DA5A0-48F4-4E85-8248-52437E656C31}" dt="2023-09-23T06:44:48.655" v="29087"/>
          <ac:spMkLst>
            <pc:docMk/>
            <pc:sldMk cId="3630951009" sldId="1029"/>
            <ac:spMk id="81" creationId="{9FC10503-25B3-0942-52F8-39C04E1FC841}"/>
          </ac:spMkLst>
        </pc:spChg>
        <pc:spChg chg="add del mod modVis">
          <ac:chgData name="Wang, Yang - Gavin (T CED INW-CN)" userId="3bfd8117-d247-4416-84f8-c693ddb0b51a" providerId="ADAL" clId="{818DA5A0-48F4-4E85-8248-52437E656C31}" dt="2023-09-23T06:44:55.436" v="29194"/>
          <ac:spMkLst>
            <pc:docMk/>
            <pc:sldMk cId="3630951009" sldId="1029"/>
            <ac:spMk id="84" creationId="{D92C88A1-4BDF-E705-495E-C230523E86C3}"/>
          </ac:spMkLst>
        </pc:spChg>
        <pc:spChg chg="add del mod modVis">
          <ac:chgData name="Wang, Yang - Gavin (T CED INW-CN)" userId="3bfd8117-d247-4416-84f8-c693ddb0b51a" providerId="ADAL" clId="{818DA5A0-48F4-4E85-8248-52437E656C31}" dt="2023-09-23T06:45:08.053" v="29301"/>
          <ac:spMkLst>
            <pc:docMk/>
            <pc:sldMk cId="3630951009" sldId="1029"/>
            <ac:spMk id="86" creationId="{8CAE8FB4-0EC9-FEFB-CBD1-9D0B6A0A1A0E}"/>
          </ac:spMkLst>
        </pc:spChg>
        <pc:spChg chg="add del mod modVis">
          <ac:chgData name="Wang, Yang - Gavin (T CED INW-CN)" userId="3bfd8117-d247-4416-84f8-c693ddb0b51a" providerId="ADAL" clId="{818DA5A0-48F4-4E85-8248-52437E656C31}" dt="2023-09-23T06:45:44.404" v="29414"/>
          <ac:spMkLst>
            <pc:docMk/>
            <pc:sldMk cId="3630951009" sldId="1029"/>
            <ac:spMk id="89" creationId="{DB07A60A-0D68-5785-6D5B-601BC06D0BA3}"/>
          </ac:spMkLst>
        </pc:spChg>
        <pc:spChg chg="add del mod modVis">
          <ac:chgData name="Wang, Yang - Gavin (T CED INW-CN)" userId="3bfd8117-d247-4416-84f8-c693ddb0b51a" providerId="ADAL" clId="{818DA5A0-48F4-4E85-8248-52437E656C31}" dt="2023-09-23T06:45:51.863" v="29523"/>
          <ac:spMkLst>
            <pc:docMk/>
            <pc:sldMk cId="3630951009" sldId="1029"/>
            <ac:spMk id="91" creationId="{64BD7DA2-3CE3-DF7F-95B4-4C132403C549}"/>
          </ac:spMkLst>
        </pc:spChg>
        <pc:spChg chg="add del mod modVis">
          <ac:chgData name="Wang, Yang - Gavin (T CED INW-CN)" userId="3bfd8117-d247-4416-84f8-c693ddb0b51a" providerId="ADAL" clId="{818DA5A0-48F4-4E85-8248-52437E656C31}" dt="2023-09-23T06:45:56.356" v="29632"/>
          <ac:spMkLst>
            <pc:docMk/>
            <pc:sldMk cId="3630951009" sldId="1029"/>
            <ac:spMk id="93" creationId="{F7AD125C-EEBF-6620-1487-5CE0F393A54B}"/>
          </ac:spMkLst>
        </pc:spChg>
        <pc:spChg chg="add del mod modVis">
          <ac:chgData name="Wang, Yang - Gavin (T CED INW-CN)" userId="3bfd8117-d247-4416-84f8-c693ddb0b51a" providerId="ADAL" clId="{818DA5A0-48F4-4E85-8248-52437E656C31}" dt="2023-09-23T06:46:00.843" v="29741"/>
          <ac:spMkLst>
            <pc:docMk/>
            <pc:sldMk cId="3630951009" sldId="1029"/>
            <ac:spMk id="95" creationId="{EDBF7D92-0665-AA9D-4FB2-D417E06FE005}"/>
          </ac:spMkLst>
        </pc:spChg>
        <pc:spChg chg="add mod">
          <ac:chgData name="Wang, Yang - Gavin (T CED INW-CN)" userId="3bfd8117-d247-4416-84f8-c693ddb0b51a" providerId="ADAL" clId="{818DA5A0-48F4-4E85-8248-52437E656C31}" dt="2023-09-23T06:39:59.461" v="24830" actId="571"/>
          <ac:spMkLst>
            <pc:docMk/>
            <pc:sldMk cId="3630951009" sldId="1029"/>
            <ac:spMk id="256" creationId="{2529D713-47D6-A5A5-DF3E-03C5A63B9005}"/>
          </ac:spMkLst>
        </pc:spChg>
        <pc:spChg chg="add mod">
          <ac:chgData name="Wang, Yang - Gavin (T CED INW-CN)" userId="3bfd8117-d247-4416-84f8-c693ddb0b51a" providerId="ADAL" clId="{818DA5A0-48F4-4E85-8248-52437E656C31}" dt="2023-09-23T06:39:59.461" v="24830" actId="571"/>
          <ac:spMkLst>
            <pc:docMk/>
            <pc:sldMk cId="3630951009" sldId="1029"/>
            <ac:spMk id="257" creationId="{6A84DB89-79D8-E1F6-B760-505B4B8ACDC7}"/>
          </ac:spMkLst>
        </pc:spChg>
        <pc:spChg chg="add mod">
          <ac:chgData name="Wang, Yang - Gavin (T CED INW-CN)" userId="3bfd8117-d247-4416-84f8-c693ddb0b51a" providerId="ADAL" clId="{818DA5A0-48F4-4E85-8248-52437E656C31}" dt="2023-09-23T06:39:59.461" v="24830" actId="571"/>
          <ac:spMkLst>
            <pc:docMk/>
            <pc:sldMk cId="3630951009" sldId="1029"/>
            <ac:spMk id="258" creationId="{C83DB427-DEAB-6C96-C2C9-44701F82DEA0}"/>
          </ac:spMkLst>
        </pc:spChg>
        <pc:spChg chg="add mod">
          <ac:chgData name="Wang, Yang - Gavin (T CED INW-CN)" userId="3bfd8117-d247-4416-84f8-c693ddb0b51a" providerId="ADAL" clId="{818DA5A0-48F4-4E85-8248-52437E656C31}" dt="2023-09-23T06:39:59.461" v="24830" actId="571"/>
          <ac:spMkLst>
            <pc:docMk/>
            <pc:sldMk cId="3630951009" sldId="1029"/>
            <ac:spMk id="262" creationId="{3052B213-6C21-C28F-A151-4DCB51EFD40B}"/>
          </ac:spMkLst>
        </pc:spChg>
        <pc:spChg chg="add del mod modVis">
          <ac:chgData name="Wang, Yang - Gavin (T CED INW-CN)" userId="3bfd8117-d247-4416-84f8-c693ddb0b51a" providerId="ADAL" clId="{818DA5A0-48F4-4E85-8248-52437E656C31}" dt="2023-09-23T06:42:21.248" v="27398"/>
          <ac:spMkLst>
            <pc:docMk/>
            <pc:sldMk cId="3630951009" sldId="1029"/>
            <ac:spMk id="264" creationId="{DA3D07E5-9D77-AE22-EEF7-074AF468AE9E}"/>
          </ac:spMkLst>
        </pc:spChg>
        <pc:spChg chg="add del mod modVis">
          <ac:chgData name="Wang, Yang - Gavin (T CED INW-CN)" userId="3bfd8117-d247-4416-84f8-c693ddb0b51a" providerId="ADAL" clId="{818DA5A0-48F4-4E85-8248-52437E656C31}" dt="2023-09-23T06:42:19.931" v="27323"/>
          <ac:spMkLst>
            <pc:docMk/>
            <pc:sldMk cId="3630951009" sldId="1029"/>
            <ac:spMk id="266" creationId="{6330D0B1-3FAA-6FE5-7E07-3557876DCB4F}"/>
          </ac:spMkLst>
        </pc:spChg>
        <pc:spChg chg="add del mod modVis">
          <ac:chgData name="Wang, Yang - Gavin (T CED INW-CN)" userId="3bfd8117-d247-4416-84f8-c693ddb0b51a" providerId="ADAL" clId="{818DA5A0-48F4-4E85-8248-52437E656C31}" dt="2023-09-23T06:42:16.133" v="27247"/>
          <ac:spMkLst>
            <pc:docMk/>
            <pc:sldMk cId="3630951009" sldId="1029"/>
            <ac:spMk id="268" creationId="{28841314-7F9D-941C-76A9-E975B561EB46}"/>
          </ac:spMkLst>
        </pc:spChg>
        <pc:spChg chg="add del mod modVis">
          <ac:chgData name="Wang, Yang - Gavin (T CED INW-CN)" userId="3bfd8117-d247-4416-84f8-c693ddb0b51a" providerId="ADAL" clId="{818DA5A0-48F4-4E85-8248-52437E656C31}" dt="2023-09-23T06:42:15.046" v="27171"/>
          <ac:spMkLst>
            <pc:docMk/>
            <pc:sldMk cId="3630951009" sldId="1029"/>
            <ac:spMk id="270" creationId="{12E6DA4F-585B-5B3C-AECF-AAF30559A762}"/>
          </ac:spMkLst>
        </pc:spChg>
        <pc:spChg chg="add del mod modVis">
          <ac:chgData name="Wang, Yang - Gavin (T CED INW-CN)" userId="3bfd8117-d247-4416-84f8-c693ddb0b51a" providerId="ADAL" clId="{818DA5A0-48F4-4E85-8248-52437E656C31}" dt="2023-09-23T06:42:14.024" v="27095"/>
          <ac:spMkLst>
            <pc:docMk/>
            <pc:sldMk cId="3630951009" sldId="1029"/>
            <ac:spMk id="272" creationId="{9326F2F3-2844-2DD0-D307-B91994E46528}"/>
          </ac:spMkLst>
        </pc:spChg>
        <pc:spChg chg="mod ord">
          <ac:chgData name="Wang, Yang - Gavin (T CED INW-CN)" userId="3bfd8117-d247-4416-84f8-c693ddb0b51a" providerId="ADAL" clId="{818DA5A0-48F4-4E85-8248-52437E656C31}" dt="2023-09-23T07:52:01.171" v="41613"/>
          <ac:spMkLst>
            <pc:docMk/>
            <pc:sldMk cId="3630951009" sldId="1029"/>
            <ac:spMk id="273" creationId="{407B1EE3-E8B8-6FAF-6791-666E312F7BA4}"/>
          </ac:spMkLst>
        </pc:spChg>
        <pc:spChg chg="mod ord">
          <ac:chgData name="Wang, Yang - Gavin (T CED INW-CN)" userId="3bfd8117-d247-4416-84f8-c693ddb0b51a" providerId="ADAL" clId="{818DA5A0-48F4-4E85-8248-52437E656C31}" dt="2023-09-23T07:52:01.171" v="41615"/>
          <ac:spMkLst>
            <pc:docMk/>
            <pc:sldMk cId="3630951009" sldId="1029"/>
            <ac:spMk id="274" creationId="{87467FB0-3115-CA65-46A7-4467B8971F5B}"/>
          </ac:spMkLst>
        </pc:spChg>
        <pc:spChg chg="mod ord">
          <ac:chgData name="Wang, Yang - Gavin (T CED INW-CN)" userId="3bfd8117-d247-4416-84f8-c693ddb0b51a" providerId="ADAL" clId="{818DA5A0-48F4-4E85-8248-52437E656C31}" dt="2023-09-23T07:52:01.174" v="41617"/>
          <ac:spMkLst>
            <pc:docMk/>
            <pc:sldMk cId="3630951009" sldId="1029"/>
            <ac:spMk id="275" creationId="{A56D49CD-0D59-C9A3-CC37-B5D01631CFD7}"/>
          </ac:spMkLst>
        </pc:spChg>
        <pc:spChg chg="del mod ord">
          <ac:chgData name="Wang, Yang - Gavin (T CED INW-CN)" userId="3bfd8117-d247-4416-84f8-c693ddb0b51a" providerId="ADAL" clId="{818DA5A0-48F4-4E85-8248-52437E656C31}" dt="2023-09-23T06:40:50.788" v="24851" actId="478"/>
          <ac:spMkLst>
            <pc:docMk/>
            <pc:sldMk cId="3630951009" sldId="1029"/>
            <ac:spMk id="277" creationId="{53C5A160-5BD7-FEFC-1513-5472F2BA20E6}"/>
          </ac:spMkLst>
        </pc:spChg>
        <pc:spChg chg="add del mod modVis">
          <ac:chgData name="Wang, Yang - Gavin (T CED INW-CN)" userId="3bfd8117-d247-4416-84f8-c693ddb0b51a" providerId="ADAL" clId="{818DA5A0-48F4-4E85-8248-52437E656C31}" dt="2023-09-23T06:42:13.648" v="27019"/>
          <ac:spMkLst>
            <pc:docMk/>
            <pc:sldMk cId="3630951009" sldId="1029"/>
            <ac:spMk id="278" creationId="{76A7C178-4593-1753-141C-3DD28256B038}"/>
          </ac:spMkLst>
        </pc:spChg>
        <pc:spChg chg="del mod ord">
          <ac:chgData name="Wang, Yang - Gavin (T CED INW-CN)" userId="3bfd8117-d247-4416-84f8-c693ddb0b51a" providerId="ADAL" clId="{818DA5A0-48F4-4E85-8248-52437E656C31}" dt="2023-09-23T06:40:50.788" v="24851" actId="478"/>
          <ac:spMkLst>
            <pc:docMk/>
            <pc:sldMk cId="3630951009" sldId="1029"/>
            <ac:spMk id="279" creationId="{2A161D61-2A4A-5B7E-164A-A7C726B39681}"/>
          </ac:spMkLst>
        </pc:spChg>
        <pc:spChg chg="add del mod modVis">
          <ac:chgData name="Wang, Yang - Gavin (T CED INW-CN)" userId="3bfd8117-d247-4416-84f8-c693ddb0b51a" providerId="ADAL" clId="{818DA5A0-48F4-4E85-8248-52437E656C31}" dt="2023-09-23T06:42:12.864" v="26945"/>
          <ac:spMkLst>
            <pc:docMk/>
            <pc:sldMk cId="3630951009" sldId="1029"/>
            <ac:spMk id="281" creationId="{061ED055-9074-0257-A703-FAACA72CCB5F}"/>
          </ac:spMkLst>
        </pc:spChg>
        <pc:spChg chg="add del mod modVis">
          <ac:chgData name="Wang, Yang - Gavin (T CED INW-CN)" userId="3bfd8117-d247-4416-84f8-c693ddb0b51a" providerId="ADAL" clId="{818DA5A0-48F4-4E85-8248-52437E656C31}" dt="2023-09-23T06:42:29.297" v="27587"/>
          <ac:spMkLst>
            <pc:docMk/>
            <pc:sldMk cId="3630951009" sldId="1029"/>
            <ac:spMk id="283" creationId="{A4A83CDA-E659-7013-94DC-13C44BBC50F6}"/>
          </ac:spMkLst>
        </pc:spChg>
        <pc:spChg chg="add del mod modVis">
          <ac:chgData name="Wang, Yang - Gavin (T CED INW-CN)" userId="3bfd8117-d247-4416-84f8-c693ddb0b51a" providerId="ADAL" clId="{818DA5A0-48F4-4E85-8248-52437E656C31}" dt="2023-09-23T06:42:33.902" v="27730"/>
          <ac:spMkLst>
            <pc:docMk/>
            <pc:sldMk cId="3630951009" sldId="1029"/>
            <ac:spMk id="285" creationId="{DC4CD893-8F63-ED25-390F-CE0F505450CA}"/>
          </ac:spMkLst>
        </pc:spChg>
        <pc:spChg chg="add del mod modVis">
          <ac:chgData name="Wang, Yang - Gavin (T CED INW-CN)" userId="3bfd8117-d247-4416-84f8-c693ddb0b51a" providerId="ADAL" clId="{818DA5A0-48F4-4E85-8248-52437E656C31}" dt="2023-09-23T06:42:36.398" v="27874"/>
          <ac:spMkLst>
            <pc:docMk/>
            <pc:sldMk cId="3630951009" sldId="1029"/>
            <ac:spMk id="287" creationId="{9D5B5CD0-D333-F1B8-92B2-9BDB46C3B0C3}"/>
          </ac:spMkLst>
        </pc:spChg>
        <pc:spChg chg="add del mod modVis">
          <ac:chgData name="Wang, Yang - Gavin (T CED INW-CN)" userId="3bfd8117-d247-4416-84f8-c693ddb0b51a" providerId="ADAL" clId="{818DA5A0-48F4-4E85-8248-52437E656C31}" dt="2023-09-23T06:46:05.254" v="29850"/>
          <ac:spMkLst>
            <pc:docMk/>
            <pc:sldMk cId="3630951009" sldId="1029"/>
            <ac:spMk id="289" creationId="{E7388C75-828D-AB2C-92C6-5B51C64979A2}"/>
          </ac:spMkLst>
        </pc:spChg>
        <pc:spChg chg="add del mod modVis">
          <ac:chgData name="Wang, Yang - Gavin (T CED INW-CN)" userId="3bfd8117-d247-4416-84f8-c693ddb0b51a" providerId="ADAL" clId="{818DA5A0-48F4-4E85-8248-52437E656C31}" dt="2023-09-23T06:46:12.354" v="29959"/>
          <ac:spMkLst>
            <pc:docMk/>
            <pc:sldMk cId="3630951009" sldId="1029"/>
            <ac:spMk id="291" creationId="{94FCB5C1-F4D5-8F72-CC55-772AE6B7E791}"/>
          </ac:spMkLst>
        </pc:spChg>
        <pc:spChg chg="add del mod modVis">
          <ac:chgData name="Wang, Yang - Gavin (T CED INW-CN)" userId="3bfd8117-d247-4416-84f8-c693ddb0b51a" providerId="ADAL" clId="{818DA5A0-48F4-4E85-8248-52437E656C31}" dt="2023-09-23T06:46:16.155" v="30068"/>
          <ac:spMkLst>
            <pc:docMk/>
            <pc:sldMk cId="3630951009" sldId="1029"/>
            <ac:spMk id="293" creationId="{5D70F725-E5C4-66CE-EBE5-B079A5B74F6A}"/>
          </ac:spMkLst>
        </pc:spChg>
        <pc:spChg chg="add del mod modVis">
          <ac:chgData name="Wang, Yang - Gavin (T CED INW-CN)" userId="3bfd8117-d247-4416-84f8-c693ddb0b51a" providerId="ADAL" clId="{818DA5A0-48F4-4E85-8248-52437E656C31}" dt="2023-09-23T06:46:23.638" v="30177"/>
          <ac:spMkLst>
            <pc:docMk/>
            <pc:sldMk cId="3630951009" sldId="1029"/>
            <ac:spMk id="295" creationId="{FE5768DE-F615-E9D0-B9C8-7C604C4FF2C0}"/>
          </ac:spMkLst>
        </pc:spChg>
        <pc:spChg chg="add del mod modVis">
          <ac:chgData name="Wang, Yang - Gavin (T CED INW-CN)" userId="3bfd8117-d247-4416-84f8-c693ddb0b51a" providerId="ADAL" clId="{818DA5A0-48F4-4E85-8248-52437E656C31}" dt="2023-09-23T06:46:27.444" v="30286"/>
          <ac:spMkLst>
            <pc:docMk/>
            <pc:sldMk cId="3630951009" sldId="1029"/>
            <ac:spMk id="297" creationId="{A348185C-24BD-A644-EF56-54A2981DF29B}"/>
          </ac:spMkLst>
        </pc:spChg>
        <pc:spChg chg="add del mod modVis">
          <ac:chgData name="Wang, Yang - Gavin (T CED INW-CN)" userId="3bfd8117-d247-4416-84f8-c693ddb0b51a" providerId="ADAL" clId="{818DA5A0-48F4-4E85-8248-52437E656C31}" dt="2023-09-23T06:46:30.802" v="30395"/>
          <ac:spMkLst>
            <pc:docMk/>
            <pc:sldMk cId="3630951009" sldId="1029"/>
            <ac:spMk id="299" creationId="{70119C3D-0BA4-8BD3-4B80-CA1F604746ED}"/>
          </ac:spMkLst>
        </pc:spChg>
        <pc:spChg chg="add del mod modVis">
          <ac:chgData name="Wang, Yang - Gavin (T CED INW-CN)" userId="3bfd8117-d247-4416-84f8-c693ddb0b51a" providerId="ADAL" clId="{818DA5A0-48F4-4E85-8248-52437E656C31}" dt="2023-09-23T06:46:36.251" v="30504"/>
          <ac:spMkLst>
            <pc:docMk/>
            <pc:sldMk cId="3630951009" sldId="1029"/>
            <ac:spMk id="301" creationId="{B82A4337-556D-C471-9595-5003642A89AD}"/>
          </ac:spMkLst>
        </pc:spChg>
        <pc:spChg chg="add del mod modVis">
          <ac:chgData name="Wang, Yang - Gavin (T CED INW-CN)" userId="3bfd8117-d247-4416-84f8-c693ddb0b51a" providerId="ADAL" clId="{818DA5A0-48F4-4E85-8248-52437E656C31}" dt="2023-09-23T06:46:39.955" v="30613"/>
          <ac:spMkLst>
            <pc:docMk/>
            <pc:sldMk cId="3630951009" sldId="1029"/>
            <ac:spMk id="303" creationId="{C636EE0D-2F37-CD91-EB57-0D8B088BE116}"/>
          </ac:spMkLst>
        </pc:spChg>
        <pc:spChg chg="add del mod modVis">
          <ac:chgData name="Wang, Yang - Gavin (T CED INW-CN)" userId="3bfd8117-d247-4416-84f8-c693ddb0b51a" providerId="ADAL" clId="{818DA5A0-48F4-4E85-8248-52437E656C31}" dt="2023-09-23T06:46:44.474" v="30722"/>
          <ac:spMkLst>
            <pc:docMk/>
            <pc:sldMk cId="3630951009" sldId="1029"/>
            <ac:spMk id="305" creationId="{5EAD39BE-2DDB-7FDF-469E-690661A208D2}"/>
          </ac:spMkLst>
        </pc:spChg>
        <pc:spChg chg="add del mod modVis">
          <ac:chgData name="Wang, Yang - Gavin (T CED INW-CN)" userId="3bfd8117-d247-4416-84f8-c693ddb0b51a" providerId="ADAL" clId="{818DA5A0-48F4-4E85-8248-52437E656C31}" dt="2023-09-23T06:46:48.510" v="30831"/>
          <ac:spMkLst>
            <pc:docMk/>
            <pc:sldMk cId="3630951009" sldId="1029"/>
            <ac:spMk id="307" creationId="{31FE82C5-5826-EFB6-02FC-2C68BD6DABF5}"/>
          </ac:spMkLst>
        </pc:spChg>
        <pc:spChg chg="add del mod modVis">
          <ac:chgData name="Wang, Yang - Gavin (T CED INW-CN)" userId="3bfd8117-d247-4416-84f8-c693ddb0b51a" providerId="ADAL" clId="{818DA5A0-48F4-4E85-8248-52437E656C31}" dt="2023-09-23T06:46:56.339" v="30940"/>
          <ac:spMkLst>
            <pc:docMk/>
            <pc:sldMk cId="3630951009" sldId="1029"/>
            <ac:spMk id="309" creationId="{431BC755-7BA3-4C87-4A87-28FC8AC1CDCD}"/>
          </ac:spMkLst>
        </pc:spChg>
        <pc:spChg chg="add mod ord">
          <ac:chgData name="Wang, Yang - Gavin (T CED INW-CN)" userId="3bfd8117-d247-4416-84f8-c693ddb0b51a" providerId="ADAL" clId="{818DA5A0-48F4-4E85-8248-52437E656C31}" dt="2023-09-23T07:52:01.197" v="41670"/>
          <ac:spMkLst>
            <pc:docMk/>
            <pc:sldMk cId="3630951009" sldId="1029"/>
            <ac:spMk id="311" creationId="{FF5AFC6A-582D-4FA8-CF48-596E5FAF4F99}"/>
          </ac:spMkLst>
        </pc:spChg>
        <pc:spChg chg="add mod modVis">
          <ac:chgData name="Wang, Yang - Gavin (T CED INW-CN)" userId="3bfd8117-d247-4416-84f8-c693ddb0b51a" providerId="ADAL" clId="{818DA5A0-48F4-4E85-8248-52437E656C31}" dt="2023-09-23T06:57:12.944" v="41329"/>
          <ac:spMkLst>
            <pc:docMk/>
            <pc:sldMk cId="3630951009" sldId="1029"/>
            <ac:spMk id="312" creationId="{FF3D760E-5B05-D8D5-22B4-FAF406CFCB03}"/>
          </ac:spMkLst>
        </pc:spChg>
        <pc:spChg chg="add mod modVis">
          <ac:chgData name="Wang, Yang - Gavin (T CED INW-CN)" userId="3bfd8117-d247-4416-84f8-c693ddb0b51a" providerId="ADAL" clId="{818DA5A0-48F4-4E85-8248-52437E656C31}" dt="2023-09-23T06:57:12.944" v="41329"/>
          <ac:spMkLst>
            <pc:docMk/>
            <pc:sldMk cId="3630951009" sldId="1029"/>
            <ac:spMk id="313" creationId="{825AD67C-13A6-FB99-668A-B42665DA0CF5}"/>
          </ac:spMkLst>
        </pc:spChg>
        <pc:spChg chg="add mod modVis">
          <ac:chgData name="Wang, Yang - Gavin (T CED INW-CN)" userId="3bfd8117-d247-4416-84f8-c693ddb0b51a" providerId="ADAL" clId="{818DA5A0-48F4-4E85-8248-52437E656C31}" dt="2023-09-23T06:57:12.944" v="41329"/>
          <ac:spMkLst>
            <pc:docMk/>
            <pc:sldMk cId="3630951009" sldId="1029"/>
            <ac:spMk id="314" creationId="{EA38D5AD-918F-E380-40C8-9785E7E0636E}"/>
          </ac:spMkLst>
        </pc:spChg>
        <pc:spChg chg="add mod modVis">
          <ac:chgData name="Wang, Yang - Gavin (T CED INW-CN)" userId="3bfd8117-d247-4416-84f8-c693ddb0b51a" providerId="ADAL" clId="{818DA5A0-48F4-4E85-8248-52437E656C31}" dt="2023-09-23T06:57:12.944" v="41329"/>
          <ac:spMkLst>
            <pc:docMk/>
            <pc:sldMk cId="3630951009" sldId="1029"/>
            <ac:spMk id="315" creationId="{EC566B00-4C08-2343-F13A-91026FECCE65}"/>
          </ac:spMkLst>
        </pc:spChg>
        <pc:spChg chg="add mod modVis">
          <ac:chgData name="Wang, Yang - Gavin (T CED INW-CN)" userId="3bfd8117-d247-4416-84f8-c693ddb0b51a" providerId="ADAL" clId="{818DA5A0-48F4-4E85-8248-52437E656C31}" dt="2023-09-23T06:57:12.944" v="41329"/>
          <ac:spMkLst>
            <pc:docMk/>
            <pc:sldMk cId="3630951009" sldId="1029"/>
            <ac:spMk id="316" creationId="{C89EEF13-EB99-9ECE-44AA-27E86455ED3B}"/>
          </ac:spMkLst>
        </pc:spChg>
        <pc:spChg chg="add mod modVis">
          <ac:chgData name="Wang, Yang - Gavin (T CED INW-CN)" userId="3bfd8117-d247-4416-84f8-c693ddb0b51a" providerId="ADAL" clId="{818DA5A0-48F4-4E85-8248-52437E656C31}" dt="2023-09-23T06:57:12.944" v="41329"/>
          <ac:spMkLst>
            <pc:docMk/>
            <pc:sldMk cId="3630951009" sldId="1029"/>
            <ac:spMk id="317" creationId="{2EBB81D7-C7E6-086B-4B55-5EFF8462028B}"/>
          </ac:spMkLst>
        </pc:spChg>
        <pc:spChg chg="mod ord">
          <ac:chgData name="Wang, Yang - Gavin (T CED INW-CN)" userId="3bfd8117-d247-4416-84f8-c693ddb0b51a" providerId="ADAL" clId="{818DA5A0-48F4-4E85-8248-52437E656C31}" dt="2023-09-23T07:52:01.175" v="41619"/>
          <ac:spMkLst>
            <pc:docMk/>
            <pc:sldMk cId="3630951009" sldId="1029"/>
            <ac:spMk id="318" creationId="{DF5F6105-D7CA-11D4-4976-182EB4468F2A}"/>
          </ac:spMkLst>
        </pc:spChg>
        <pc:spChg chg="mod ord">
          <ac:chgData name="Wang, Yang - Gavin (T CED INW-CN)" userId="3bfd8117-d247-4416-84f8-c693ddb0b51a" providerId="ADAL" clId="{818DA5A0-48F4-4E85-8248-52437E656C31}" dt="2023-09-23T07:52:01.176" v="41621"/>
          <ac:spMkLst>
            <pc:docMk/>
            <pc:sldMk cId="3630951009" sldId="1029"/>
            <ac:spMk id="319" creationId="{92AF5D90-285C-FEA8-4B21-AEDADC811C34}"/>
          </ac:spMkLst>
        </pc:spChg>
        <pc:spChg chg="add mod modVis">
          <ac:chgData name="Wang, Yang - Gavin (T CED INW-CN)" userId="3bfd8117-d247-4416-84f8-c693ddb0b51a" providerId="ADAL" clId="{818DA5A0-48F4-4E85-8248-52437E656C31}" dt="2023-09-23T06:57:12.944" v="41329"/>
          <ac:spMkLst>
            <pc:docMk/>
            <pc:sldMk cId="3630951009" sldId="1029"/>
            <ac:spMk id="320" creationId="{CCF83F57-B5BD-6C05-0B17-77DA9E522E4A}"/>
          </ac:spMkLst>
        </pc:spChg>
        <pc:spChg chg="add del mod ord">
          <ac:chgData name="Wang, Yang - Gavin (T CED INW-CN)" userId="3bfd8117-d247-4416-84f8-c693ddb0b51a" providerId="ADAL" clId="{818DA5A0-48F4-4E85-8248-52437E656C31}" dt="2023-09-23T07:52:01.186" v="41634"/>
          <ac:spMkLst>
            <pc:docMk/>
            <pc:sldMk cId="3630951009" sldId="1029"/>
            <ac:spMk id="321" creationId="{02F6ADD0-CACE-485F-7AD1-B4C5D8321189}"/>
          </ac:spMkLst>
        </pc:spChg>
        <pc:spChg chg="del mod">
          <ac:chgData name="Wang, Yang - Gavin (T CED INW-CN)" userId="3bfd8117-d247-4416-84f8-c693ddb0b51a" providerId="ADAL" clId="{818DA5A0-48F4-4E85-8248-52437E656C31}" dt="2023-09-23T06:43:40.464" v="28658"/>
          <ac:spMkLst>
            <pc:docMk/>
            <pc:sldMk cId="3630951009" sldId="1029"/>
            <ac:spMk id="323" creationId="{3C6AEECB-BC57-121D-B72E-ED80B410D207}"/>
          </ac:spMkLst>
        </pc:spChg>
        <pc:spChg chg="del mod">
          <ac:chgData name="Wang, Yang - Gavin (T CED INW-CN)" userId="3bfd8117-d247-4416-84f8-c693ddb0b51a" providerId="ADAL" clId="{818DA5A0-48F4-4E85-8248-52437E656C31}" dt="2023-09-23T06:43:40.481" v="28659"/>
          <ac:spMkLst>
            <pc:docMk/>
            <pc:sldMk cId="3630951009" sldId="1029"/>
            <ac:spMk id="324" creationId="{FFF49D31-7D7F-43BE-9DF9-9ABB6CC0910F}"/>
          </ac:spMkLst>
        </pc:spChg>
        <pc:spChg chg="del mod">
          <ac:chgData name="Wang, Yang - Gavin (T CED INW-CN)" userId="3bfd8117-d247-4416-84f8-c693ddb0b51a" providerId="ADAL" clId="{818DA5A0-48F4-4E85-8248-52437E656C31}" dt="2023-09-23T06:43:40.481" v="28660"/>
          <ac:spMkLst>
            <pc:docMk/>
            <pc:sldMk cId="3630951009" sldId="1029"/>
            <ac:spMk id="325" creationId="{2B7C82DB-9923-73BF-3F66-9CF8A983EF06}"/>
          </ac:spMkLst>
        </pc:spChg>
        <pc:spChg chg="del mod">
          <ac:chgData name="Wang, Yang - Gavin (T CED INW-CN)" userId="3bfd8117-d247-4416-84f8-c693ddb0b51a" providerId="ADAL" clId="{818DA5A0-48F4-4E85-8248-52437E656C31}" dt="2023-09-23T06:43:40.481" v="28661"/>
          <ac:spMkLst>
            <pc:docMk/>
            <pc:sldMk cId="3630951009" sldId="1029"/>
            <ac:spMk id="326" creationId="{05D95357-C1F3-A9BD-737A-520DB354FC71}"/>
          </ac:spMkLst>
        </pc:spChg>
        <pc:spChg chg="del mod">
          <ac:chgData name="Wang, Yang - Gavin (T CED INW-CN)" userId="3bfd8117-d247-4416-84f8-c693ddb0b51a" providerId="ADAL" clId="{818DA5A0-48F4-4E85-8248-52437E656C31}" dt="2023-09-23T06:43:40.481" v="28662"/>
          <ac:spMkLst>
            <pc:docMk/>
            <pc:sldMk cId="3630951009" sldId="1029"/>
            <ac:spMk id="327" creationId="{9222BAFD-C6A5-50C8-F2B7-C5D6303EAC17}"/>
          </ac:spMkLst>
        </pc:spChg>
        <pc:spChg chg="del mod">
          <ac:chgData name="Wang, Yang - Gavin (T CED INW-CN)" userId="3bfd8117-d247-4416-84f8-c693ddb0b51a" providerId="ADAL" clId="{818DA5A0-48F4-4E85-8248-52437E656C31}" dt="2023-09-23T06:43:40.481" v="28663"/>
          <ac:spMkLst>
            <pc:docMk/>
            <pc:sldMk cId="3630951009" sldId="1029"/>
            <ac:spMk id="328" creationId="{BF2BB6C7-BEC3-FDAA-2C72-71E67E026659}"/>
          </ac:spMkLst>
        </pc:spChg>
        <pc:spChg chg="del mod">
          <ac:chgData name="Wang, Yang - Gavin (T CED INW-CN)" userId="3bfd8117-d247-4416-84f8-c693ddb0b51a" providerId="ADAL" clId="{818DA5A0-48F4-4E85-8248-52437E656C31}" dt="2023-09-23T06:43:40.481" v="28664"/>
          <ac:spMkLst>
            <pc:docMk/>
            <pc:sldMk cId="3630951009" sldId="1029"/>
            <ac:spMk id="329" creationId="{4FBA56F9-A332-63F5-8456-381BDA7F8961}"/>
          </ac:spMkLst>
        </pc:spChg>
        <pc:spChg chg="add del mod">
          <ac:chgData name="Wang, Yang - Gavin (T CED INW-CN)" userId="3bfd8117-d247-4416-84f8-c693ddb0b51a" providerId="ADAL" clId="{818DA5A0-48F4-4E85-8248-52437E656C31}" dt="2023-09-23T07:52:01.190" v="41638"/>
          <ac:spMkLst>
            <pc:docMk/>
            <pc:sldMk cId="3630951009" sldId="1029"/>
            <ac:spMk id="330" creationId="{016A1492-732C-946F-E326-5B6BBDF01916}"/>
          </ac:spMkLst>
        </pc:spChg>
        <pc:spChg chg="add mod modVis">
          <ac:chgData name="Wang, Yang - Gavin (T CED INW-CN)" userId="3bfd8117-d247-4416-84f8-c693ddb0b51a" providerId="ADAL" clId="{818DA5A0-48F4-4E85-8248-52437E656C31}" dt="2023-09-23T06:57:20.260" v="41331" actId="207"/>
          <ac:spMkLst>
            <pc:docMk/>
            <pc:sldMk cId="3630951009" sldId="1029"/>
            <ac:spMk id="331" creationId="{5B623FA3-D516-783F-6500-97D5994F23F8}"/>
          </ac:spMkLst>
        </pc:spChg>
        <pc:spChg chg="add mod modVis">
          <ac:chgData name="Wang, Yang - Gavin (T CED INW-CN)" userId="3bfd8117-d247-4416-84f8-c693ddb0b51a" providerId="ADAL" clId="{818DA5A0-48F4-4E85-8248-52437E656C31}" dt="2023-09-23T06:57:12.944" v="41329"/>
          <ac:spMkLst>
            <pc:docMk/>
            <pc:sldMk cId="3630951009" sldId="1029"/>
            <ac:spMk id="332" creationId="{2EFCC5E2-8757-2B40-5986-9968D5BF974C}"/>
          </ac:spMkLst>
        </pc:spChg>
        <pc:spChg chg="add mod modVis">
          <ac:chgData name="Wang, Yang - Gavin (T CED INW-CN)" userId="3bfd8117-d247-4416-84f8-c693ddb0b51a" providerId="ADAL" clId="{818DA5A0-48F4-4E85-8248-52437E656C31}" dt="2023-09-23T06:57:12.944" v="41329"/>
          <ac:spMkLst>
            <pc:docMk/>
            <pc:sldMk cId="3630951009" sldId="1029"/>
            <ac:spMk id="333" creationId="{35C7508E-D293-1A07-C992-9FE277B580F0}"/>
          </ac:spMkLst>
        </pc:spChg>
        <pc:spChg chg="add mod modVis">
          <ac:chgData name="Wang, Yang - Gavin (T CED INW-CN)" userId="3bfd8117-d247-4416-84f8-c693ddb0b51a" providerId="ADAL" clId="{818DA5A0-48F4-4E85-8248-52437E656C31}" dt="2023-09-23T06:57:12.944" v="41329"/>
          <ac:spMkLst>
            <pc:docMk/>
            <pc:sldMk cId="3630951009" sldId="1029"/>
            <ac:spMk id="334" creationId="{E3777A29-703F-A6F5-ED07-398919E0CCB4}"/>
          </ac:spMkLst>
        </pc:spChg>
        <pc:spChg chg="add mod modVis">
          <ac:chgData name="Wang, Yang - Gavin (T CED INW-CN)" userId="3bfd8117-d247-4416-84f8-c693ddb0b51a" providerId="ADAL" clId="{818DA5A0-48F4-4E85-8248-52437E656C31}" dt="2023-09-23T06:57:12.944" v="41329"/>
          <ac:spMkLst>
            <pc:docMk/>
            <pc:sldMk cId="3630951009" sldId="1029"/>
            <ac:spMk id="335" creationId="{B6BCC15E-B466-4D7F-DD06-AB79890E4669}"/>
          </ac:spMkLst>
        </pc:spChg>
        <pc:spChg chg="add mod modVis">
          <ac:chgData name="Wang, Yang - Gavin (T CED INW-CN)" userId="3bfd8117-d247-4416-84f8-c693ddb0b51a" providerId="ADAL" clId="{818DA5A0-48F4-4E85-8248-52437E656C31}" dt="2023-09-23T06:57:12.944" v="41329"/>
          <ac:spMkLst>
            <pc:docMk/>
            <pc:sldMk cId="3630951009" sldId="1029"/>
            <ac:spMk id="336" creationId="{B4C033BF-B11B-6A86-887E-50ECAD5A34F2}"/>
          </ac:spMkLst>
        </pc:spChg>
        <pc:spChg chg="mod ord">
          <ac:chgData name="Wang, Yang - Gavin (T CED INW-CN)" userId="3bfd8117-d247-4416-84f8-c693ddb0b51a" providerId="ADAL" clId="{818DA5A0-48F4-4E85-8248-52437E656C31}" dt="2023-09-23T07:52:01.192" v="41644"/>
          <ac:spMkLst>
            <pc:docMk/>
            <pc:sldMk cId="3630951009" sldId="1029"/>
            <ac:spMk id="338" creationId="{4FFE36A2-2D18-6711-AD46-FFB0F6E82A9B}"/>
          </ac:spMkLst>
        </pc:spChg>
        <pc:spChg chg="mod ord">
          <ac:chgData name="Wang, Yang - Gavin (T CED INW-CN)" userId="3bfd8117-d247-4416-84f8-c693ddb0b51a" providerId="ADAL" clId="{818DA5A0-48F4-4E85-8248-52437E656C31}" dt="2023-09-23T07:52:01.192" v="41646"/>
          <ac:spMkLst>
            <pc:docMk/>
            <pc:sldMk cId="3630951009" sldId="1029"/>
            <ac:spMk id="339" creationId="{9E8D8604-423C-AB3C-83AA-837ED96FB5CF}"/>
          </ac:spMkLst>
        </pc:spChg>
        <pc:spChg chg="mod ord">
          <ac:chgData name="Wang, Yang - Gavin (T CED INW-CN)" userId="3bfd8117-d247-4416-84f8-c693ddb0b51a" providerId="ADAL" clId="{818DA5A0-48F4-4E85-8248-52437E656C31}" dt="2023-09-23T07:52:01.192" v="41648"/>
          <ac:spMkLst>
            <pc:docMk/>
            <pc:sldMk cId="3630951009" sldId="1029"/>
            <ac:spMk id="340" creationId="{7580E53D-D9B4-D2CB-AF09-FD1B7A376188}"/>
          </ac:spMkLst>
        </pc:spChg>
        <pc:spChg chg="mod ord">
          <ac:chgData name="Wang, Yang - Gavin (T CED INW-CN)" userId="3bfd8117-d247-4416-84f8-c693ddb0b51a" providerId="ADAL" clId="{818DA5A0-48F4-4E85-8248-52437E656C31}" dt="2023-09-23T07:52:01.192" v="41650"/>
          <ac:spMkLst>
            <pc:docMk/>
            <pc:sldMk cId="3630951009" sldId="1029"/>
            <ac:spMk id="342" creationId="{726620C9-5276-FA97-3BE2-6CD660342C5C}"/>
          </ac:spMkLst>
        </pc:spChg>
        <pc:spChg chg="del mod ord">
          <ac:chgData name="Wang, Yang - Gavin (T CED INW-CN)" userId="3bfd8117-d247-4416-84f8-c693ddb0b51a" providerId="ADAL" clId="{818DA5A0-48F4-4E85-8248-52437E656C31}" dt="2023-09-23T06:49:17.634" v="31529" actId="478"/>
          <ac:spMkLst>
            <pc:docMk/>
            <pc:sldMk cId="3630951009" sldId="1029"/>
            <ac:spMk id="343" creationId="{2C01F891-4CBB-A6D8-2716-7FFD50942CCB}"/>
          </ac:spMkLst>
        </pc:spChg>
        <pc:spChg chg="add mod ord">
          <ac:chgData name="Wang, Yang - Gavin (T CED INW-CN)" userId="3bfd8117-d247-4416-84f8-c693ddb0b51a" providerId="ADAL" clId="{818DA5A0-48F4-4E85-8248-52437E656C31}" dt="2023-09-23T07:52:01.197" v="41674"/>
          <ac:spMkLst>
            <pc:docMk/>
            <pc:sldMk cId="3630951009" sldId="1029"/>
            <ac:spMk id="344" creationId="{F81B5275-EA18-D986-CA2F-B05662CA6C50}"/>
          </ac:spMkLst>
        </pc:spChg>
        <pc:spChg chg="add mod ord">
          <ac:chgData name="Wang, Yang - Gavin (T CED INW-CN)" userId="3bfd8117-d247-4416-84f8-c693ddb0b51a" providerId="ADAL" clId="{818DA5A0-48F4-4E85-8248-52437E656C31}" dt="2023-09-23T07:52:01.197" v="41676"/>
          <ac:spMkLst>
            <pc:docMk/>
            <pc:sldMk cId="3630951009" sldId="1029"/>
            <ac:spMk id="353" creationId="{41E7F0E8-83E7-C2D6-A89A-096A249CD859}"/>
          </ac:spMkLst>
        </pc:spChg>
        <pc:spChg chg="add del mod modVis">
          <ac:chgData name="Wang, Yang - Gavin (T CED INW-CN)" userId="3bfd8117-d247-4416-84f8-c693ddb0b51a" providerId="ADAL" clId="{818DA5A0-48F4-4E85-8248-52437E656C31}" dt="2023-09-23T06:51:58.041" v="32555"/>
          <ac:spMkLst>
            <pc:docMk/>
            <pc:sldMk cId="3630951009" sldId="1029"/>
            <ac:spMk id="354" creationId="{7808AB92-3ACD-3F5F-8637-BDB0251A14E9}"/>
          </ac:spMkLst>
        </pc:spChg>
        <pc:spChg chg="mod ord">
          <ac:chgData name="Wang, Yang - Gavin (T CED INW-CN)" userId="3bfd8117-d247-4416-84f8-c693ddb0b51a" providerId="ADAL" clId="{818DA5A0-48F4-4E85-8248-52437E656C31}" dt="2023-09-23T07:52:01.197" v="41652"/>
          <ac:spMkLst>
            <pc:docMk/>
            <pc:sldMk cId="3630951009" sldId="1029"/>
            <ac:spMk id="355" creationId="{15BDAD17-BF10-776A-2418-CD21EBD0D1DE}"/>
          </ac:spMkLst>
        </pc:spChg>
        <pc:spChg chg="add del mod modVis">
          <ac:chgData name="Wang, Yang - Gavin (T CED INW-CN)" userId="3bfd8117-d247-4416-84f8-c693ddb0b51a" providerId="ADAL" clId="{818DA5A0-48F4-4E85-8248-52437E656C31}" dt="2023-09-23T06:52:09.624" v="33047"/>
          <ac:spMkLst>
            <pc:docMk/>
            <pc:sldMk cId="3630951009" sldId="1029"/>
            <ac:spMk id="357" creationId="{E16D917D-C3A6-220C-B928-12DD8214E3F4}"/>
          </ac:spMkLst>
        </pc:spChg>
        <pc:spChg chg="mod ord">
          <ac:chgData name="Wang, Yang - Gavin (T CED INW-CN)" userId="3bfd8117-d247-4416-84f8-c693ddb0b51a" providerId="ADAL" clId="{818DA5A0-48F4-4E85-8248-52437E656C31}" dt="2023-09-23T07:52:01.197" v="41654"/>
          <ac:spMkLst>
            <pc:docMk/>
            <pc:sldMk cId="3630951009" sldId="1029"/>
            <ac:spMk id="358" creationId="{BCE8DB25-4F98-3EAC-CE4E-F5510846A35A}"/>
          </ac:spMkLst>
        </pc:spChg>
        <pc:spChg chg="add mod replST delST">
          <ac:chgData name="Wang, Yang - Gavin (T CED INW-CN)" userId="3bfd8117-d247-4416-84f8-c693ddb0b51a" providerId="ADAL" clId="{818DA5A0-48F4-4E85-8248-52437E656C31}" dt="2023-09-23T06:52:09.624" v="33047"/>
          <ac:spMkLst>
            <pc:docMk/>
            <pc:sldMk cId="3630951009" sldId="1029"/>
            <ac:spMk id="359" creationId="{6750A408-ED0E-47CF-AC3A-5AD4A6E25CE3}"/>
          </ac:spMkLst>
        </pc:spChg>
        <pc:spChg chg="add del mod ord replST delST">
          <ac:chgData name="Wang, Yang - Gavin (T CED INW-CN)" userId="3bfd8117-d247-4416-84f8-c693ddb0b51a" providerId="ADAL" clId="{818DA5A0-48F4-4E85-8248-52437E656C31}" dt="2023-09-23T06:52:09.624" v="33047"/>
          <ac:spMkLst>
            <pc:docMk/>
            <pc:sldMk cId="3630951009" sldId="1029"/>
            <ac:spMk id="360" creationId="{039AD1CA-FC31-BFD1-17CD-06AE5E98AAF5}"/>
          </ac:spMkLst>
        </pc:spChg>
        <pc:spChg chg="mod ord">
          <ac:chgData name="Wang, Yang - Gavin (T CED INW-CN)" userId="3bfd8117-d247-4416-84f8-c693ddb0b51a" providerId="ADAL" clId="{818DA5A0-48F4-4E85-8248-52437E656C31}" dt="2023-09-23T07:52:01.197" v="41656"/>
          <ac:spMkLst>
            <pc:docMk/>
            <pc:sldMk cId="3630951009" sldId="1029"/>
            <ac:spMk id="361" creationId="{67B0975E-A663-C068-4F88-2B8D176894A5}"/>
          </ac:spMkLst>
        </pc:spChg>
        <pc:spChg chg="mod ord">
          <ac:chgData name="Wang, Yang - Gavin (T CED INW-CN)" userId="3bfd8117-d247-4416-84f8-c693ddb0b51a" providerId="ADAL" clId="{818DA5A0-48F4-4E85-8248-52437E656C31}" dt="2023-09-23T07:52:01.197" v="41658"/>
          <ac:spMkLst>
            <pc:docMk/>
            <pc:sldMk cId="3630951009" sldId="1029"/>
            <ac:spMk id="362" creationId="{CEC9701E-8635-85C1-FAE5-5BBF1EEC052B}"/>
          </ac:spMkLst>
        </pc:spChg>
        <pc:spChg chg="add del mod modVis">
          <ac:chgData name="Wang, Yang - Gavin (T CED INW-CN)" userId="3bfd8117-d247-4416-84f8-c693ddb0b51a" providerId="ADAL" clId="{818DA5A0-48F4-4E85-8248-52437E656C31}" dt="2023-09-23T06:53:07.425" v="37011"/>
          <ac:spMkLst>
            <pc:docMk/>
            <pc:sldMk cId="3630951009" sldId="1029"/>
            <ac:spMk id="365" creationId="{5B7FC291-0B98-8C94-4088-624FB3AF0090}"/>
          </ac:spMkLst>
        </pc:spChg>
        <pc:spChg chg="add mod replST delST">
          <ac:chgData name="Wang, Yang - Gavin (T CED INW-CN)" userId="3bfd8117-d247-4416-84f8-c693ddb0b51a" providerId="ADAL" clId="{818DA5A0-48F4-4E85-8248-52437E656C31}" dt="2023-09-23T06:53:07.425" v="37011"/>
          <ac:spMkLst>
            <pc:docMk/>
            <pc:sldMk cId="3630951009" sldId="1029"/>
            <ac:spMk id="366" creationId="{6750A408-ED0E-47CF-AC3A-5AD4A6E25CE3}"/>
          </ac:spMkLst>
        </pc:spChg>
        <pc:spChg chg="add del mod ord replST delST">
          <ac:chgData name="Wang, Yang - Gavin (T CED INW-CN)" userId="3bfd8117-d247-4416-84f8-c693ddb0b51a" providerId="ADAL" clId="{818DA5A0-48F4-4E85-8248-52437E656C31}" dt="2023-09-23T06:53:07.425" v="37011"/>
          <ac:spMkLst>
            <pc:docMk/>
            <pc:sldMk cId="3630951009" sldId="1029"/>
            <ac:spMk id="367" creationId="{E49F608A-FA85-3845-FBB9-19621464BBE7}"/>
          </ac:spMkLst>
        </pc:spChg>
        <pc:spChg chg="add del mod modVis">
          <ac:chgData name="Wang, Yang - Gavin (T CED INW-CN)" userId="3bfd8117-d247-4416-84f8-c693ddb0b51a" providerId="ADAL" clId="{818DA5A0-48F4-4E85-8248-52437E656C31}" dt="2023-09-23T06:52:15.126" v="33617"/>
          <ac:spMkLst>
            <pc:docMk/>
            <pc:sldMk cId="3630951009" sldId="1029"/>
            <ac:spMk id="370" creationId="{616B5D0E-50A3-288B-6F23-82EFF00258C7}"/>
          </ac:spMkLst>
        </pc:spChg>
        <pc:spChg chg="add del mod modVis">
          <ac:chgData name="Wang, Yang - Gavin (T CED INW-CN)" userId="3bfd8117-d247-4416-84f8-c693ddb0b51a" providerId="ADAL" clId="{818DA5A0-48F4-4E85-8248-52437E656C31}" dt="2023-09-23T06:52:54.022" v="36365"/>
          <ac:spMkLst>
            <pc:docMk/>
            <pc:sldMk cId="3630951009" sldId="1029"/>
            <ac:spMk id="372" creationId="{A41DF8D8-93BD-1C75-9BCF-4C80699CFCBA}"/>
          </ac:spMkLst>
        </pc:spChg>
        <pc:spChg chg="add mod replST delST">
          <ac:chgData name="Wang, Yang - Gavin (T CED INW-CN)" userId="3bfd8117-d247-4416-84f8-c693ddb0b51a" providerId="ADAL" clId="{818DA5A0-48F4-4E85-8248-52437E656C31}" dt="2023-09-23T06:52:54.022" v="36365"/>
          <ac:spMkLst>
            <pc:docMk/>
            <pc:sldMk cId="3630951009" sldId="1029"/>
            <ac:spMk id="373" creationId="{6750A408-ED0E-47CF-AC3A-5AD4A6E25CE3}"/>
          </ac:spMkLst>
        </pc:spChg>
        <pc:spChg chg="add del mod ord replST delST">
          <ac:chgData name="Wang, Yang - Gavin (T CED INW-CN)" userId="3bfd8117-d247-4416-84f8-c693ddb0b51a" providerId="ADAL" clId="{818DA5A0-48F4-4E85-8248-52437E656C31}" dt="2023-09-23T06:52:54.022" v="36365"/>
          <ac:spMkLst>
            <pc:docMk/>
            <pc:sldMk cId="3630951009" sldId="1029"/>
            <ac:spMk id="374" creationId="{CB4ACD26-1FBF-500F-C367-225A333C217C}"/>
          </ac:spMkLst>
        </pc:spChg>
        <pc:spChg chg="add del mod modVis">
          <ac:chgData name="Wang, Yang - Gavin (T CED INW-CN)" userId="3bfd8117-d247-4416-84f8-c693ddb0b51a" providerId="ADAL" clId="{818DA5A0-48F4-4E85-8248-52437E656C31}" dt="2023-09-23T06:52:26.335" v="34875"/>
          <ac:spMkLst>
            <pc:docMk/>
            <pc:sldMk cId="3630951009" sldId="1029"/>
            <ac:spMk id="377" creationId="{30FE9882-B7C6-D74E-4FC0-D0DABD679351}"/>
          </ac:spMkLst>
        </pc:spChg>
        <pc:spChg chg="add del mod modVis">
          <ac:chgData name="Wang, Yang - Gavin (T CED INW-CN)" userId="3bfd8117-d247-4416-84f8-c693ddb0b51a" providerId="ADAL" clId="{818DA5A0-48F4-4E85-8248-52437E656C31}" dt="2023-09-23T06:52:24.595" v="34765"/>
          <ac:spMkLst>
            <pc:docMk/>
            <pc:sldMk cId="3630951009" sldId="1029"/>
            <ac:spMk id="379" creationId="{856E3232-039C-ED59-DB36-35D2EB9F84ED}"/>
          </ac:spMkLst>
        </pc:spChg>
        <pc:spChg chg="add mod replST delST">
          <ac:chgData name="Wang, Yang - Gavin (T CED INW-CN)" userId="3bfd8117-d247-4416-84f8-c693ddb0b51a" providerId="ADAL" clId="{818DA5A0-48F4-4E85-8248-52437E656C31}" dt="2023-09-23T06:52:24.595" v="34765"/>
          <ac:spMkLst>
            <pc:docMk/>
            <pc:sldMk cId="3630951009" sldId="1029"/>
            <ac:spMk id="380" creationId="{6750A408-ED0E-47CF-AC3A-5AD4A6E25CE3}"/>
          </ac:spMkLst>
        </pc:spChg>
        <pc:spChg chg="add del mod ord replST delST">
          <ac:chgData name="Wang, Yang - Gavin (T CED INW-CN)" userId="3bfd8117-d247-4416-84f8-c693ddb0b51a" providerId="ADAL" clId="{818DA5A0-48F4-4E85-8248-52437E656C31}" dt="2023-09-23T06:52:24.595" v="34765"/>
          <ac:spMkLst>
            <pc:docMk/>
            <pc:sldMk cId="3630951009" sldId="1029"/>
            <ac:spMk id="381" creationId="{6691210E-06F0-DB45-9AFD-9BFBA743A5C6}"/>
          </ac:spMkLst>
        </pc:spChg>
        <pc:spChg chg="add del mod modVis">
          <ac:chgData name="Wang, Yang - Gavin (T CED INW-CN)" userId="3bfd8117-d247-4416-84f8-c693ddb0b51a" providerId="ADAL" clId="{818DA5A0-48F4-4E85-8248-52437E656C31}" dt="2023-09-23T06:52:23.925" v="34611"/>
          <ac:spMkLst>
            <pc:docMk/>
            <pc:sldMk cId="3630951009" sldId="1029"/>
            <ac:spMk id="384" creationId="{29F21A2C-262C-32C6-0DCC-7057A8B0A01F}"/>
          </ac:spMkLst>
        </pc:spChg>
        <pc:spChg chg="add del mod modVis">
          <ac:chgData name="Wang, Yang - Gavin (T CED INW-CN)" userId="3bfd8117-d247-4416-84f8-c693ddb0b51a" providerId="ADAL" clId="{818DA5A0-48F4-4E85-8248-52437E656C31}" dt="2023-09-23T06:52:52.902" v="36157"/>
          <ac:spMkLst>
            <pc:docMk/>
            <pc:sldMk cId="3630951009" sldId="1029"/>
            <ac:spMk id="386" creationId="{998FE457-FF7C-F44C-B836-E61B0BF47ECE}"/>
          </ac:spMkLst>
        </pc:spChg>
        <pc:spChg chg="add mod ord replST delST">
          <ac:chgData name="Wang, Yang - Gavin (T CED INW-CN)" userId="3bfd8117-d247-4416-84f8-c693ddb0b51a" providerId="ADAL" clId="{818DA5A0-48F4-4E85-8248-52437E656C31}" dt="2023-09-23T06:52:52.902" v="36157"/>
          <ac:spMkLst>
            <pc:docMk/>
            <pc:sldMk cId="3630951009" sldId="1029"/>
            <ac:spMk id="387" creationId="{6750A408-ED0E-47CF-AC3A-5AD4A6E25CE3}"/>
          </ac:spMkLst>
        </pc:spChg>
        <pc:spChg chg="add del mod modVis">
          <ac:chgData name="Wang, Yang - Gavin (T CED INW-CN)" userId="3bfd8117-d247-4416-84f8-c693ddb0b51a" providerId="ADAL" clId="{818DA5A0-48F4-4E85-8248-52437E656C31}" dt="2023-09-23T06:52:51.743" v="35898"/>
          <ac:spMkLst>
            <pc:docMk/>
            <pc:sldMk cId="3630951009" sldId="1029"/>
            <ac:spMk id="392" creationId="{7B67CF99-8532-C025-8591-DAB1F96D5142}"/>
          </ac:spMkLst>
        </pc:spChg>
        <pc:spChg chg="add del mod modVis">
          <ac:chgData name="Wang, Yang - Gavin (T CED INW-CN)" userId="3bfd8117-d247-4416-84f8-c693ddb0b51a" providerId="ADAL" clId="{818DA5A0-48F4-4E85-8248-52437E656C31}" dt="2023-09-23T06:52:51.236" v="35783"/>
          <ac:spMkLst>
            <pc:docMk/>
            <pc:sldMk cId="3630951009" sldId="1029"/>
            <ac:spMk id="394" creationId="{55155BD7-D245-1143-26DF-8166A7EFCDB4}"/>
          </ac:spMkLst>
        </pc:spChg>
        <pc:spChg chg="add del mod modVis">
          <ac:chgData name="Wang, Yang - Gavin (T CED INW-CN)" userId="3bfd8117-d247-4416-84f8-c693ddb0b51a" providerId="ADAL" clId="{818DA5A0-48F4-4E85-8248-52437E656C31}" dt="2023-09-23T06:54:12.216" v="37614"/>
          <ac:spMkLst>
            <pc:docMk/>
            <pc:sldMk cId="3630951009" sldId="1029"/>
            <ac:spMk id="396" creationId="{641694D2-9C50-7437-5E2F-42E07EAA418B}"/>
          </ac:spMkLst>
        </pc:spChg>
        <pc:spChg chg="add mod ord replST delST">
          <ac:chgData name="Wang, Yang - Gavin (T CED INW-CN)" userId="3bfd8117-d247-4416-84f8-c693ddb0b51a" providerId="ADAL" clId="{818DA5A0-48F4-4E85-8248-52437E656C31}" dt="2023-09-23T06:54:12.216" v="37614"/>
          <ac:spMkLst>
            <pc:docMk/>
            <pc:sldMk cId="3630951009" sldId="1029"/>
            <ac:spMk id="397" creationId="{6750A408-ED0E-47CF-AC3A-5AD4A6E25CE3}"/>
          </ac:spMkLst>
        </pc:spChg>
        <pc:spChg chg="add del mod modVis">
          <ac:chgData name="Wang, Yang - Gavin (T CED INW-CN)" userId="3bfd8117-d247-4416-84f8-c693ddb0b51a" providerId="ADAL" clId="{818DA5A0-48F4-4E85-8248-52437E656C31}" dt="2023-09-23T06:54:27.909" v="37901"/>
          <ac:spMkLst>
            <pc:docMk/>
            <pc:sldMk cId="3630951009" sldId="1029"/>
            <ac:spMk id="402" creationId="{40B8D31D-B795-3CB2-6C13-AC21F5060FD0}"/>
          </ac:spMkLst>
        </pc:spChg>
        <pc:spChg chg="add del mod ord replST">
          <ac:chgData name="Wang, Yang - Gavin (T CED INW-CN)" userId="3bfd8117-d247-4416-84f8-c693ddb0b51a" providerId="ADAL" clId="{818DA5A0-48F4-4E85-8248-52437E656C31}" dt="2023-09-23T06:55:06.253" v="38208"/>
          <ac:spMkLst>
            <pc:docMk/>
            <pc:sldMk cId="3630951009" sldId="1029"/>
            <ac:spMk id="403" creationId="{6750A408-ED0E-47CF-AC3A-5AD4A6E25CE3}"/>
          </ac:spMkLst>
        </pc:spChg>
        <pc:spChg chg="add del mod modVis">
          <ac:chgData name="Wang, Yang - Gavin (T CED INW-CN)" userId="3bfd8117-d247-4416-84f8-c693ddb0b51a" providerId="ADAL" clId="{818DA5A0-48F4-4E85-8248-52437E656C31}" dt="2023-09-23T06:54:44.552" v="38033"/>
          <ac:spMkLst>
            <pc:docMk/>
            <pc:sldMk cId="3630951009" sldId="1029"/>
            <ac:spMk id="406" creationId="{478F1432-940F-5A40-56D1-697D3F711D23}"/>
          </ac:spMkLst>
        </pc:spChg>
        <pc:spChg chg="add del mod modVis">
          <ac:chgData name="Wang, Yang - Gavin (T CED INW-CN)" userId="3bfd8117-d247-4416-84f8-c693ddb0b51a" providerId="ADAL" clId="{818DA5A0-48F4-4E85-8248-52437E656C31}" dt="2023-09-23T06:54:56.260" v="38202"/>
          <ac:spMkLst>
            <pc:docMk/>
            <pc:sldMk cId="3630951009" sldId="1029"/>
            <ac:spMk id="408" creationId="{887E2D2C-5373-2365-F66F-6CCF0F57D0DC}"/>
          </ac:spMkLst>
        </pc:spChg>
        <pc:spChg chg="add del mod modVis">
          <ac:chgData name="Wang, Yang - Gavin (T CED INW-CN)" userId="3bfd8117-d247-4416-84f8-c693ddb0b51a" providerId="ADAL" clId="{818DA5A0-48F4-4E85-8248-52437E656C31}" dt="2023-09-23T06:55:06.377" v="38320"/>
          <ac:spMkLst>
            <pc:docMk/>
            <pc:sldMk cId="3630951009" sldId="1029"/>
            <ac:spMk id="410" creationId="{3A75A7FC-9F00-E4A3-5345-3FF4A59620B0}"/>
          </ac:spMkLst>
        </pc:spChg>
        <pc:spChg chg="add del mod modVis">
          <ac:chgData name="Wang, Yang - Gavin (T CED INW-CN)" userId="3bfd8117-d247-4416-84f8-c693ddb0b51a" providerId="ADAL" clId="{818DA5A0-48F4-4E85-8248-52437E656C31}" dt="2023-09-23T06:55:10.880" v="38549"/>
          <ac:spMkLst>
            <pc:docMk/>
            <pc:sldMk cId="3630951009" sldId="1029"/>
            <ac:spMk id="412" creationId="{2E01ECE9-0875-72D3-B772-33955E53C69B}"/>
          </ac:spMkLst>
        </pc:spChg>
        <pc:spChg chg="add mod replST">
          <ac:chgData name="Wang, Yang - Gavin (T CED INW-CN)" userId="3bfd8117-d247-4416-84f8-c693ddb0b51a" providerId="ADAL" clId="{818DA5A0-48F4-4E85-8248-52437E656C31}" dt="2023-09-23T07:52:01.189" v="41637"/>
          <ac:spMkLst>
            <pc:docMk/>
            <pc:sldMk cId="3630951009" sldId="1029"/>
            <ac:spMk id="413" creationId="{6750A408-ED0E-47CF-AC3A-5AD4A6E25CE3}"/>
          </ac:spMkLst>
        </pc:spChg>
        <pc:spChg chg="add mod ord replST">
          <ac:chgData name="Wang, Yang - Gavin (T CED INW-CN)" userId="3bfd8117-d247-4416-84f8-c693ddb0b51a" providerId="ADAL" clId="{818DA5A0-48F4-4E85-8248-52437E656C31}" dt="2023-09-23T07:52:01.184" v="41630"/>
          <ac:spMkLst>
            <pc:docMk/>
            <pc:sldMk cId="3630951009" sldId="1029"/>
            <ac:spMk id="414" creationId="{93DF5173-8BE7-C149-CE02-8CE97804F654}"/>
          </ac:spMkLst>
        </pc:spChg>
        <pc:spChg chg="add del mod modVis">
          <ac:chgData name="Wang, Yang - Gavin (T CED INW-CN)" userId="3bfd8117-d247-4416-84f8-c693ddb0b51a" providerId="ADAL" clId="{818DA5A0-48F4-4E85-8248-52437E656C31}" dt="2023-09-23T06:55:26.227" v="39118"/>
          <ac:spMkLst>
            <pc:docMk/>
            <pc:sldMk cId="3630951009" sldId="1029"/>
            <ac:spMk id="417" creationId="{978C6921-8283-374C-4C7B-0A12359F3210}"/>
          </ac:spMkLst>
        </pc:spChg>
        <pc:spChg chg="add del mod modVis">
          <ac:chgData name="Wang, Yang - Gavin (T CED INW-CN)" userId="3bfd8117-d247-4416-84f8-c693ddb0b51a" providerId="ADAL" clId="{818DA5A0-48F4-4E85-8248-52437E656C31}" dt="2023-09-23T06:55:25.631" v="39036"/>
          <ac:spMkLst>
            <pc:docMk/>
            <pc:sldMk cId="3630951009" sldId="1029"/>
            <ac:spMk id="419" creationId="{30FF8D39-995C-F445-1FCE-21FA25E93A1A}"/>
          </ac:spMkLst>
        </pc:spChg>
        <pc:spChg chg="add mod replST delST">
          <ac:chgData name="Wang, Yang - Gavin (T CED INW-CN)" userId="3bfd8117-d247-4416-84f8-c693ddb0b51a" providerId="ADAL" clId="{818DA5A0-48F4-4E85-8248-52437E656C31}" dt="2023-09-23T06:55:25.631" v="39036"/>
          <ac:spMkLst>
            <pc:docMk/>
            <pc:sldMk cId="3630951009" sldId="1029"/>
            <ac:spMk id="420" creationId="{6750A408-ED0E-47CF-AC3A-5AD4A6E25CE3}"/>
          </ac:spMkLst>
        </pc:spChg>
        <pc:spChg chg="add del mod ord replST delST">
          <ac:chgData name="Wang, Yang - Gavin (T CED INW-CN)" userId="3bfd8117-d247-4416-84f8-c693ddb0b51a" providerId="ADAL" clId="{818DA5A0-48F4-4E85-8248-52437E656C31}" dt="2023-09-23T06:55:25.631" v="39036"/>
          <ac:spMkLst>
            <pc:docMk/>
            <pc:sldMk cId="3630951009" sldId="1029"/>
            <ac:spMk id="421" creationId="{FFEB9DB5-5DE7-643A-87EC-EB50DABDEFED}"/>
          </ac:spMkLst>
        </pc:spChg>
        <pc:spChg chg="add del mod modVis">
          <ac:chgData name="Wang, Yang - Gavin (T CED INW-CN)" userId="3bfd8117-d247-4416-84f8-c693ddb0b51a" providerId="ADAL" clId="{818DA5A0-48F4-4E85-8248-52437E656C31}" dt="2023-09-23T06:55:32.810" v="39317"/>
          <ac:spMkLst>
            <pc:docMk/>
            <pc:sldMk cId="3630951009" sldId="1029"/>
            <ac:spMk id="424" creationId="{7C0B2070-63CC-F7D7-0E8C-9F43CE98F9FE}"/>
          </ac:spMkLst>
        </pc:spChg>
        <pc:spChg chg="add del mod modVis">
          <ac:chgData name="Wang, Yang - Gavin (T CED INW-CN)" userId="3bfd8117-d247-4416-84f8-c693ddb0b51a" providerId="ADAL" clId="{818DA5A0-48F4-4E85-8248-52437E656C31}" dt="2023-09-23T06:55:40.577" v="39444"/>
          <ac:spMkLst>
            <pc:docMk/>
            <pc:sldMk cId="3630951009" sldId="1029"/>
            <ac:spMk id="426" creationId="{F5196F57-E886-5CD0-77D8-A1B63DF650B1}"/>
          </ac:spMkLst>
        </pc:spChg>
        <pc:spChg chg="add del mod modVis">
          <ac:chgData name="Wang, Yang - Gavin (T CED INW-CN)" userId="3bfd8117-d247-4416-84f8-c693ddb0b51a" providerId="ADAL" clId="{818DA5A0-48F4-4E85-8248-52437E656C31}" dt="2023-09-23T06:55:47.743" v="39566"/>
          <ac:spMkLst>
            <pc:docMk/>
            <pc:sldMk cId="3630951009" sldId="1029"/>
            <ac:spMk id="428" creationId="{E15D924B-713B-9E15-1A7D-5A8B47A250A5}"/>
          </ac:spMkLst>
        </pc:spChg>
        <pc:spChg chg="add del mod modVis">
          <ac:chgData name="Wang, Yang - Gavin (T CED INW-CN)" userId="3bfd8117-d247-4416-84f8-c693ddb0b51a" providerId="ADAL" clId="{818DA5A0-48F4-4E85-8248-52437E656C31}" dt="2023-09-23T06:55:51.397" v="39746"/>
          <ac:spMkLst>
            <pc:docMk/>
            <pc:sldMk cId="3630951009" sldId="1029"/>
            <ac:spMk id="430" creationId="{CD95D85C-0A3B-2C61-7234-9D17D9FFBAAE}"/>
          </ac:spMkLst>
        </pc:spChg>
        <pc:spChg chg="add del mod modVis">
          <ac:chgData name="Wang, Yang - Gavin (T CED INW-CN)" userId="3bfd8117-d247-4416-84f8-c693ddb0b51a" providerId="ADAL" clId="{818DA5A0-48F4-4E85-8248-52437E656C31}" dt="2023-09-23T06:55:55.860" v="39880"/>
          <ac:spMkLst>
            <pc:docMk/>
            <pc:sldMk cId="3630951009" sldId="1029"/>
            <ac:spMk id="432" creationId="{29F9F68A-4F50-C378-3EEF-9F38874DBFC9}"/>
          </ac:spMkLst>
        </pc:spChg>
        <pc:spChg chg="add del mod modVis">
          <ac:chgData name="Wang, Yang - Gavin (T CED INW-CN)" userId="3bfd8117-d247-4416-84f8-c693ddb0b51a" providerId="ADAL" clId="{818DA5A0-48F4-4E85-8248-52437E656C31}" dt="2023-09-23T06:55:57.977" v="40014"/>
          <ac:spMkLst>
            <pc:docMk/>
            <pc:sldMk cId="3630951009" sldId="1029"/>
            <ac:spMk id="434" creationId="{CC7C6DC3-A4F4-B019-DBE8-ABA1D9A2C047}"/>
          </ac:spMkLst>
        </pc:spChg>
        <pc:spChg chg="add del mod modVis">
          <ac:chgData name="Wang, Yang - Gavin (T CED INW-CN)" userId="3bfd8117-d247-4416-84f8-c693ddb0b51a" providerId="ADAL" clId="{818DA5A0-48F4-4E85-8248-52437E656C31}" dt="2023-09-23T06:56:12.897" v="40271"/>
          <ac:spMkLst>
            <pc:docMk/>
            <pc:sldMk cId="3630951009" sldId="1029"/>
            <ac:spMk id="436" creationId="{2807CDB3-B5A7-E0D3-4361-D3E0C6E6B3D2}"/>
          </ac:spMkLst>
        </pc:spChg>
        <pc:spChg chg="add mod ord replST">
          <ac:chgData name="Wang, Yang - Gavin (T CED INW-CN)" userId="3bfd8117-d247-4416-84f8-c693ddb0b51a" providerId="ADAL" clId="{818DA5A0-48F4-4E85-8248-52437E656C31}" dt="2023-09-23T07:52:01.191" v="41640"/>
          <ac:spMkLst>
            <pc:docMk/>
            <pc:sldMk cId="3630951009" sldId="1029"/>
            <ac:spMk id="437" creationId="{6750A408-ED0E-47CF-AC3A-5AD4A6E25CE3}"/>
          </ac:spMkLst>
        </pc:spChg>
        <pc:spChg chg="add del mod modVis">
          <ac:chgData name="Wang, Yang - Gavin (T CED INW-CN)" userId="3bfd8117-d247-4416-84f8-c693ddb0b51a" providerId="ADAL" clId="{818DA5A0-48F4-4E85-8248-52437E656C31}" dt="2023-09-23T06:56:23.043" v="40482"/>
          <ac:spMkLst>
            <pc:docMk/>
            <pc:sldMk cId="3630951009" sldId="1029"/>
            <ac:spMk id="442" creationId="{4488C833-6AA0-E8D7-AB01-7225E9D2CE60}"/>
          </ac:spMkLst>
        </pc:spChg>
        <pc:spChg chg="add del mod modVis">
          <ac:chgData name="Wang, Yang - Gavin (T CED INW-CN)" userId="3bfd8117-d247-4416-84f8-c693ddb0b51a" providerId="ADAL" clId="{818DA5A0-48F4-4E85-8248-52437E656C31}" dt="2023-09-23T06:56:28.393" v="40693"/>
          <ac:spMkLst>
            <pc:docMk/>
            <pc:sldMk cId="3630951009" sldId="1029"/>
            <ac:spMk id="444" creationId="{A1996438-CDB0-E01F-F107-9F4288DAE8BE}"/>
          </ac:spMkLst>
        </pc:spChg>
        <pc:spChg chg="add del mod modVis">
          <ac:chgData name="Wang, Yang - Gavin (T CED INW-CN)" userId="3bfd8117-d247-4416-84f8-c693ddb0b51a" providerId="ADAL" clId="{818DA5A0-48F4-4E85-8248-52437E656C31}" dt="2023-09-23T06:56:40.943" v="40849"/>
          <ac:spMkLst>
            <pc:docMk/>
            <pc:sldMk cId="3630951009" sldId="1029"/>
            <ac:spMk id="446" creationId="{9547ECB4-C75C-281A-EE23-E03886371F96}"/>
          </ac:spMkLst>
        </pc:spChg>
        <pc:spChg chg="add del mod modVis">
          <ac:chgData name="Wang, Yang - Gavin (T CED INW-CN)" userId="3bfd8117-d247-4416-84f8-c693ddb0b51a" providerId="ADAL" clId="{818DA5A0-48F4-4E85-8248-52437E656C31}" dt="2023-09-23T06:56:50.243" v="40998"/>
          <ac:spMkLst>
            <pc:docMk/>
            <pc:sldMk cId="3630951009" sldId="1029"/>
            <ac:spMk id="448" creationId="{A0AD7E31-D15E-F3DC-B01B-B81849998E45}"/>
          </ac:spMkLst>
        </pc:spChg>
        <pc:spChg chg="add del mod modVis">
          <ac:chgData name="Wang, Yang - Gavin (T CED INW-CN)" userId="3bfd8117-d247-4416-84f8-c693ddb0b51a" providerId="ADAL" clId="{818DA5A0-48F4-4E85-8248-52437E656C31}" dt="2023-09-23T07:51:32.279" v="41481"/>
          <ac:spMkLst>
            <pc:docMk/>
            <pc:sldMk cId="3630951009" sldId="1029"/>
            <ac:spMk id="450" creationId="{B054363D-EDBD-6131-F0E2-35997D28F462}"/>
          </ac:spMkLst>
        </pc:spChg>
        <pc:spChg chg="add del mod modVis">
          <ac:chgData name="Wang, Yang - Gavin (T CED INW-CN)" userId="3bfd8117-d247-4416-84f8-c693ddb0b51a" providerId="ADAL" clId="{818DA5A0-48F4-4E85-8248-52437E656C31}" dt="2023-09-23T07:52:01.207" v="41680"/>
          <ac:spMkLst>
            <pc:docMk/>
            <pc:sldMk cId="3630951009" sldId="1029"/>
            <ac:spMk id="452" creationId="{8C0AB22D-276F-027E-AEEB-A4A33CF6FB01}"/>
          </ac:spMkLst>
        </pc:spChg>
        <pc:grpChg chg="del mod ord">
          <ac:chgData name="Wang, Yang - Gavin (T CED INW-CN)" userId="3bfd8117-d247-4416-84f8-c693ddb0b51a" providerId="ADAL" clId="{818DA5A0-48F4-4E85-8248-52437E656C31}" dt="2023-09-23T06:40:50.788" v="24851" actId="478"/>
          <ac:grpSpMkLst>
            <pc:docMk/>
            <pc:sldMk cId="3630951009" sldId="1029"/>
            <ac:grpSpMk id="22" creationId="{63D7DC3D-0165-2F72-1861-4D0C04D51C75}"/>
          </ac:grpSpMkLst>
        </pc:grpChg>
        <pc:grpChg chg="del mod ord">
          <ac:chgData name="Wang, Yang - Gavin (T CED INW-CN)" userId="3bfd8117-d247-4416-84f8-c693ddb0b51a" providerId="ADAL" clId="{818DA5A0-48F4-4E85-8248-52437E656C31}" dt="2023-09-23T06:40:50.788" v="24851" actId="478"/>
          <ac:grpSpMkLst>
            <pc:docMk/>
            <pc:sldMk cId="3630951009" sldId="1029"/>
            <ac:grpSpMk id="24" creationId="{82606794-7343-751F-C676-12278A0E7D6F}"/>
          </ac:grpSpMkLst>
        </pc:grpChg>
        <pc:grpChg chg="del mod ord">
          <ac:chgData name="Wang, Yang - Gavin (T CED INW-CN)" userId="3bfd8117-d247-4416-84f8-c693ddb0b51a" providerId="ADAL" clId="{818DA5A0-48F4-4E85-8248-52437E656C31}" dt="2023-09-23T06:40:50.788" v="24851" actId="478"/>
          <ac:grpSpMkLst>
            <pc:docMk/>
            <pc:sldMk cId="3630951009" sldId="1029"/>
            <ac:grpSpMk id="28" creationId="{67A1447E-705A-331E-4897-038B2016F81D}"/>
          </ac:grpSpMkLst>
        </pc:grpChg>
        <pc:grpChg chg="del mod ord">
          <ac:chgData name="Wang, Yang - Gavin (T CED INW-CN)" userId="3bfd8117-d247-4416-84f8-c693ddb0b51a" providerId="ADAL" clId="{818DA5A0-48F4-4E85-8248-52437E656C31}" dt="2023-09-23T06:40:50.788" v="24851" actId="478"/>
          <ac:grpSpMkLst>
            <pc:docMk/>
            <pc:sldMk cId="3630951009" sldId="1029"/>
            <ac:grpSpMk id="259" creationId="{B9D454B7-3F3D-6623-9E24-8034E392B055}"/>
          </ac:grpSpMkLst>
        </pc:grpChg>
        <pc:grpChg chg="add mod ord replST">
          <ac:chgData name="Wang, Yang - Gavin (T CED INW-CN)" userId="3bfd8117-d247-4416-84f8-c693ddb0b51a" providerId="ADAL" clId="{818DA5A0-48F4-4E85-8248-52437E656C31}" dt="2023-09-23T07:52:01.197" v="41672"/>
          <ac:grpSpMkLst>
            <pc:docMk/>
            <pc:sldMk cId="3630951009" sldId="1029"/>
            <ac:grpSpMk id="341" creationId="{3E8D0D8B-0766-1DB6-9461-868DEB486DFA}"/>
          </ac:grpSpMkLst>
        </pc:grpChg>
        <pc:grpChg chg="del mod">
          <ac:chgData name="Wang, Yang - Gavin (T CED INW-CN)" userId="3bfd8117-d247-4416-84f8-c693ddb0b51a" providerId="ADAL" clId="{818DA5A0-48F4-4E85-8248-52437E656C31}" dt="2023-09-23T06:49:40.208" v="31998" actId="478"/>
          <ac:grpSpMkLst>
            <pc:docMk/>
            <pc:sldMk cId="3630951009" sldId="1029"/>
            <ac:grpSpMk id="345" creationId="{AADA3707-8668-E0FD-9F61-4328F09F50BA}"/>
          </ac:grpSpMkLst>
        </pc:grpChg>
        <pc:graphicFrameChg chg="del">
          <ac:chgData name="Wang, Yang - Gavin (T CED INW-CN)" userId="3bfd8117-d247-4416-84f8-c693ddb0b51a" providerId="ADAL" clId="{818DA5A0-48F4-4E85-8248-52437E656C31}" dt="2023-09-23T06:39:27.267" v="24746"/>
          <ac:graphicFrameMkLst>
            <pc:docMk/>
            <pc:sldMk cId="3630951009" sldId="1029"/>
            <ac:graphicFrameMk id="15" creationId="{60C17A6D-9002-DE70-0776-EAD8DC700BCF}"/>
          </ac:graphicFrameMkLst>
        </pc:graphicFrameChg>
        <pc:graphicFrameChg chg="add del mod replST">
          <ac:chgData name="Wang, Yang - Gavin (T CED INW-CN)" userId="3bfd8117-d247-4416-84f8-c693ddb0b51a" providerId="ADAL" clId="{818DA5A0-48F4-4E85-8248-52437E656C31}" dt="2023-09-23T06:42:29.246" v="27519"/>
          <ac:graphicFrameMkLst>
            <pc:docMk/>
            <pc:sldMk cId="3630951009" sldId="1029"/>
            <ac:graphicFrameMk id="16" creationId="{007C236C-FE47-DE64-1F60-2E10A3202240}"/>
          </ac:graphicFrameMkLst>
        </pc:graphicFrameChg>
        <pc:graphicFrameChg chg="add del mod replST">
          <ac:chgData name="Wang, Yang - Gavin (T CED INW-CN)" userId="3bfd8117-d247-4416-84f8-c693ddb0b51a" providerId="ADAL" clId="{818DA5A0-48F4-4E85-8248-52437E656C31}" dt="2023-09-23T06:42:41.294" v="27967"/>
          <ac:graphicFrameMkLst>
            <pc:docMk/>
            <pc:sldMk cId="3630951009" sldId="1029"/>
            <ac:graphicFrameMk id="64" creationId="{09DAC79B-0CAB-9D6C-D099-418291DEA29A}"/>
          </ac:graphicFrameMkLst>
        </pc:graphicFrameChg>
        <pc:graphicFrameChg chg="add del mod replST">
          <ac:chgData name="Wang, Yang - Gavin (T CED INW-CN)" userId="3bfd8117-d247-4416-84f8-c693ddb0b51a" providerId="ADAL" clId="{818DA5A0-48F4-4E85-8248-52437E656C31}" dt="2023-09-23T06:43:28.971" v="28109"/>
          <ac:graphicFrameMkLst>
            <pc:docMk/>
            <pc:sldMk cId="3630951009" sldId="1029"/>
            <ac:graphicFrameMk id="66" creationId="{1A32D5FC-1C90-7A11-0A97-31FD1041C14D}"/>
          </ac:graphicFrameMkLst>
        </pc:graphicFrameChg>
        <pc:graphicFrameChg chg="add del mod replST">
          <ac:chgData name="Wang, Yang - Gavin (T CED INW-CN)" userId="3bfd8117-d247-4416-84f8-c693ddb0b51a" providerId="ADAL" clId="{818DA5A0-48F4-4E85-8248-52437E656C31}" dt="2023-09-23T06:43:32.016" v="28251"/>
          <ac:graphicFrameMkLst>
            <pc:docMk/>
            <pc:sldMk cId="3630951009" sldId="1029"/>
            <ac:graphicFrameMk id="68" creationId="{2447DB86-11E0-8E38-7D1B-FFB787D0DA90}"/>
          </ac:graphicFrameMkLst>
        </pc:graphicFrameChg>
        <pc:graphicFrameChg chg="add del mod replST">
          <ac:chgData name="Wang, Yang - Gavin (T CED INW-CN)" userId="3bfd8117-d247-4416-84f8-c693ddb0b51a" providerId="ADAL" clId="{818DA5A0-48F4-4E85-8248-52437E656C31}" dt="2023-09-23T06:43:36.431" v="28445"/>
          <ac:graphicFrameMkLst>
            <pc:docMk/>
            <pc:sldMk cId="3630951009" sldId="1029"/>
            <ac:graphicFrameMk id="70" creationId="{C8A3D6D9-63F3-20BA-6FFD-A039FE40ACA7}"/>
          </ac:graphicFrameMkLst>
        </pc:graphicFrameChg>
        <pc:graphicFrameChg chg="add del mod replST">
          <ac:chgData name="Wang, Yang - Gavin (T CED INW-CN)" userId="3bfd8117-d247-4416-84f8-c693ddb0b51a" providerId="ADAL" clId="{818DA5A0-48F4-4E85-8248-52437E656C31}" dt="2023-09-23T06:43:40.481" v="28666"/>
          <ac:graphicFrameMkLst>
            <pc:docMk/>
            <pc:sldMk cId="3630951009" sldId="1029"/>
            <ac:graphicFrameMk id="72" creationId="{59ECCB21-01EF-79A3-2ACB-F28B7975E272}"/>
          </ac:graphicFrameMkLst>
        </pc:graphicFrameChg>
        <pc:graphicFrameChg chg="add del mod replST">
          <ac:chgData name="Wang, Yang - Gavin (T CED INW-CN)" userId="3bfd8117-d247-4416-84f8-c693ddb0b51a" providerId="ADAL" clId="{818DA5A0-48F4-4E85-8248-52437E656C31}" dt="2023-09-23T06:43:43.243" v="28779"/>
          <ac:graphicFrameMkLst>
            <pc:docMk/>
            <pc:sldMk cId="3630951009" sldId="1029"/>
            <ac:graphicFrameMk id="74" creationId="{90C939C2-932E-195C-687F-E7656805EF20}"/>
          </ac:graphicFrameMkLst>
        </pc:graphicFrameChg>
        <pc:graphicFrameChg chg="add del mod replST">
          <ac:chgData name="Wang, Yang - Gavin (T CED INW-CN)" userId="3bfd8117-d247-4416-84f8-c693ddb0b51a" providerId="ADAL" clId="{818DA5A0-48F4-4E85-8248-52437E656C31}" dt="2023-09-23T06:43:51.223" v="28914"/>
          <ac:graphicFrameMkLst>
            <pc:docMk/>
            <pc:sldMk cId="3630951009" sldId="1029"/>
            <ac:graphicFrameMk id="76" creationId="{61FA3F8D-812D-F82B-2573-ED6880C03EDF}"/>
          </ac:graphicFrameMkLst>
        </pc:graphicFrameChg>
        <pc:graphicFrameChg chg="add del mod replST">
          <ac:chgData name="Wang, Yang - Gavin (T CED INW-CN)" userId="3bfd8117-d247-4416-84f8-c693ddb0b51a" providerId="ADAL" clId="{818DA5A0-48F4-4E85-8248-52437E656C31}" dt="2023-09-23T06:44:48.602" v="29026"/>
          <ac:graphicFrameMkLst>
            <pc:docMk/>
            <pc:sldMk cId="3630951009" sldId="1029"/>
            <ac:graphicFrameMk id="78" creationId="{6B43D499-7A62-E902-C876-DF1C2DA47153}"/>
          </ac:graphicFrameMkLst>
        </pc:graphicFrameChg>
        <pc:graphicFrameChg chg="add del mod replST">
          <ac:chgData name="Wang, Yang - Gavin (T CED INW-CN)" userId="3bfd8117-d247-4416-84f8-c693ddb0b51a" providerId="ADAL" clId="{818DA5A0-48F4-4E85-8248-52437E656C31}" dt="2023-09-23T06:44:55.401" v="29133"/>
          <ac:graphicFrameMkLst>
            <pc:docMk/>
            <pc:sldMk cId="3630951009" sldId="1029"/>
            <ac:graphicFrameMk id="82" creationId="{7F975601-1685-E690-E434-3CEB4BA5E383}"/>
          </ac:graphicFrameMkLst>
        </pc:graphicFrameChg>
        <pc:graphicFrameChg chg="mod">
          <ac:chgData name="Wang, Yang - Gavin (T CED INW-CN)" userId="3bfd8117-d247-4416-84f8-c693ddb0b51a" providerId="ADAL" clId="{818DA5A0-48F4-4E85-8248-52437E656C31}" dt="2023-09-23T07:52:01.214" v="41682"/>
          <ac:graphicFrameMkLst>
            <pc:docMk/>
            <pc:sldMk cId="3630951009" sldId="1029"/>
            <ac:graphicFrameMk id="83" creationId="{633F392D-9D41-F2B7-2FBE-BF99B1C5EC39}"/>
          </ac:graphicFrameMkLst>
        </pc:graphicFrameChg>
        <pc:graphicFrameChg chg="add del mod replST">
          <ac:chgData name="Wang, Yang - Gavin (T CED INW-CN)" userId="3bfd8117-d247-4416-84f8-c693ddb0b51a" providerId="ADAL" clId="{818DA5A0-48F4-4E85-8248-52437E656C31}" dt="2023-09-23T06:45:08.014" v="29240"/>
          <ac:graphicFrameMkLst>
            <pc:docMk/>
            <pc:sldMk cId="3630951009" sldId="1029"/>
            <ac:graphicFrameMk id="85" creationId="{F77A7F88-6FF9-B52E-EBF0-80D303E9D671}"/>
          </ac:graphicFrameMkLst>
        </pc:graphicFrameChg>
        <pc:graphicFrameChg chg="add del mod replST">
          <ac:chgData name="Wang, Yang - Gavin (T CED INW-CN)" userId="3bfd8117-d247-4416-84f8-c693ddb0b51a" providerId="ADAL" clId="{818DA5A0-48F4-4E85-8248-52437E656C31}" dt="2023-09-23T06:45:44.363" v="29351"/>
          <ac:graphicFrameMkLst>
            <pc:docMk/>
            <pc:sldMk cId="3630951009" sldId="1029"/>
            <ac:graphicFrameMk id="87" creationId="{B40FB869-C6A1-FC15-A36B-F1C11DE38DAE}"/>
          </ac:graphicFrameMkLst>
        </pc:graphicFrameChg>
        <pc:graphicFrameChg chg="add del mod replST">
          <ac:chgData name="Wang, Yang - Gavin (T CED INW-CN)" userId="3bfd8117-d247-4416-84f8-c693ddb0b51a" providerId="ADAL" clId="{818DA5A0-48F4-4E85-8248-52437E656C31}" dt="2023-09-23T06:45:51.821" v="29460"/>
          <ac:graphicFrameMkLst>
            <pc:docMk/>
            <pc:sldMk cId="3630951009" sldId="1029"/>
            <ac:graphicFrameMk id="90" creationId="{E064FF88-309F-2D20-C6D7-7CA959C1DCFA}"/>
          </ac:graphicFrameMkLst>
        </pc:graphicFrameChg>
        <pc:graphicFrameChg chg="add del mod replST">
          <ac:chgData name="Wang, Yang - Gavin (T CED INW-CN)" userId="3bfd8117-d247-4416-84f8-c693ddb0b51a" providerId="ADAL" clId="{818DA5A0-48F4-4E85-8248-52437E656C31}" dt="2023-09-23T06:45:56.319" v="29569"/>
          <ac:graphicFrameMkLst>
            <pc:docMk/>
            <pc:sldMk cId="3630951009" sldId="1029"/>
            <ac:graphicFrameMk id="92" creationId="{21C14754-E939-F470-8AB6-51DC919581E1}"/>
          </ac:graphicFrameMkLst>
        </pc:graphicFrameChg>
        <pc:graphicFrameChg chg="add del mod replST">
          <ac:chgData name="Wang, Yang - Gavin (T CED INW-CN)" userId="3bfd8117-d247-4416-84f8-c693ddb0b51a" providerId="ADAL" clId="{818DA5A0-48F4-4E85-8248-52437E656C31}" dt="2023-09-23T06:46:00.791" v="29678"/>
          <ac:graphicFrameMkLst>
            <pc:docMk/>
            <pc:sldMk cId="3630951009" sldId="1029"/>
            <ac:graphicFrameMk id="94" creationId="{AD469F7F-E8EC-55EE-3FD9-84DF74969622}"/>
          </ac:graphicFrameMkLst>
        </pc:graphicFrameChg>
        <pc:graphicFrameChg chg="add del mod replST delST">
          <ac:chgData name="Wang, Yang - Gavin (T CED INW-CN)" userId="3bfd8117-d247-4416-84f8-c693ddb0b51a" providerId="ADAL" clId="{818DA5A0-48F4-4E85-8248-52437E656C31}" dt="2023-09-23T06:42:21.248" v="27398"/>
          <ac:graphicFrameMkLst>
            <pc:docMk/>
            <pc:sldMk cId="3630951009" sldId="1029"/>
            <ac:graphicFrameMk id="265" creationId="{154D558A-5A73-98E6-4860-59B3828A0BBD}"/>
          </ac:graphicFrameMkLst>
        </pc:graphicFrameChg>
        <pc:graphicFrameChg chg="add del mod replST delST">
          <ac:chgData name="Wang, Yang - Gavin (T CED INW-CN)" userId="3bfd8117-d247-4416-84f8-c693ddb0b51a" providerId="ADAL" clId="{818DA5A0-48F4-4E85-8248-52437E656C31}" dt="2023-09-23T06:42:19.931" v="27323"/>
          <ac:graphicFrameMkLst>
            <pc:docMk/>
            <pc:sldMk cId="3630951009" sldId="1029"/>
            <ac:graphicFrameMk id="267" creationId="{77893B26-57A7-E0DD-FA42-5DFA8FC81C5E}"/>
          </ac:graphicFrameMkLst>
        </pc:graphicFrameChg>
        <pc:graphicFrameChg chg="add del mod replST delST">
          <ac:chgData name="Wang, Yang - Gavin (T CED INW-CN)" userId="3bfd8117-d247-4416-84f8-c693ddb0b51a" providerId="ADAL" clId="{818DA5A0-48F4-4E85-8248-52437E656C31}" dt="2023-09-23T06:42:16.133" v="27247"/>
          <ac:graphicFrameMkLst>
            <pc:docMk/>
            <pc:sldMk cId="3630951009" sldId="1029"/>
            <ac:graphicFrameMk id="269" creationId="{66B1E91F-BA20-211F-60CD-886CC58DD332}"/>
          </ac:graphicFrameMkLst>
        </pc:graphicFrameChg>
        <pc:graphicFrameChg chg="add del mod replST delST">
          <ac:chgData name="Wang, Yang - Gavin (T CED INW-CN)" userId="3bfd8117-d247-4416-84f8-c693ddb0b51a" providerId="ADAL" clId="{818DA5A0-48F4-4E85-8248-52437E656C31}" dt="2023-09-23T06:42:15.046" v="27171"/>
          <ac:graphicFrameMkLst>
            <pc:docMk/>
            <pc:sldMk cId="3630951009" sldId="1029"/>
            <ac:graphicFrameMk id="271" creationId="{7C371E75-6C48-9F02-1E33-9C747356EF6B}"/>
          </ac:graphicFrameMkLst>
        </pc:graphicFrameChg>
        <pc:graphicFrameChg chg="add del mod replST delST">
          <ac:chgData name="Wang, Yang - Gavin (T CED INW-CN)" userId="3bfd8117-d247-4416-84f8-c693ddb0b51a" providerId="ADAL" clId="{818DA5A0-48F4-4E85-8248-52437E656C31}" dt="2023-09-23T06:42:14.024" v="27095"/>
          <ac:graphicFrameMkLst>
            <pc:docMk/>
            <pc:sldMk cId="3630951009" sldId="1029"/>
            <ac:graphicFrameMk id="276" creationId="{6949DFA6-03CD-88C5-324C-0F6A6B48B1E7}"/>
          </ac:graphicFrameMkLst>
        </pc:graphicFrameChg>
        <pc:graphicFrameChg chg="add del mod replST delST">
          <ac:chgData name="Wang, Yang - Gavin (T CED INW-CN)" userId="3bfd8117-d247-4416-84f8-c693ddb0b51a" providerId="ADAL" clId="{818DA5A0-48F4-4E85-8248-52437E656C31}" dt="2023-09-23T06:42:13.648" v="27019"/>
          <ac:graphicFrameMkLst>
            <pc:docMk/>
            <pc:sldMk cId="3630951009" sldId="1029"/>
            <ac:graphicFrameMk id="280" creationId="{8DC14631-95FC-9CA9-E6E6-415C936F5660}"/>
          </ac:graphicFrameMkLst>
        </pc:graphicFrameChg>
        <pc:graphicFrameChg chg="add mod replST delST">
          <ac:chgData name="Wang, Yang - Gavin (T CED INW-CN)" userId="3bfd8117-d247-4416-84f8-c693ddb0b51a" providerId="ADAL" clId="{818DA5A0-48F4-4E85-8248-52437E656C31}" dt="2023-09-23T06:42:12.864" v="26945"/>
          <ac:graphicFrameMkLst>
            <pc:docMk/>
            <pc:sldMk cId="3630951009" sldId="1029"/>
            <ac:graphicFrameMk id="282" creationId="{AF48277A-42FB-A6EA-9B84-D42363B24B5D}"/>
          </ac:graphicFrameMkLst>
        </pc:graphicFrameChg>
        <pc:graphicFrameChg chg="add del mod replST">
          <ac:chgData name="Wang, Yang - Gavin (T CED INW-CN)" userId="3bfd8117-d247-4416-84f8-c693ddb0b51a" providerId="ADAL" clId="{818DA5A0-48F4-4E85-8248-52437E656C31}" dt="2023-09-23T06:42:33.824" v="27662"/>
          <ac:graphicFrameMkLst>
            <pc:docMk/>
            <pc:sldMk cId="3630951009" sldId="1029"/>
            <ac:graphicFrameMk id="284" creationId="{DE724812-3E27-4176-1A93-60746299D501}"/>
          </ac:graphicFrameMkLst>
        </pc:graphicFrameChg>
        <pc:graphicFrameChg chg="add del mod replST">
          <ac:chgData name="Wang, Yang - Gavin (T CED INW-CN)" userId="3bfd8117-d247-4416-84f8-c693ddb0b51a" providerId="ADAL" clId="{818DA5A0-48F4-4E85-8248-52437E656C31}" dt="2023-09-23T06:42:36.331" v="27806"/>
          <ac:graphicFrameMkLst>
            <pc:docMk/>
            <pc:sldMk cId="3630951009" sldId="1029"/>
            <ac:graphicFrameMk id="286" creationId="{253D280A-8A47-CBA7-CE27-E1BE899E6F84}"/>
          </ac:graphicFrameMkLst>
        </pc:graphicFrameChg>
        <pc:graphicFrameChg chg="add del mod replST">
          <ac:chgData name="Wang, Yang - Gavin (T CED INW-CN)" userId="3bfd8117-d247-4416-84f8-c693ddb0b51a" providerId="ADAL" clId="{818DA5A0-48F4-4E85-8248-52437E656C31}" dt="2023-09-23T06:46:05.212" v="29787"/>
          <ac:graphicFrameMkLst>
            <pc:docMk/>
            <pc:sldMk cId="3630951009" sldId="1029"/>
            <ac:graphicFrameMk id="288" creationId="{656FC792-4435-8453-8A55-C1774348651A}"/>
          </ac:graphicFrameMkLst>
        </pc:graphicFrameChg>
        <pc:graphicFrameChg chg="add del mod replST">
          <ac:chgData name="Wang, Yang - Gavin (T CED INW-CN)" userId="3bfd8117-d247-4416-84f8-c693ddb0b51a" providerId="ADAL" clId="{818DA5A0-48F4-4E85-8248-52437E656C31}" dt="2023-09-23T06:46:12.311" v="29896"/>
          <ac:graphicFrameMkLst>
            <pc:docMk/>
            <pc:sldMk cId="3630951009" sldId="1029"/>
            <ac:graphicFrameMk id="290" creationId="{B0671501-6A74-3B87-7039-69235CCCBCE6}"/>
          </ac:graphicFrameMkLst>
        </pc:graphicFrameChg>
        <pc:graphicFrameChg chg="add del mod replST">
          <ac:chgData name="Wang, Yang - Gavin (T CED INW-CN)" userId="3bfd8117-d247-4416-84f8-c693ddb0b51a" providerId="ADAL" clId="{818DA5A0-48F4-4E85-8248-52437E656C31}" dt="2023-09-23T06:46:16.111" v="30005"/>
          <ac:graphicFrameMkLst>
            <pc:docMk/>
            <pc:sldMk cId="3630951009" sldId="1029"/>
            <ac:graphicFrameMk id="292" creationId="{F18AE679-6E94-382F-7293-89E75170B892}"/>
          </ac:graphicFrameMkLst>
        </pc:graphicFrameChg>
        <pc:graphicFrameChg chg="add del mod replST">
          <ac:chgData name="Wang, Yang - Gavin (T CED INW-CN)" userId="3bfd8117-d247-4416-84f8-c693ddb0b51a" providerId="ADAL" clId="{818DA5A0-48F4-4E85-8248-52437E656C31}" dt="2023-09-23T06:46:23.599" v="30114"/>
          <ac:graphicFrameMkLst>
            <pc:docMk/>
            <pc:sldMk cId="3630951009" sldId="1029"/>
            <ac:graphicFrameMk id="294" creationId="{250EA4C7-7B2B-95C7-FBDA-752CD49087D0}"/>
          </ac:graphicFrameMkLst>
        </pc:graphicFrameChg>
        <pc:graphicFrameChg chg="add del mod replST">
          <ac:chgData name="Wang, Yang - Gavin (T CED INW-CN)" userId="3bfd8117-d247-4416-84f8-c693ddb0b51a" providerId="ADAL" clId="{818DA5A0-48F4-4E85-8248-52437E656C31}" dt="2023-09-23T06:46:27.413" v="30223"/>
          <ac:graphicFrameMkLst>
            <pc:docMk/>
            <pc:sldMk cId="3630951009" sldId="1029"/>
            <ac:graphicFrameMk id="296" creationId="{8AC2D1D2-5731-0C04-97C6-D734DB779A5F}"/>
          </ac:graphicFrameMkLst>
        </pc:graphicFrameChg>
        <pc:graphicFrameChg chg="add del mod replST">
          <ac:chgData name="Wang, Yang - Gavin (T CED INW-CN)" userId="3bfd8117-d247-4416-84f8-c693ddb0b51a" providerId="ADAL" clId="{818DA5A0-48F4-4E85-8248-52437E656C31}" dt="2023-09-23T06:46:30.739" v="30332"/>
          <ac:graphicFrameMkLst>
            <pc:docMk/>
            <pc:sldMk cId="3630951009" sldId="1029"/>
            <ac:graphicFrameMk id="298" creationId="{ED2F5678-9C76-1A6D-4608-ED2973A63ED1}"/>
          </ac:graphicFrameMkLst>
        </pc:graphicFrameChg>
        <pc:graphicFrameChg chg="add del mod replST">
          <ac:chgData name="Wang, Yang - Gavin (T CED INW-CN)" userId="3bfd8117-d247-4416-84f8-c693ddb0b51a" providerId="ADAL" clId="{818DA5A0-48F4-4E85-8248-52437E656C31}" dt="2023-09-23T06:46:36.195" v="30441"/>
          <ac:graphicFrameMkLst>
            <pc:docMk/>
            <pc:sldMk cId="3630951009" sldId="1029"/>
            <ac:graphicFrameMk id="300" creationId="{C3840AB8-F4B7-C91C-CEF1-8E10D0C68150}"/>
          </ac:graphicFrameMkLst>
        </pc:graphicFrameChg>
        <pc:graphicFrameChg chg="add del mod replST">
          <ac:chgData name="Wang, Yang - Gavin (T CED INW-CN)" userId="3bfd8117-d247-4416-84f8-c693ddb0b51a" providerId="ADAL" clId="{818DA5A0-48F4-4E85-8248-52437E656C31}" dt="2023-09-23T06:46:39.917" v="30550"/>
          <ac:graphicFrameMkLst>
            <pc:docMk/>
            <pc:sldMk cId="3630951009" sldId="1029"/>
            <ac:graphicFrameMk id="302" creationId="{60396D35-A248-A8F4-8697-4CC2E8FCD3A8}"/>
          </ac:graphicFrameMkLst>
        </pc:graphicFrameChg>
        <pc:graphicFrameChg chg="add del mod replST">
          <ac:chgData name="Wang, Yang - Gavin (T CED INW-CN)" userId="3bfd8117-d247-4416-84f8-c693ddb0b51a" providerId="ADAL" clId="{818DA5A0-48F4-4E85-8248-52437E656C31}" dt="2023-09-23T06:46:44.431" v="30659"/>
          <ac:graphicFrameMkLst>
            <pc:docMk/>
            <pc:sldMk cId="3630951009" sldId="1029"/>
            <ac:graphicFrameMk id="304" creationId="{37A3D7F6-0573-52E8-E438-B158921CE4E0}"/>
          </ac:graphicFrameMkLst>
        </pc:graphicFrameChg>
        <pc:graphicFrameChg chg="add del mod replST">
          <ac:chgData name="Wang, Yang - Gavin (T CED INW-CN)" userId="3bfd8117-d247-4416-84f8-c693ddb0b51a" providerId="ADAL" clId="{818DA5A0-48F4-4E85-8248-52437E656C31}" dt="2023-09-23T06:46:48.468" v="30768"/>
          <ac:graphicFrameMkLst>
            <pc:docMk/>
            <pc:sldMk cId="3630951009" sldId="1029"/>
            <ac:graphicFrameMk id="306" creationId="{71074A30-E54F-86D2-D75B-B27359379ABD}"/>
          </ac:graphicFrameMkLst>
        </pc:graphicFrameChg>
        <pc:graphicFrameChg chg="add del mod replST">
          <ac:chgData name="Wang, Yang - Gavin (T CED INW-CN)" userId="3bfd8117-d247-4416-84f8-c693ddb0b51a" providerId="ADAL" clId="{818DA5A0-48F4-4E85-8248-52437E656C31}" dt="2023-09-23T06:46:56.310" v="30877"/>
          <ac:graphicFrameMkLst>
            <pc:docMk/>
            <pc:sldMk cId="3630951009" sldId="1029"/>
            <ac:graphicFrameMk id="308" creationId="{2FBE58A2-AD73-59CA-9B1B-FC3BC33A1387}"/>
          </ac:graphicFrameMkLst>
        </pc:graphicFrameChg>
        <pc:graphicFrameChg chg="add del mod replST">
          <ac:chgData name="Wang, Yang - Gavin (T CED INW-CN)" userId="3bfd8117-d247-4416-84f8-c693ddb0b51a" providerId="ADAL" clId="{818DA5A0-48F4-4E85-8248-52437E656C31}" dt="2023-09-23T06:54:27.843" v="37814"/>
          <ac:graphicFrameMkLst>
            <pc:docMk/>
            <pc:sldMk cId="3630951009" sldId="1029"/>
            <ac:graphicFrameMk id="310" creationId="{953F1595-8F8A-E553-7736-79D1C3BCA620}"/>
          </ac:graphicFrameMkLst>
        </pc:graphicFrameChg>
        <pc:graphicFrameChg chg="add mod replST delST">
          <ac:chgData name="Wang, Yang - Gavin (T CED INW-CN)" userId="3bfd8117-d247-4416-84f8-c693ddb0b51a" providerId="ADAL" clId="{818DA5A0-48F4-4E85-8248-52437E656C31}" dt="2023-09-23T06:51:58.041" v="32555"/>
          <ac:graphicFrameMkLst>
            <pc:docMk/>
            <pc:sldMk cId="3630951009" sldId="1029"/>
            <ac:graphicFrameMk id="356" creationId="{D7A27405-C83C-2BEF-08C0-43309CF3F791}"/>
          </ac:graphicFrameMkLst>
        </pc:graphicFrameChg>
        <pc:graphicFrameChg chg="add mod replST delST">
          <ac:chgData name="Wang, Yang - Gavin (T CED INW-CN)" userId="3bfd8117-d247-4416-84f8-c693ddb0b51a" providerId="ADAL" clId="{818DA5A0-48F4-4E85-8248-52437E656C31}" dt="2023-09-23T06:52:09.624" v="33047"/>
          <ac:graphicFrameMkLst>
            <pc:docMk/>
            <pc:sldMk cId="3630951009" sldId="1029"/>
            <ac:graphicFrameMk id="364" creationId="{0A82F52A-EAB9-7043-3DB3-426BAA27C621}"/>
          </ac:graphicFrameMkLst>
        </pc:graphicFrameChg>
        <pc:graphicFrameChg chg="add del mod replST delST">
          <ac:chgData name="Wang, Yang - Gavin (T CED INW-CN)" userId="3bfd8117-d247-4416-84f8-c693ddb0b51a" providerId="ADAL" clId="{818DA5A0-48F4-4E85-8248-52437E656C31}" dt="2023-09-23T06:53:07.425" v="37011"/>
          <ac:graphicFrameMkLst>
            <pc:docMk/>
            <pc:sldMk cId="3630951009" sldId="1029"/>
            <ac:graphicFrameMk id="369" creationId="{27BAB84C-2DB4-3845-D289-B33B7C3DFFED}"/>
          </ac:graphicFrameMkLst>
        </pc:graphicFrameChg>
        <pc:graphicFrameChg chg="add mod replST delST">
          <ac:chgData name="Wang, Yang - Gavin (T CED INW-CN)" userId="3bfd8117-d247-4416-84f8-c693ddb0b51a" providerId="ADAL" clId="{818DA5A0-48F4-4E85-8248-52437E656C31}" dt="2023-09-23T06:52:15.126" v="33617"/>
          <ac:graphicFrameMkLst>
            <pc:docMk/>
            <pc:sldMk cId="3630951009" sldId="1029"/>
            <ac:graphicFrameMk id="371" creationId="{BB354CE8-96E2-A229-1166-3DD67FCA7AD4}"/>
          </ac:graphicFrameMkLst>
        </pc:graphicFrameChg>
        <pc:graphicFrameChg chg="add del mod replST delST">
          <ac:chgData name="Wang, Yang - Gavin (T CED INW-CN)" userId="3bfd8117-d247-4416-84f8-c693ddb0b51a" providerId="ADAL" clId="{818DA5A0-48F4-4E85-8248-52437E656C31}" dt="2023-09-23T06:52:54.022" v="36365"/>
          <ac:graphicFrameMkLst>
            <pc:docMk/>
            <pc:sldMk cId="3630951009" sldId="1029"/>
            <ac:graphicFrameMk id="376" creationId="{C9A91C97-44CA-ED84-1BCE-67E7D73AC353}"/>
          </ac:graphicFrameMkLst>
        </pc:graphicFrameChg>
        <pc:graphicFrameChg chg="add del mod replST delST">
          <ac:chgData name="Wang, Yang - Gavin (T CED INW-CN)" userId="3bfd8117-d247-4416-84f8-c693ddb0b51a" providerId="ADAL" clId="{818DA5A0-48F4-4E85-8248-52437E656C31}" dt="2023-09-23T06:52:26.335" v="34875"/>
          <ac:graphicFrameMkLst>
            <pc:docMk/>
            <pc:sldMk cId="3630951009" sldId="1029"/>
            <ac:graphicFrameMk id="378" creationId="{279071C0-E30B-DDCF-A98E-8334D4C1B90C}"/>
          </ac:graphicFrameMkLst>
        </pc:graphicFrameChg>
        <pc:graphicFrameChg chg="add del mod replST delST">
          <ac:chgData name="Wang, Yang - Gavin (T CED INW-CN)" userId="3bfd8117-d247-4416-84f8-c693ddb0b51a" providerId="ADAL" clId="{818DA5A0-48F4-4E85-8248-52437E656C31}" dt="2023-09-23T06:52:24.595" v="34765"/>
          <ac:graphicFrameMkLst>
            <pc:docMk/>
            <pc:sldMk cId="3630951009" sldId="1029"/>
            <ac:graphicFrameMk id="383" creationId="{BEA5FA1A-F35E-C0FF-846B-B4EDCBFE9969}"/>
          </ac:graphicFrameMkLst>
        </pc:graphicFrameChg>
        <pc:graphicFrameChg chg="add mod replST delST">
          <ac:chgData name="Wang, Yang - Gavin (T CED INW-CN)" userId="3bfd8117-d247-4416-84f8-c693ddb0b51a" providerId="ADAL" clId="{818DA5A0-48F4-4E85-8248-52437E656C31}" dt="2023-09-23T06:52:23.925" v="34611"/>
          <ac:graphicFrameMkLst>
            <pc:docMk/>
            <pc:sldMk cId="3630951009" sldId="1029"/>
            <ac:graphicFrameMk id="385" creationId="{BC046894-6D46-83C3-C63E-4D6C543C44D3}"/>
          </ac:graphicFrameMkLst>
        </pc:graphicFrameChg>
        <pc:graphicFrameChg chg="add del mod replST delST">
          <ac:chgData name="Wang, Yang - Gavin (T CED INW-CN)" userId="3bfd8117-d247-4416-84f8-c693ddb0b51a" providerId="ADAL" clId="{818DA5A0-48F4-4E85-8248-52437E656C31}" dt="2023-09-23T06:52:52.902" v="36157"/>
          <ac:graphicFrameMkLst>
            <pc:docMk/>
            <pc:sldMk cId="3630951009" sldId="1029"/>
            <ac:graphicFrameMk id="391" creationId="{D81F63A5-0112-793F-D268-ECB4C0995128}"/>
          </ac:graphicFrameMkLst>
        </pc:graphicFrameChg>
        <pc:graphicFrameChg chg="add del mod replST delST">
          <ac:chgData name="Wang, Yang - Gavin (T CED INW-CN)" userId="3bfd8117-d247-4416-84f8-c693ddb0b51a" providerId="ADAL" clId="{818DA5A0-48F4-4E85-8248-52437E656C31}" dt="2023-09-23T06:52:51.743" v="35898"/>
          <ac:graphicFrameMkLst>
            <pc:docMk/>
            <pc:sldMk cId="3630951009" sldId="1029"/>
            <ac:graphicFrameMk id="393" creationId="{42FB3231-A928-B8F3-805A-E20CEDD190E2}"/>
          </ac:graphicFrameMkLst>
        </pc:graphicFrameChg>
        <pc:graphicFrameChg chg="add mod replST delST">
          <ac:chgData name="Wang, Yang - Gavin (T CED INW-CN)" userId="3bfd8117-d247-4416-84f8-c693ddb0b51a" providerId="ADAL" clId="{818DA5A0-48F4-4E85-8248-52437E656C31}" dt="2023-09-23T06:52:51.236" v="35783"/>
          <ac:graphicFrameMkLst>
            <pc:docMk/>
            <pc:sldMk cId="3630951009" sldId="1029"/>
            <ac:graphicFrameMk id="395" creationId="{DF54BEE4-21C8-1D46-B8A4-9A1D6EEF870E}"/>
          </ac:graphicFrameMkLst>
        </pc:graphicFrameChg>
        <pc:graphicFrameChg chg="add mod replST delST">
          <ac:chgData name="Wang, Yang - Gavin (T CED INW-CN)" userId="3bfd8117-d247-4416-84f8-c693ddb0b51a" providerId="ADAL" clId="{818DA5A0-48F4-4E85-8248-52437E656C31}" dt="2023-09-23T06:54:12.216" v="37614"/>
          <ac:graphicFrameMkLst>
            <pc:docMk/>
            <pc:sldMk cId="3630951009" sldId="1029"/>
            <ac:graphicFrameMk id="401" creationId="{28803CCF-ADF8-1796-516A-8B85C67B39B9}"/>
          </ac:graphicFrameMkLst>
        </pc:graphicFrameChg>
        <pc:graphicFrameChg chg="add del mod replST">
          <ac:chgData name="Wang, Yang - Gavin (T CED INW-CN)" userId="3bfd8117-d247-4416-84f8-c693ddb0b51a" providerId="ADAL" clId="{818DA5A0-48F4-4E85-8248-52437E656C31}" dt="2023-09-23T06:54:44.510" v="37961"/>
          <ac:graphicFrameMkLst>
            <pc:docMk/>
            <pc:sldMk cId="3630951009" sldId="1029"/>
            <ac:graphicFrameMk id="405" creationId="{B284E649-4136-46A0-D8EE-3AC9DAB674AC}"/>
          </ac:graphicFrameMkLst>
        </pc:graphicFrameChg>
        <pc:graphicFrameChg chg="add del mod replST">
          <ac:chgData name="Wang, Yang - Gavin (T CED INW-CN)" userId="3bfd8117-d247-4416-84f8-c693ddb0b51a" providerId="ADAL" clId="{818DA5A0-48F4-4E85-8248-52437E656C31}" dt="2023-09-23T06:54:56.206" v="38115"/>
          <ac:graphicFrameMkLst>
            <pc:docMk/>
            <pc:sldMk cId="3630951009" sldId="1029"/>
            <ac:graphicFrameMk id="407" creationId="{1E557664-1690-BFB3-7588-551FADE1C7B0}"/>
          </ac:graphicFrameMkLst>
        </pc:graphicFrameChg>
        <pc:graphicFrameChg chg="add del mod replST">
          <ac:chgData name="Wang, Yang - Gavin (T CED INW-CN)" userId="3bfd8117-d247-4416-84f8-c693ddb0b51a" providerId="ADAL" clId="{818DA5A0-48F4-4E85-8248-52437E656C31}" dt="2023-09-23T06:55:06.318" v="38252"/>
          <ac:graphicFrameMkLst>
            <pc:docMk/>
            <pc:sldMk cId="3630951009" sldId="1029"/>
            <ac:graphicFrameMk id="409" creationId="{0A796258-EF2C-9898-4D3D-F855F6129DD9}"/>
          </ac:graphicFrameMkLst>
        </pc:graphicFrameChg>
        <pc:graphicFrameChg chg="add del mod replST">
          <ac:chgData name="Wang, Yang - Gavin (T CED INW-CN)" userId="3bfd8117-d247-4416-84f8-c693ddb0b51a" providerId="ADAL" clId="{818DA5A0-48F4-4E85-8248-52437E656C31}" dt="2023-09-23T06:55:10.823" v="38462"/>
          <ac:graphicFrameMkLst>
            <pc:docMk/>
            <pc:sldMk cId="3630951009" sldId="1029"/>
            <ac:graphicFrameMk id="411" creationId="{BA3EB8E7-37A8-EEAC-5A23-057EAFCED01E}"/>
          </ac:graphicFrameMkLst>
        </pc:graphicFrameChg>
        <pc:graphicFrameChg chg="add del mod replST">
          <ac:chgData name="Wang, Yang - Gavin (T CED INW-CN)" userId="3bfd8117-d247-4416-84f8-c693ddb0b51a" providerId="ADAL" clId="{818DA5A0-48F4-4E85-8248-52437E656C31}" dt="2023-09-23T06:55:32.777" v="39244"/>
          <ac:graphicFrameMkLst>
            <pc:docMk/>
            <pc:sldMk cId="3630951009" sldId="1029"/>
            <ac:graphicFrameMk id="416" creationId="{FDC14C10-54A1-43F5-2642-E40AD4A548FA}"/>
          </ac:graphicFrameMkLst>
        </pc:graphicFrameChg>
        <pc:graphicFrameChg chg="add del mod replST delST">
          <ac:chgData name="Wang, Yang - Gavin (T CED INW-CN)" userId="3bfd8117-d247-4416-84f8-c693ddb0b51a" providerId="ADAL" clId="{818DA5A0-48F4-4E85-8248-52437E656C31}" dt="2023-09-23T06:55:26.227" v="39118"/>
          <ac:graphicFrameMkLst>
            <pc:docMk/>
            <pc:sldMk cId="3630951009" sldId="1029"/>
            <ac:graphicFrameMk id="418" creationId="{B64E98A8-6360-1623-1F64-0F317AAAEF79}"/>
          </ac:graphicFrameMkLst>
        </pc:graphicFrameChg>
        <pc:graphicFrameChg chg="add mod replST delST">
          <ac:chgData name="Wang, Yang - Gavin (T CED INW-CN)" userId="3bfd8117-d247-4416-84f8-c693ddb0b51a" providerId="ADAL" clId="{818DA5A0-48F4-4E85-8248-52437E656C31}" dt="2023-09-23T06:55:25.631" v="39036"/>
          <ac:graphicFrameMkLst>
            <pc:docMk/>
            <pc:sldMk cId="3630951009" sldId="1029"/>
            <ac:graphicFrameMk id="423" creationId="{A4DF54AC-30C3-8401-DBB8-FE2059092F04}"/>
          </ac:graphicFrameMkLst>
        </pc:graphicFrameChg>
        <pc:graphicFrameChg chg="add del mod replST">
          <ac:chgData name="Wang, Yang - Gavin (T CED INW-CN)" userId="3bfd8117-d247-4416-84f8-c693ddb0b51a" providerId="ADAL" clId="{818DA5A0-48F4-4E85-8248-52437E656C31}" dt="2023-09-23T06:55:40.527" v="39371"/>
          <ac:graphicFrameMkLst>
            <pc:docMk/>
            <pc:sldMk cId="3630951009" sldId="1029"/>
            <ac:graphicFrameMk id="425" creationId="{5CC3EB05-6770-C753-809B-B1FCD5F2ECFC}"/>
          </ac:graphicFrameMkLst>
        </pc:graphicFrameChg>
        <pc:graphicFrameChg chg="add del mod replST">
          <ac:chgData name="Wang, Yang - Gavin (T CED INW-CN)" userId="3bfd8117-d247-4416-84f8-c693ddb0b51a" providerId="ADAL" clId="{818DA5A0-48F4-4E85-8248-52437E656C31}" dt="2023-09-23T06:55:47.677" v="39493"/>
          <ac:graphicFrameMkLst>
            <pc:docMk/>
            <pc:sldMk cId="3630951009" sldId="1029"/>
            <ac:graphicFrameMk id="427" creationId="{1912D907-0056-0F20-090C-0D3931E6A0BE}"/>
          </ac:graphicFrameMkLst>
        </pc:graphicFrameChg>
        <pc:graphicFrameChg chg="add del mod replST">
          <ac:chgData name="Wang, Yang - Gavin (T CED INW-CN)" userId="3bfd8117-d247-4416-84f8-c693ddb0b51a" providerId="ADAL" clId="{818DA5A0-48F4-4E85-8248-52437E656C31}" dt="2023-09-23T06:55:51.306" v="39659"/>
          <ac:graphicFrameMkLst>
            <pc:docMk/>
            <pc:sldMk cId="3630951009" sldId="1029"/>
            <ac:graphicFrameMk id="429" creationId="{05C2F95D-F56A-2B4F-873E-15657EDF8F31}"/>
          </ac:graphicFrameMkLst>
        </pc:graphicFrameChg>
        <pc:graphicFrameChg chg="add del mod replST">
          <ac:chgData name="Wang, Yang - Gavin (T CED INW-CN)" userId="3bfd8117-d247-4416-84f8-c693ddb0b51a" providerId="ADAL" clId="{818DA5A0-48F4-4E85-8248-52437E656C31}" dt="2023-09-23T06:55:55.810" v="39807"/>
          <ac:graphicFrameMkLst>
            <pc:docMk/>
            <pc:sldMk cId="3630951009" sldId="1029"/>
            <ac:graphicFrameMk id="431" creationId="{1D488EF6-8692-8311-831A-2ADBE375AAE0}"/>
          </ac:graphicFrameMkLst>
        </pc:graphicFrameChg>
        <pc:graphicFrameChg chg="add del mod replST">
          <ac:chgData name="Wang, Yang - Gavin (T CED INW-CN)" userId="3bfd8117-d247-4416-84f8-c693ddb0b51a" providerId="ADAL" clId="{818DA5A0-48F4-4E85-8248-52437E656C31}" dt="2023-09-23T06:55:57.929" v="39941"/>
          <ac:graphicFrameMkLst>
            <pc:docMk/>
            <pc:sldMk cId="3630951009" sldId="1029"/>
            <ac:graphicFrameMk id="433" creationId="{C4C1F1AA-D150-816F-F271-9E32D5198032}"/>
          </ac:graphicFrameMkLst>
        </pc:graphicFrameChg>
        <pc:graphicFrameChg chg="add del mod replST">
          <ac:chgData name="Wang, Yang - Gavin (T CED INW-CN)" userId="3bfd8117-d247-4416-84f8-c693ddb0b51a" providerId="ADAL" clId="{818DA5A0-48F4-4E85-8248-52437E656C31}" dt="2023-09-23T06:56:12.841" v="40175"/>
          <ac:graphicFrameMkLst>
            <pc:docMk/>
            <pc:sldMk cId="3630951009" sldId="1029"/>
            <ac:graphicFrameMk id="435" creationId="{86FA8E0D-5B66-C875-49D4-6E40DC45A941}"/>
          </ac:graphicFrameMkLst>
        </pc:graphicFrameChg>
        <pc:graphicFrameChg chg="add del mod replST">
          <ac:chgData name="Wang, Yang - Gavin (T CED INW-CN)" userId="3bfd8117-d247-4416-84f8-c693ddb0b51a" providerId="ADAL" clId="{818DA5A0-48F4-4E85-8248-52437E656C31}" dt="2023-09-23T06:56:22.942" v="40386"/>
          <ac:graphicFrameMkLst>
            <pc:docMk/>
            <pc:sldMk cId="3630951009" sldId="1029"/>
            <ac:graphicFrameMk id="441" creationId="{40EF1F0E-D601-EF10-8540-B6F4C5E97A40}"/>
          </ac:graphicFrameMkLst>
        </pc:graphicFrameChg>
        <pc:graphicFrameChg chg="add del mod replST">
          <ac:chgData name="Wang, Yang - Gavin (T CED INW-CN)" userId="3bfd8117-d247-4416-84f8-c693ddb0b51a" providerId="ADAL" clId="{818DA5A0-48F4-4E85-8248-52437E656C31}" dt="2023-09-23T06:56:28.323" v="40597"/>
          <ac:graphicFrameMkLst>
            <pc:docMk/>
            <pc:sldMk cId="3630951009" sldId="1029"/>
            <ac:graphicFrameMk id="443" creationId="{1C7629EC-7D2A-5903-2DDF-AEE445F41F9C}"/>
          </ac:graphicFrameMkLst>
        </pc:graphicFrameChg>
        <pc:graphicFrameChg chg="add del mod replST">
          <ac:chgData name="Wang, Yang - Gavin (T CED INW-CN)" userId="3bfd8117-d247-4416-84f8-c693ddb0b51a" providerId="ADAL" clId="{818DA5A0-48F4-4E85-8248-52437E656C31}" dt="2023-09-23T06:56:40.893" v="40768"/>
          <ac:graphicFrameMkLst>
            <pc:docMk/>
            <pc:sldMk cId="3630951009" sldId="1029"/>
            <ac:graphicFrameMk id="445" creationId="{AABA38A5-35BE-A0EF-AD88-51052E9C2A12}"/>
          </ac:graphicFrameMkLst>
        </pc:graphicFrameChg>
        <pc:graphicFrameChg chg="add del mod replST">
          <ac:chgData name="Wang, Yang - Gavin (T CED INW-CN)" userId="3bfd8117-d247-4416-84f8-c693ddb0b51a" providerId="ADAL" clId="{818DA5A0-48F4-4E85-8248-52437E656C31}" dt="2023-09-23T06:56:50.173" v="40917"/>
          <ac:graphicFrameMkLst>
            <pc:docMk/>
            <pc:sldMk cId="3630951009" sldId="1029"/>
            <ac:graphicFrameMk id="447" creationId="{BE005BB9-4660-80E9-75E9-B87E3CE0D564}"/>
          </ac:graphicFrameMkLst>
        </pc:graphicFrameChg>
        <pc:graphicFrameChg chg="add del mod replST">
          <ac:chgData name="Wang, Yang - Gavin (T CED INW-CN)" userId="3bfd8117-d247-4416-84f8-c693ddb0b51a" providerId="ADAL" clId="{818DA5A0-48F4-4E85-8248-52437E656C31}" dt="2023-09-23T07:51:32.196" v="41386"/>
          <ac:graphicFrameMkLst>
            <pc:docMk/>
            <pc:sldMk cId="3630951009" sldId="1029"/>
            <ac:graphicFrameMk id="449" creationId="{2029FBC4-AC25-A1A1-EC78-8C9A3CFBDA6C}"/>
          </ac:graphicFrameMkLst>
        </pc:graphicFrameChg>
        <pc:graphicFrameChg chg="add del mod replST">
          <ac:chgData name="Wang, Yang - Gavin (T CED INW-CN)" userId="3bfd8117-d247-4416-84f8-c693ddb0b51a" providerId="ADAL" clId="{818DA5A0-48F4-4E85-8248-52437E656C31}" dt="2023-09-23T07:52:01.129" v="41584"/>
          <ac:graphicFrameMkLst>
            <pc:docMk/>
            <pc:sldMk cId="3630951009" sldId="1029"/>
            <ac:graphicFrameMk id="451" creationId="{9641729C-D048-D98D-CC24-46B6E7AD7427}"/>
          </ac:graphicFrameMkLst>
        </pc:graphicFrameChg>
        <pc:graphicFrameChg chg="add mod replST">
          <ac:chgData name="Wang, Yang - Gavin (T CED INW-CN)" userId="3bfd8117-d247-4416-84f8-c693ddb0b51a" providerId="ADAL" clId="{818DA5A0-48F4-4E85-8248-52437E656C31}" dt="2023-09-23T07:52:01.176" v="41622"/>
          <ac:graphicFrameMkLst>
            <pc:docMk/>
            <pc:sldMk cId="3630951009" sldId="1029"/>
            <ac:graphicFrameMk id="453" creationId="{4874951F-0EE7-BDCD-B9BC-2615AFB048F6}"/>
          </ac:graphicFrameMkLst>
        </pc:graphicFrameChg>
        <pc:cxnChg chg="add mod ord">
          <ac:chgData name="Wang, Yang - Gavin (T CED INW-CN)" userId="3bfd8117-d247-4416-84f8-c693ddb0b51a" providerId="ADAL" clId="{818DA5A0-48F4-4E85-8248-52437E656C31}" dt="2023-09-23T07:52:01.197" v="41668"/>
          <ac:cxnSpMkLst>
            <pc:docMk/>
            <pc:sldMk cId="3630951009" sldId="1029"/>
            <ac:cxnSpMk id="88" creationId="{9DBD7E3A-AAA3-418A-E05F-08D805E18013}"/>
          </ac:cxnSpMkLst>
        </pc:cxnChg>
        <pc:cxnChg chg="del mod ord">
          <ac:chgData name="Wang, Yang - Gavin (T CED INW-CN)" userId="3bfd8117-d247-4416-84f8-c693ddb0b51a" providerId="ADAL" clId="{818DA5A0-48F4-4E85-8248-52437E656C31}" dt="2023-09-23T06:40:50.788" v="24851" actId="478"/>
          <ac:cxnSpMkLst>
            <pc:docMk/>
            <pc:sldMk cId="3630951009" sldId="1029"/>
            <ac:cxnSpMk id="263" creationId="{7F44D03C-C926-05A2-CA70-BDC25148B6AC}"/>
          </ac:cxnSpMkLst>
        </pc:cxnChg>
        <pc:cxnChg chg="add del mod ord">
          <ac:chgData name="Wang, Yang - Gavin (T CED INW-CN)" userId="3bfd8117-d247-4416-84f8-c693ddb0b51a" providerId="ADAL" clId="{818DA5A0-48F4-4E85-8248-52437E656C31}" dt="2023-09-23T07:52:01.186" v="41636"/>
          <ac:cxnSpMkLst>
            <pc:docMk/>
            <pc:sldMk cId="3630951009" sldId="1029"/>
            <ac:cxnSpMk id="322" creationId="{CF06F3D0-CDCE-CE3F-E07A-62116D535263}"/>
          </ac:cxnSpMkLst>
        </pc:cxnChg>
        <pc:cxnChg chg="mod ord">
          <ac:chgData name="Wang, Yang - Gavin (T CED INW-CN)" userId="3bfd8117-d247-4416-84f8-c693ddb0b51a" providerId="ADAL" clId="{818DA5A0-48F4-4E85-8248-52437E656C31}" dt="2023-09-23T07:52:01.192" v="41642"/>
          <ac:cxnSpMkLst>
            <pc:docMk/>
            <pc:sldMk cId="3630951009" sldId="1029"/>
            <ac:cxnSpMk id="337" creationId="{8BC21C6C-F2F4-B448-544A-B1A559E2B023}"/>
          </ac:cxnSpMkLst>
        </pc:cxnChg>
        <pc:cxnChg chg="add del mod ord replST delST">
          <ac:chgData name="Wang, Yang - Gavin (T CED INW-CN)" userId="3bfd8117-d247-4416-84f8-c693ddb0b51a" providerId="ADAL" clId="{818DA5A0-48F4-4E85-8248-52437E656C31}" dt="2023-09-23T06:52:09.624" v="33047"/>
          <ac:cxnSpMkLst>
            <pc:docMk/>
            <pc:sldMk cId="3630951009" sldId="1029"/>
            <ac:cxnSpMk id="363" creationId="{454944BE-20B0-8CAB-2840-E6116DCEF4A6}"/>
          </ac:cxnSpMkLst>
        </pc:cxnChg>
        <pc:cxnChg chg="add del mod ord replST delST">
          <ac:chgData name="Wang, Yang - Gavin (T CED INW-CN)" userId="3bfd8117-d247-4416-84f8-c693ddb0b51a" providerId="ADAL" clId="{818DA5A0-48F4-4E85-8248-52437E656C31}" dt="2023-09-23T06:53:07.425" v="37011"/>
          <ac:cxnSpMkLst>
            <pc:docMk/>
            <pc:sldMk cId="3630951009" sldId="1029"/>
            <ac:cxnSpMk id="368" creationId="{E8E55F31-A971-B3C5-EA7A-9C1281C8727A}"/>
          </ac:cxnSpMkLst>
        </pc:cxnChg>
        <pc:cxnChg chg="add del mod ord replST delST">
          <ac:chgData name="Wang, Yang - Gavin (T CED INW-CN)" userId="3bfd8117-d247-4416-84f8-c693ddb0b51a" providerId="ADAL" clId="{818DA5A0-48F4-4E85-8248-52437E656C31}" dt="2023-09-23T06:52:54.022" v="36365"/>
          <ac:cxnSpMkLst>
            <pc:docMk/>
            <pc:sldMk cId="3630951009" sldId="1029"/>
            <ac:cxnSpMk id="375" creationId="{9FF4646E-52F1-7423-E232-99D17EC12841}"/>
          </ac:cxnSpMkLst>
        </pc:cxnChg>
        <pc:cxnChg chg="add del mod ord replST delST">
          <ac:chgData name="Wang, Yang - Gavin (T CED INW-CN)" userId="3bfd8117-d247-4416-84f8-c693ddb0b51a" providerId="ADAL" clId="{818DA5A0-48F4-4E85-8248-52437E656C31}" dt="2023-09-23T06:52:24.595" v="34765"/>
          <ac:cxnSpMkLst>
            <pc:docMk/>
            <pc:sldMk cId="3630951009" sldId="1029"/>
            <ac:cxnSpMk id="382" creationId="{4F7EE53F-09D5-C3B3-1E50-1694196AA5F2}"/>
          </ac:cxnSpMkLst>
        </pc:cxnChg>
        <pc:cxnChg chg="add del mod ord replST delST">
          <ac:chgData name="Wang, Yang - Gavin (T CED INW-CN)" userId="3bfd8117-d247-4416-84f8-c693ddb0b51a" providerId="ADAL" clId="{818DA5A0-48F4-4E85-8248-52437E656C31}" dt="2023-09-23T06:52:52.902" v="36157"/>
          <ac:cxnSpMkLst>
            <pc:docMk/>
            <pc:sldMk cId="3630951009" sldId="1029"/>
            <ac:cxnSpMk id="388" creationId="{1B76FC96-E28D-4676-2154-6347B46880ED}"/>
          </ac:cxnSpMkLst>
        </pc:cxnChg>
        <pc:cxnChg chg="add del mod ord replST delST">
          <ac:chgData name="Wang, Yang - Gavin (T CED INW-CN)" userId="3bfd8117-d247-4416-84f8-c693ddb0b51a" providerId="ADAL" clId="{818DA5A0-48F4-4E85-8248-52437E656C31}" dt="2023-09-23T06:52:52.902" v="36157"/>
          <ac:cxnSpMkLst>
            <pc:docMk/>
            <pc:sldMk cId="3630951009" sldId="1029"/>
            <ac:cxnSpMk id="389" creationId="{81E6ACE9-53D3-B641-4BF3-2211B2FB5DBA}"/>
          </ac:cxnSpMkLst>
        </pc:cxnChg>
        <pc:cxnChg chg="add del mod ord replST delST">
          <ac:chgData name="Wang, Yang - Gavin (T CED INW-CN)" userId="3bfd8117-d247-4416-84f8-c693ddb0b51a" providerId="ADAL" clId="{818DA5A0-48F4-4E85-8248-52437E656C31}" dt="2023-09-23T06:52:52.902" v="36157"/>
          <ac:cxnSpMkLst>
            <pc:docMk/>
            <pc:sldMk cId="3630951009" sldId="1029"/>
            <ac:cxnSpMk id="390" creationId="{703D97E4-51A3-4E58-6066-B07CF4990C5F}"/>
          </ac:cxnSpMkLst>
        </pc:cxnChg>
        <pc:cxnChg chg="add del mod ord replST delST">
          <ac:chgData name="Wang, Yang - Gavin (T CED INW-CN)" userId="3bfd8117-d247-4416-84f8-c693ddb0b51a" providerId="ADAL" clId="{818DA5A0-48F4-4E85-8248-52437E656C31}" dt="2023-09-23T06:54:12.216" v="37614"/>
          <ac:cxnSpMkLst>
            <pc:docMk/>
            <pc:sldMk cId="3630951009" sldId="1029"/>
            <ac:cxnSpMk id="398" creationId="{83C45702-C145-18BB-1E9A-E84AA4150DF9}"/>
          </ac:cxnSpMkLst>
        </pc:cxnChg>
        <pc:cxnChg chg="add del mod ord replST delST">
          <ac:chgData name="Wang, Yang - Gavin (T CED INW-CN)" userId="3bfd8117-d247-4416-84f8-c693ddb0b51a" providerId="ADAL" clId="{818DA5A0-48F4-4E85-8248-52437E656C31}" dt="2023-09-23T06:54:12.216" v="37614"/>
          <ac:cxnSpMkLst>
            <pc:docMk/>
            <pc:sldMk cId="3630951009" sldId="1029"/>
            <ac:cxnSpMk id="399" creationId="{A49ACB10-26E3-30B7-7726-DBAB727FA014}"/>
          </ac:cxnSpMkLst>
        </pc:cxnChg>
        <pc:cxnChg chg="add del mod ord replST delST">
          <ac:chgData name="Wang, Yang - Gavin (T CED INW-CN)" userId="3bfd8117-d247-4416-84f8-c693ddb0b51a" providerId="ADAL" clId="{818DA5A0-48F4-4E85-8248-52437E656C31}" dt="2023-09-23T06:54:12.216" v="37614"/>
          <ac:cxnSpMkLst>
            <pc:docMk/>
            <pc:sldMk cId="3630951009" sldId="1029"/>
            <ac:cxnSpMk id="400" creationId="{6433DA1A-3AB3-819D-F819-31146514212E}"/>
          </ac:cxnSpMkLst>
        </pc:cxnChg>
        <pc:cxnChg chg="add del mod ord replST">
          <ac:chgData name="Wang, Yang - Gavin (T CED INW-CN)" userId="3bfd8117-d247-4416-84f8-c693ddb0b51a" providerId="ADAL" clId="{818DA5A0-48F4-4E85-8248-52437E656C31}" dt="2023-09-23T06:55:06.237" v="38206"/>
          <ac:cxnSpMkLst>
            <pc:docMk/>
            <pc:sldMk cId="3630951009" sldId="1029"/>
            <ac:cxnSpMk id="404" creationId="{0D0A71F6-9AD6-93B4-FBBE-BC5BE09026F4}"/>
          </ac:cxnSpMkLst>
        </pc:cxnChg>
        <pc:cxnChg chg="add mod ord replST">
          <ac:chgData name="Wang, Yang - Gavin (T CED INW-CN)" userId="3bfd8117-d247-4416-84f8-c693ddb0b51a" providerId="ADAL" clId="{818DA5A0-48F4-4E85-8248-52437E656C31}" dt="2023-09-23T07:52:01.186" v="41632"/>
          <ac:cxnSpMkLst>
            <pc:docMk/>
            <pc:sldMk cId="3630951009" sldId="1029"/>
            <ac:cxnSpMk id="415" creationId="{3F85691D-7805-DC04-434D-2856C746B98A}"/>
          </ac:cxnSpMkLst>
        </pc:cxnChg>
        <pc:cxnChg chg="add del mod ord replST delST">
          <ac:chgData name="Wang, Yang - Gavin (T CED INW-CN)" userId="3bfd8117-d247-4416-84f8-c693ddb0b51a" providerId="ADAL" clId="{818DA5A0-48F4-4E85-8248-52437E656C31}" dt="2023-09-23T06:55:25.631" v="39036"/>
          <ac:cxnSpMkLst>
            <pc:docMk/>
            <pc:sldMk cId="3630951009" sldId="1029"/>
            <ac:cxnSpMk id="422" creationId="{10FC2AAA-26D6-D495-6410-90375C0F6A4D}"/>
          </ac:cxnSpMkLst>
        </pc:cxnChg>
        <pc:cxnChg chg="add mod ord replST">
          <ac:chgData name="Wang, Yang - Gavin (T CED INW-CN)" userId="3bfd8117-d247-4416-84f8-c693ddb0b51a" providerId="ADAL" clId="{818DA5A0-48F4-4E85-8248-52437E656C31}" dt="2023-09-23T07:52:01.179" v="41624"/>
          <ac:cxnSpMkLst>
            <pc:docMk/>
            <pc:sldMk cId="3630951009" sldId="1029"/>
            <ac:cxnSpMk id="438" creationId="{01229AB4-3EE0-0FEA-B309-D788E84879C9}"/>
          </ac:cxnSpMkLst>
        </pc:cxnChg>
        <pc:cxnChg chg="add mod ord replST">
          <ac:chgData name="Wang, Yang - Gavin (T CED INW-CN)" userId="3bfd8117-d247-4416-84f8-c693ddb0b51a" providerId="ADAL" clId="{818DA5A0-48F4-4E85-8248-52437E656C31}" dt="2023-09-23T07:52:01.180" v="41626"/>
          <ac:cxnSpMkLst>
            <pc:docMk/>
            <pc:sldMk cId="3630951009" sldId="1029"/>
            <ac:cxnSpMk id="439" creationId="{CB8F854C-D1FA-A561-B686-9749E94C96D3}"/>
          </ac:cxnSpMkLst>
        </pc:cxnChg>
        <pc:cxnChg chg="add mod ord replST">
          <ac:chgData name="Wang, Yang - Gavin (T CED INW-CN)" userId="3bfd8117-d247-4416-84f8-c693ddb0b51a" providerId="ADAL" clId="{818DA5A0-48F4-4E85-8248-52437E656C31}" dt="2023-09-23T07:52:01.182" v="41628"/>
          <ac:cxnSpMkLst>
            <pc:docMk/>
            <pc:sldMk cId="3630951009" sldId="1029"/>
            <ac:cxnSpMk id="440" creationId="{5371AB3B-DF24-BBFD-988C-832B9FA504F8}"/>
          </ac:cxnSpMkLst>
        </pc:cxnChg>
      </pc:sldChg>
      <pc:sldChg chg="add del">
        <pc:chgData name="Wang, Yang - Gavin (T CED INW-CN)" userId="3bfd8117-d247-4416-84f8-c693ddb0b51a" providerId="ADAL" clId="{818DA5A0-48F4-4E85-8248-52437E656C31}" dt="2023-09-23T06:52:31.082" v="34879"/>
        <pc:sldMkLst>
          <pc:docMk/>
          <pc:sldMk cId="2453002887" sldId="1030"/>
        </pc:sldMkLst>
      </pc:sldChg>
    </pc:docChg>
  </pc:docChgLst>
  <pc:docChgLst>
    <pc:chgData name="Yu, He (T CED INW-CN)" userId="a2172827-2020-42c6-a557-b2cbb763b90c" providerId="ADAL" clId="{16F751BC-5A87-4751-86D5-BAA0F392A665}"/>
    <pc:docChg chg="undo redo custSel addSld delSld modSld">
      <pc:chgData name="Yu, He (T CED INW-CN)" userId="a2172827-2020-42c6-a557-b2cbb763b90c" providerId="ADAL" clId="{16F751BC-5A87-4751-86D5-BAA0F392A665}" dt="2023-10-23T23:36:23.044" v="7625" actId="1038"/>
      <pc:docMkLst>
        <pc:docMk/>
      </pc:docMkLst>
      <pc:sldChg chg="modSp mod modNotesTx">
        <pc:chgData name="Yu, He (T CED INW-CN)" userId="a2172827-2020-42c6-a557-b2cbb763b90c" providerId="ADAL" clId="{16F751BC-5A87-4751-86D5-BAA0F392A665}" dt="2023-10-23T22:55:56.903" v="7352" actId="20577"/>
        <pc:sldMkLst>
          <pc:docMk/>
          <pc:sldMk cId="1925302015" sldId="256"/>
        </pc:sldMkLst>
        <pc:spChg chg="mod">
          <ac:chgData name="Yu, He (T CED INW-CN)" userId="a2172827-2020-42c6-a557-b2cbb763b90c" providerId="ADAL" clId="{16F751BC-5A87-4751-86D5-BAA0F392A665}" dt="2023-09-30T06:47:55.848" v="20" actId="20577"/>
          <ac:spMkLst>
            <pc:docMk/>
            <pc:sldMk cId="1925302015" sldId="256"/>
            <ac:spMk id="2" creationId="{EA0E952D-E9A6-F68A-ED05-16A0CF2AC0E0}"/>
          </ac:spMkLst>
        </pc:spChg>
        <pc:spChg chg="mod">
          <ac:chgData name="Yu, He (T CED INW-CN)" userId="a2172827-2020-42c6-a557-b2cbb763b90c" providerId="ADAL" clId="{16F751BC-5A87-4751-86D5-BAA0F392A665}" dt="2023-09-30T12:03:26.190" v="72" actId="20577"/>
          <ac:spMkLst>
            <pc:docMk/>
            <pc:sldMk cId="1925302015" sldId="256"/>
            <ac:spMk id="3" creationId="{C585BCCE-5C40-7A79-FAF0-7C9166610DAD}"/>
          </ac:spMkLst>
        </pc:spChg>
        <pc:spChg chg="mod">
          <ac:chgData name="Yu, He (T CED INW-CN)" userId="a2172827-2020-42c6-a557-b2cbb763b90c" providerId="ADAL" clId="{16F751BC-5A87-4751-86D5-BAA0F392A665}" dt="2023-09-30T06:48:56.371" v="49" actId="20577"/>
          <ac:spMkLst>
            <pc:docMk/>
            <pc:sldMk cId="1925302015" sldId="256"/>
            <ac:spMk id="4" creationId="{367CA1AD-BBBE-D33F-F25A-496ED208FE4B}"/>
          </ac:spMkLst>
        </pc:spChg>
      </pc:sldChg>
      <pc:sldChg chg="addSp delSp modSp mod modShow">
        <pc:chgData name="Yu, He (T CED INW-CN)" userId="a2172827-2020-42c6-a557-b2cbb763b90c" providerId="ADAL" clId="{16F751BC-5A87-4751-86D5-BAA0F392A665}" dt="2023-10-23T23:01:08.808" v="7453" actId="729"/>
        <pc:sldMkLst>
          <pc:docMk/>
          <pc:sldMk cId="4185596964" sldId="389"/>
        </pc:sldMkLst>
        <pc:spChg chg="mod">
          <ac:chgData name="Yu, He (T CED INW-CN)" userId="a2172827-2020-42c6-a557-b2cbb763b90c" providerId="ADAL" clId="{16F751BC-5A87-4751-86D5-BAA0F392A665}" dt="2023-09-30T12:58:15.948" v="104"/>
          <ac:spMkLst>
            <pc:docMk/>
            <pc:sldMk cId="4185596964" sldId="389"/>
            <ac:spMk id="2" creationId="{6A992315-394E-4C18-9361-5BBEA74C2FB1}"/>
          </ac:spMkLst>
        </pc:spChg>
        <pc:spChg chg="mod">
          <ac:chgData name="Yu, He (T CED INW-CN)" userId="a2172827-2020-42c6-a557-b2cbb763b90c" providerId="ADAL" clId="{16F751BC-5A87-4751-86D5-BAA0F392A665}" dt="2023-09-30T12:21:03.760" v="90" actId="20577"/>
          <ac:spMkLst>
            <pc:docMk/>
            <pc:sldMk cId="4185596964" sldId="389"/>
            <ac:spMk id="3" creationId="{523C1701-F4D5-24DA-E708-BAC8D30723FF}"/>
          </ac:spMkLst>
        </pc:spChg>
        <pc:spChg chg="add del">
          <ac:chgData name="Yu, He (T CED INW-CN)" userId="a2172827-2020-42c6-a557-b2cbb763b90c" providerId="ADAL" clId="{16F751BC-5A87-4751-86D5-BAA0F392A665}" dt="2023-09-30T12:42:33.073" v="94" actId="478"/>
          <ac:spMkLst>
            <pc:docMk/>
            <pc:sldMk cId="4185596964" sldId="389"/>
            <ac:spMk id="19" creationId="{E0C0D582-3853-4455-AE96-7065266A79B3}"/>
          </ac:spMkLst>
        </pc:spChg>
        <pc:spChg chg="add del mod">
          <ac:chgData name="Yu, He (T CED INW-CN)" userId="a2172827-2020-42c6-a557-b2cbb763b90c" providerId="ADAL" clId="{16F751BC-5A87-4751-86D5-BAA0F392A665}" dt="2023-09-30T12:43:29.611" v="97" actId="113"/>
          <ac:spMkLst>
            <pc:docMk/>
            <pc:sldMk cId="4185596964" sldId="389"/>
            <ac:spMk id="25" creationId="{F2D1F630-1E78-48E4-B1E9-ADDA3A1E9A52}"/>
          </ac:spMkLst>
        </pc:spChg>
        <pc:spChg chg="add del">
          <ac:chgData name="Yu, He (T CED INW-CN)" userId="a2172827-2020-42c6-a557-b2cbb763b90c" providerId="ADAL" clId="{16F751BC-5A87-4751-86D5-BAA0F392A665}" dt="2023-09-30T12:42:33.073" v="94" actId="478"/>
          <ac:spMkLst>
            <pc:docMk/>
            <pc:sldMk cId="4185596964" sldId="389"/>
            <ac:spMk id="26" creationId="{DBA43A4A-C183-4503-A57F-9E54DB308B69}"/>
          </ac:spMkLst>
        </pc:spChg>
        <pc:grpChg chg="add del">
          <ac:chgData name="Yu, He (T CED INW-CN)" userId="a2172827-2020-42c6-a557-b2cbb763b90c" providerId="ADAL" clId="{16F751BC-5A87-4751-86D5-BAA0F392A665}" dt="2023-09-30T12:42:33.073" v="94" actId="478"/>
          <ac:grpSpMkLst>
            <pc:docMk/>
            <pc:sldMk cId="4185596964" sldId="389"/>
            <ac:grpSpMk id="8" creationId="{B9CB8987-C015-51CE-5CF3-C9F012E4B285}"/>
          </ac:grpSpMkLst>
        </pc:grpChg>
        <pc:grpChg chg="add del">
          <ac:chgData name="Yu, He (T CED INW-CN)" userId="a2172827-2020-42c6-a557-b2cbb763b90c" providerId="ADAL" clId="{16F751BC-5A87-4751-86D5-BAA0F392A665}" dt="2023-09-30T12:42:33.073" v="94" actId="478"/>
          <ac:grpSpMkLst>
            <pc:docMk/>
            <pc:sldMk cId="4185596964" sldId="389"/>
            <ac:grpSpMk id="10" creationId="{D5884969-5F5B-447E-BC0C-7B5FE1BF5A44}"/>
          </ac:grpSpMkLst>
        </pc:grpChg>
        <pc:grpChg chg="add del">
          <ac:chgData name="Yu, He (T CED INW-CN)" userId="a2172827-2020-42c6-a557-b2cbb763b90c" providerId="ADAL" clId="{16F751BC-5A87-4751-86D5-BAA0F392A665}" dt="2023-09-30T12:42:33.073" v="94" actId="478"/>
          <ac:grpSpMkLst>
            <pc:docMk/>
            <pc:sldMk cId="4185596964" sldId="389"/>
            <ac:grpSpMk id="15" creationId="{03CBF961-CD05-6C4F-A551-D67930221456}"/>
          </ac:grpSpMkLst>
        </pc:grpChg>
        <pc:grpChg chg="add del">
          <ac:chgData name="Yu, He (T CED INW-CN)" userId="a2172827-2020-42c6-a557-b2cbb763b90c" providerId="ADAL" clId="{16F751BC-5A87-4751-86D5-BAA0F392A665}" dt="2023-09-30T12:42:33.073" v="94" actId="478"/>
          <ac:grpSpMkLst>
            <pc:docMk/>
            <pc:sldMk cId="4185596964" sldId="389"/>
            <ac:grpSpMk id="20" creationId="{89C943F6-9CA8-4117-ADB9-0B4E3F90B652}"/>
          </ac:grpSpMkLst>
        </pc:grpChg>
        <pc:picChg chg="add del">
          <ac:chgData name="Yu, He (T CED INW-CN)" userId="a2172827-2020-42c6-a557-b2cbb763b90c" providerId="ADAL" clId="{16F751BC-5A87-4751-86D5-BAA0F392A665}" dt="2023-09-30T12:42:33.073" v="94" actId="478"/>
          <ac:picMkLst>
            <pc:docMk/>
            <pc:sldMk cId="4185596964" sldId="389"/>
            <ac:picMk id="27" creationId="{A5E2B9A7-A851-F897-8F72-AC96590FD3B9}"/>
          </ac:picMkLst>
        </pc:picChg>
      </pc:sldChg>
      <pc:sldChg chg="del">
        <pc:chgData name="Yu, He (T CED INW-CN)" userId="a2172827-2020-42c6-a557-b2cbb763b90c" providerId="ADAL" clId="{16F751BC-5A87-4751-86D5-BAA0F392A665}" dt="2023-09-30T06:50:48.922" v="50" actId="47"/>
        <pc:sldMkLst>
          <pc:docMk/>
          <pc:sldMk cId="3169486212" sldId="390"/>
        </pc:sldMkLst>
      </pc:sldChg>
      <pc:sldChg chg="modSp mod">
        <pc:chgData name="Yu, He (T CED INW-CN)" userId="a2172827-2020-42c6-a557-b2cbb763b90c" providerId="ADAL" clId="{16F751BC-5A87-4751-86D5-BAA0F392A665}" dt="2023-10-01T13:32:07.489" v="5263" actId="20577"/>
        <pc:sldMkLst>
          <pc:docMk/>
          <pc:sldMk cId="1152923230" sldId="391"/>
        </pc:sldMkLst>
        <pc:spChg chg="mod">
          <ac:chgData name="Yu, He (T CED INW-CN)" userId="a2172827-2020-42c6-a557-b2cbb763b90c" providerId="ADAL" clId="{16F751BC-5A87-4751-86D5-BAA0F392A665}" dt="2023-10-01T13:32:01.143" v="5262" actId="20577"/>
          <ac:spMkLst>
            <pc:docMk/>
            <pc:sldMk cId="1152923230" sldId="391"/>
            <ac:spMk id="3" creationId="{9FF7FD08-9752-0DEC-8C36-E6469ACC3452}"/>
          </ac:spMkLst>
        </pc:spChg>
        <pc:spChg chg="mod">
          <ac:chgData name="Yu, He (T CED INW-CN)" userId="a2172827-2020-42c6-a557-b2cbb763b90c" providerId="ADAL" clId="{16F751BC-5A87-4751-86D5-BAA0F392A665}" dt="2023-10-01T13:32:07.489" v="5263" actId="20577"/>
          <ac:spMkLst>
            <pc:docMk/>
            <pc:sldMk cId="1152923230" sldId="391"/>
            <ac:spMk id="4" creationId="{A5F15C2C-EBE3-A542-61B1-34BE23ECC4E6}"/>
          </ac:spMkLst>
        </pc:spChg>
      </pc:sldChg>
      <pc:sldChg chg="del">
        <pc:chgData name="Yu, He (T CED INW-CN)" userId="a2172827-2020-42c6-a557-b2cbb763b90c" providerId="ADAL" clId="{16F751BC-5A87-4751-86D5-BAA0F392A665}" dt="2023-09-30T06:50:49.304" v="51" actId="47"/>
        <pc:sldMkLst>
          <pc:docMk/>
          <pc:sldMk cId="2750899071" sldId="392"/>
        </pc:sldMkLst>
      </pc:sldChg>
      <pc:sldChg chg="addSp delSp modSp add mod setBg">
        <pc:chgData name="Yu, He (T CED INW-CN)" userId="a2172827-2020-42c6-a557-b2cbb763b90c" providerId="ADAL" clId="{16F751BC-5A87-4751-86D5-BAA0F392A665}" dt="2023-10-23T23:35:18.206" v="7587" actId="20577"/>
        <pc:sldMkLst>
          <pc:docMk/>
          <pc:sldMk cId="3202592440" sldId="392"/>
        </pc:sldMkLst>
        <pc:spChg chg="mod">
          <ac:chgData name="Yu, He (T CED INW-CN)" userId="a2172827-2020-42c6-a557-b2cbb763b90c" providerId="ADAL" clId="{16F751BC-5A87-4751-86D5-BAA0F392A665}" dt="2023-10-08T00:33:35.648" v="6328"/>
          <ac:spMkLst>
            <pc:docMk/>
            <pc:sldMk cId="3202592440" sldId="392"/>
            <ac:spMk id="2" creationId="{6A992315-394E-4C18-9361-5BBEA74C2FB1}"/>
          </ac:spMkLst>
        </pc:spChg>
        <pc:spChg chg="del">
          <ac:chgData name="Yu, He (T CED INW-CN)" userId="a2172827-2020-42c6-a557-b2cbb763b90c" providerId="ADAL" clId="{16F751BC-5A87-4751-86D5-BAA0F392A665}" dt="2023-09-30T12:57:39.482" v="100" actId="478"/>
          <ac:spMkLst>
            <pc:docMk/>
            <pc:sldMk cId="3202592440" sldId="392"/>
            <ac:spMk id="19" creationId="{E0C0D582-3853-4455-AE96-7065266A79B3}"/>
          </ac:spMkLst>
        </pc:spChg>
        <pc:spChg chg="del mod">
          <ac:chgData name="Yu, He (T CED INW-CN)" userId="a2172827-2020-42c6-a557-b2cbb763b90c" providerId="ADAL" clId="{16F751BC-5A87-4751-86D5-BAA0F392A665}" dt="2023-09-30T12:57:39.482" v="100" actId="478"/>
          <ac:spMkLst>
            <pc:docMk/>
            <pc:sldMk cId="3202592440" sldId="392"/>
            <ac:spMk id="25" creationId="{F2D1F630-1E78-48E4-B1E9-ADDA3A1E9A52}"/>
          </ac:spMkLst>
        </pc:spChg>
        <pc:spChg chg="del">
          <ac:chgData name="Yu, He (T CED INW-CN)" userId="a2172827-2020-42c6-a557-b2cbb763b90c" providerId="ADAL" clId="{16F751BC-5A87-4751-86D5-BAA0F392A665}" dt="2023-09-30T12:57:39.482" v="100" actId="478"/>
          <ac:spMkLst>
            <pc:docMk/>
            <pc:sldMk cId="3202592440" sldId="392"/>
            <ac:spMk id="26" creationId="{DBA43A4A-C183-4503-A57F-9E54DB308B69}"/>
          </ac:spMkLst>
        </pc:spChg>
        <pc:spChg chg="add del mod">
          <ac:chgData name="Yu, He (T CED INW-CN)" userId="a2172827-2020-42c6-a557-b2cbb763b90c" providerId="ADAL" clId="{16F751BC-5A87-4751-86D5-BAA0F392A665}" dt="2023-09-30T23:39:15.957" v="1935" actId="478"/>
          <ac:spMkLst>
            <pc:docMk/>
            <pc:sldMk cId="3202592440" sldId="392"/>
            <ac:spMk id="32" creationId="{302E302D-F6CD-E9D5-F96A-C52D59CB197F}"/>
          </ac:spMkLst>
        </pc:spChg>
        <pc:spChg chg="add del mod">
          <ac:chgData name="Yu, He (T CED INW-CN)" userId="a2172827-2020-42c6-a557-b2cbb763b90c" providerId="ADAL" clId="{16F751BC-5A87-4751-86D5-BAA0F392A665}" dt="2023-09-30T23:39:15.957" v="1935" actId="478"/>
          <ac:spMkLst>
            <pc:docMk/>
            <pc:sldMk cId="3202592440" sldId="392"/>
            <ac:spMk id="33" creationId="{F4A8FC1E-3421-D40F-56DF-E74E0F1D0548}"/>
          </ac:spMkLst>
        </pc:spChg>
        <pc:spChg chg="add del mod">
          <ac:chgData name="Yu, He (T CED INW-CN)" userId="a2172827-2020-42c6-a557-b2cbb763b90c" providerId="ADAL" clId="{16F751BC-5A87-4751-86D5-BAA0F392A665}" dt="2023-09-30T23:39:15.957" v="1935" actId="478"/>
          <ac:spMkLst>
            <pc:docMk/>
            <pc:sldMk cId="3202592440" sldId="392"/>
            <ac:spMk id="34" creationId="{F5EA7911-878A-0800-8B37-6FB55FCDC9D5}"/>
          </ac:spMkLst>
        </pc:spChg>
        <pc:spChg chg="add del mod">
          <ac:chgData name="Yu, He (T CED INW-CN)" userId="a2172827-2020-42c6-a557-b2cbb763b90c" providerId="ADAL" clId="{16F751BC-5A87-4751-86D5-BAA0F392A665}" dt="2023-09-30T23:39:15.957" v="1935" actId="478"/>
          <ac:spMkLst>
            <pc:docMk/>
            <pc:sldMk cId="3202592440" sldId="392"/>
            <ac:spMk id="35" creationId="{DC3A01F4-2492-A858-5FEE-96766DD3C08C}"/>
          </ac:spMkLst>
        </pc:spChg>
        <pc:spChg chg="add del mod">
          <ac:chgData name="Yu, He (T CED INW-CN)" userId="a2172827-2020-42c6-a557-b2cbb763b90c" providerId="ADAL" clId="{16F751BC-5A87-4751-86D5-BAA0F392A665}" dt="2023-09-30T23:39:15.957" v="1935" actId="478"/>
          <ac:spMkLst>
            <pc:docMk/>
            <pc:sldMk cId="3202592440" sldId="392"/>
            <ac:spMk id="36" creationId="{70F43E2A-D117-1D02-83E8-182F09B641B8}"/>
          </ac:spMkLst>
        </pc:spChg>
        <pc:spChg chg="add mod">
          <ac:chgData name="Yu, He (T CED INW-CN)" userId="a2172827-2020-42c6-a557-b2cbb763b90c" providerId="ADAL" clId="{16F751BC-5A87-4751-86D5-BAA0F392A665}" dt="2023-10-01T06:13:44.648" v="1991" actId="1076"/>
          <ac:spMkLst>
            <pc:docMk/>
            <pc:sldMk cId="3202592440" sldId="392"/>
            <ac:spMk id="37" creationId="{09AC511B-9838-D149-818F-F4BAF4198236}"/>
          </ac:spMkLst>
        </pc:spChg>
        <pc:spChg chg="add mod">
          <ac:chgData name="Yu, He (T CED INW-CN)" userId="a2172827-2020-42c6-a557-b2cbb763b90c" providerId="ADAL" clId="{16F751BC-5A87-4751-86D5-BAA0F392A665}" dt="2023-10-01T06:13:44.648" v="1991" actId="1076"/>
          <ac:spMkLst>
            <pc:docMk/>
            <pc:sldMk cId="3202592440" sldId="392"/>
            <ac:spMk id="38" creationId="{18EC7DAF-0AD5-DFB8-53EC-35F902F53695}"/>
          </ac:spMkLst>
        </pc:spChg>
        <pc:spChg chg="add mod">
          <ac:chgData name="Yu, He (T CED INW-CN)" userId="a2172827-2020-42c6-a557-b2cbb763b90c" providerId="ADAL" clId="{16F751BC-5A87-4751-86D5-BAA0F392A665}" dt="2023-10-08T04:52:50.074" v="7285" actId="1076"/>
          <ac:spMkLst>
            <pc:docMk/>
            <pc:sldMk cId="3202592440" sldId="392"/>
            <ac:spMk id="41" creationId="{ECC2D2C4-3AF6-495E-77F3-C599B9A456C3}"/>
          </ac:spMkLst>
        </pc:spChg>
        <pc:spChg chg="add mod">
          <ac:chgData name="Yu, He (T CED INW-CN)" userId="a2172827-2020-42c6-a557-b2cbb763b90c" providerId="ADAL" clId="{16F751BC-5A87-4751-86D5-BAA0F392A665}" dt="2023-10-01T06:14:20.302" v="2014" actId="1036"/>
          <ac:spMkLst>
            <pc:docMk/>
            <pc:sldMk cId="3202592440" sldId="392"/>
            <ac:spMk id="42" creationId="{84367E81-E475-64E2-3C30-49A6535F60A2}"/>
          </ac:spMkLst>
        </pc:spChg>
        <pc:spChg chg="add mod">
          <ac:chgData name="Yu, He (T CED INW-CN)" userId="a2172827-2020-42c6-a557-b2cbb763b90c" providerId="ADAL" clId="{16F751BC-5A87-4751-86D5-BAA0F392A665}" dt="2023-10-01T06:14:20.302" v="2014" actId="1036"/>
          <ac:spMkLst>
            <pc:docMk/>
            <pc:sldMk cId="3202592440" sldId="392"/>
            <ac:spMk id="43" creationId="{60E74EAA-DAE4-CB07-E275-163439C4C47B}"/>
          </ac:spMkLst>
        </pc:spChg>
        <pc:spChg chg="add mod">
          <ac:chgData name="Yu, He (T CED INW-CN)" userId="a2172827-2020-42c6-a557-b2cbb763b90c" providerId="ADAL" clId="{16F751BC-5A87-4751-86D5-BAA0F392A665}" dt="2023-10-01T06:14:20.302" v="2014" actId="1036"/>
          <ac:spMkLst>
            <pc:docMk/>
            <pc:sldMk cId="3202592440" sldId="392"/>
            <ac:spMk id="44" creationId="{B97DD0A9-36B7-688F-6BA9-C8D374FF2353}"/>
          </ac:spMkLst>
        </pc:spChg>
        <pc:spChg chg="add mod">
          <ac:chgData name="Yu, He (T CED INW-CN)" userId="a2172827-2020-42c6-a557-b2cbb763b90c" providerId="ADAL" clId="{16F751BC-5A87-4751-86D5-BAA0F392A665}" dt="2023-10-01T06:14:20.302" v="2014" actId="1036"/>
          <ac:spMkLst>
            <pc:docMk/>
            <pc:sldMk cId="3202592440" sldId="392"/>
            <ac:spMk id="45" creationId="{6F6C8B39-0E3A-E292-E27C-764851BA1BBB}"/>
          </ac:spMkLst>
        </pc:spChg>
        <pc:spChg chg="add mod">
          <ac:chgData name="Yu, He (T CED INW-CN)" userId="a2172827-2020-42c6-a557-b2cbb763b90c" providerId="ADAL" clId="{16F751BC-5A87-4751-86D5-BAA0F392A665}" dt="2023-10-01T06:14:20.302" v="2014" actId="1036"/>
          <ac:spMkLst>
            <pc:docMk/>
            <pc:sldMk cId="3202592440" sldId="392"/>
            <ac:spMk id="46" creationId="{540D1B2C-A6AC-63F6-F8B9-25F1D6A5CBD7}"/>
          </ac:spMkLst>
        </pc:spChg>
        <pc:spChg chg="add mod">
          <ac:chgData name="Yu, He (T CED INW-CN)" userId="a2172827-2020-42c6-a557-b2cbb763b90c" providerId="ADAL" clId="{16F751BC-5A87-4751-86D5-BAA0F392A665}" dt="2023-10-01T06:14:20.302" v="2014" actId="1036"/>
          <ac:spMkLst>
            <pc:docMk/>
            <pc:sldMk cId="3202592440" sldId="392"/>
            <ac:spMk id="47" creationId="{03AF5AFE-FEA2-090B-55E3-46A053DC60ED}"/>
          </ac:spMkLst>
        </pc:spChg>
        <pc:spChg chg="add mod">
          <ac:chgData name="Yu, He (T CED INW-CN)" userId="a2172827-2020-42c6-a557-b2cbb763b90c" providerId="ADAL" clId="{16F751BC-5A87-4751-86D5-BAA0F392A665}" dt="2023-10-01T06:14:20.302" v="2014" actId="1036"/>
          <ac:spMkLst>
            <pc:docMk/>
            <pc:sldMk cId="3202592440" sldId="392"/>
            <ac:spMk id="48" creationId="{F05F15B2-99A4-39F1-AF47-D9FA65E41070}"/>
          </ac:spMkLst>
        </pc:spChg>
        <pc:spChg chg="add mod">
          <ac:chgData name="Yu, He (T CED INW-CN)" userId="a2172827-2020-42c6-a557-b2cbb763b90c" providerId="ADAL" clId="{16F751BC-5A87-4751-86D5-BAA0F392A665}" dt="2023-10-01T06:14:20.302" v="2014" actId="1036"/>
          <ac:spMkLst>
            <pc:docMk/>
            <pc:sldMk cId="3202592440" sldId="392"/>
            <ac:spMk id="49" creationId="{97FFFEAC-EBAB-606B-5ECC-8D5516478502}"/>
          </ac:spMkLst>
        </pc:spChg>
        <pc:spChg chg="add mod ord">
          <ac:chgData name="Yu, He (T CED INW-CN)" userId="a2172827-2020-42c6-a557-b2cbb763b90c" providerId="ADAL" clId="{16F751BC-5A87-4751-86D5-BAA0F392A665}" dt="2023-10-01T06:14:20.302" v="2014" actId="1036"/>
          <ac:spMkLst>
            <pc:docMk/>
            <pc:sldMk cId="3202592440" sldId="392"/>
            <ac:spMk id="50" creationId="{C3AB3443-5494-A051-6F00-DA8E8006839C}"/>
          </ac:spMkLst>
        </pc:spChg>
        <pc:spChg chg="add mod">
          <ac:chgData name="Yu, He (T CED INW-CN)" userId="a2172827-2020-42c6-a557-b2cbb763b90c" providerId="ADAL" clId="{16F751BC-5A87-4751-86D5-BAA0F392A665}" dt="2023-10-01T06:14:20.302" v="2014" actId="1036"/>
          <ac:spMkLst>
            <pc:docMk/>
            <pc:sldMk cId="3202592440" sldId="392"/>
            <ac:spMk id="53" creationId="{3F4857F3-89BF-954B-A8C3-5FC32247E797}"/>
          </ac:spMkLst>
        </pc:spChg>
        <pc:spChg chg="add mod">
          <ac:chgData name="Yu, He (T CED INW-CN)" userId="a2172827-2020-42c6-a557-b2cbb763b90c" providerId="ADAL" clId="{16F751BC-5A87-4751-86D5-BAA0F392A665}" dt="2023-10-01T06:14:20.302" v="2014" actId="1036"/>
          <ac:spMkLst>
            <pc:docMk/>
            <pc:sldMk cId="3202592440" sldId="392"/>
            <ac:spMk id="54" creationId="{53B61DCB-6503-4304-C6AC-3AE6447022DC}"/>
          </ac:spMkLst>
        </pc:spChg>
        <pc:spChg chg="add mod">
          <ac:chgData name="Yu, He (T CED INW-CN)" userId="a2172827-2020-42c6-a557-b2cbb763b90c" providerId="ADAL" clId="{16F751BC-5A87-4751-86D5-BAA0F392A665}" dt="2023-10-01T06:14:20.302" v="2014" actId="1036"/>
          <ac:spMkLst>
            <pc:docMk/>
            <pc:sldMk cId="3202592440" sldId="392"/>
            <ac:spMk id="55" creationId="{2817D43E-061D-7B0B-4589-44ACFDFF6236}"/>
          </ac:spMkLst>
        </pc:spChg>
        <pc:spChg chg="add mod">
          <ac:chgData name="Yu, He (T CED INW-CN)" userId="a2172827-2020-42c6-a557-b2cbb763b90c" providerId="ADAL" clId="{16F751BC-5A87-4751-86D5-BAA0F392A665}" dt="2023-10-01T06:14:20.302" v="2014" actId="1036"/>
          <ac:spMkLst>
            <pc:docMk/>
            <pc:sldMk cId="3202592440" sldId="392"/>
            <ac:spMk id="56" creationId="{EE2B5BDE-E302-B05C-2A49-B7EC5AC315DB}"/>
          </ac:spMkLst>
        </pc:spChg>
        <pc:spChg chg="add mod">
          <ac:chgData name="Yu, He (T CED INW-CN)" userId="a2172827-2020-42c6-a557-b2cbb763b90c" providerId="ADAL" clId="{16F751BC-5A87-4751-86D5-BAA0F392A665}" dt="2023-10-01T06:14:20.302" v="2014" actId="1036"/>
          <ac:spMkLst>
            <pc:docMk/>
            <pc:sldMk cId="3202592440" sldId="392"/>
            <ac:spMk id="57" creationId="{1E4372DF-0E0F-ECF9-4794-DE78B92D2847}"/>
          </ac:spMkLst>
        </pc:spChg>
        <pc:spChg chg="add mod">
          <ac:chgData name="Yu, He (T CED INW-CN)" userId="a2172827-2020-42c6-a557-b2cbb763b90c" providerId="ADAL" clId="{16F751BC-5A87-4751-86D5-BAA0F392A665}" dt="2023-10-01T06:14:20.302" v="2014" actId="1036"/>
          <ac:spMkLst>
            <pc:docMk/>
            <pc:sldMk cId="3202592440" sldId="392"/>
            <ac:spMk id="58" creationId="{44E92D2C-228C-96A5-99A6-8AA8C9345D2B}"/>
          </ac:spMkLst>
        </pc:spChg>
        <pc:spChg chg="add mod">
          <ac:chgData name="Yu, He (T CED INW-CN)" userId="a2172827-2020-42c6-a557-b2cbb763b90c" providerId="ADAL" clId="{16F751BC-5A87-4751-86D5-BAA0F392A665}" dt="2023-10-01T06:14:20.302" v="2014" actId="1036"/>
          <ac:spMkLst>
            <pc:docMk/>
            <pc:sldMk cId="3202592440" sldId="392"/>
            <ac:spMk id="66" creationId="{18916F39-179D-2C94-6092-6D3AFD447B86}"/>
          </ac:spMkLst>
        </pc:spChg>
        <pc:spChg chg="add mod">
          <ac:chgData name="Yu, He (T CED INW-CN)" userId="a2172827-2020-42c6-a557-b2cbb763b90c" providerId="ADAL" clId="{16F751BC-5A87-4751-86D5-BAA0F392A665}" dt="2023-10-01T06:14:20.302" v="2014" actId="1036"/>
          <ac:spMkLst>
            <pc:docMk/>
            <pc:sldMk cId="3202592440" sldId="392"/>
            <ac:spMk id="71" creationId="{9A1B4E62-69B2-7104-9957-0874B12AE825}"/>
          </ac:spMkLst>
        </pc:spChg>
        <pc:spChg chg="add mod">
          <ac:chgData name="Yu, He (T CED INW-CN)" userId="a2172827-2020-42c6-a557-b2cbb763b90c" providerId="ADAL" clId="{16F751BC-5A87-4751-86D5-BAA0F392A665}" dt="2023-10-01T06:14:20.302" v="2014" actId="1036"/>
          <ac:spMkLst>
            <pc:docMk/>
            <pc:sldMk cId="3202592440" sldId="392"/>
            <ac:spMk id="81" creationId="{CBFCDA97-F792-A7D5-6B9D-1A9CCB1328DE}"/>
          </ac:spMkLst>
        </pc:spChg>
        <pc:spChg chg="add del mod">
          <ac:chgData name="Yu, He (T CED INW-CN)" userId="a2172827-2020-42c6-a557-b2cbb763b90c" providerId="ADAL" clId="{16F751BC-5A87-4751-86D5-BAA0F392A665}" dt="2023-09-30T14:06:39.762" v="717" actId="478"/>
          <ac:spMkLst>
            <pc:docMk/>
            <pc:sldMk cId="3202592440" sldId="392"/>
            <ac:spMk id="82" creationId="{3E2190B1-4692-A910-978F-C0D104924E0F}"/>
          </ac:spMkLst>
        </pc:spChg>
        <pc:spChg chg="add del mod">
          <ac:chgData name="Yu, He (T CED INW-CN)" userId="a2172827-2020-42c6-a557-b2cbb763b90c" providerId="ADAL" clId="{16F751BC-5A87-4751-86D5-BAA0F392A665}" dt="2023-09-30T14:06:41.589" v="718" actId="478"/>
          <ac:spMkLst>
            <pc:docMk/>
            <pc:sldMk cId="3202592440" sldId="392"/>
            <ac:spMk id="83" creationId="{AE488AF3-358E-0BDC-0C9B-3463B46DFD75}"/>
          </ac:spMkLst>
        </pc:spChg>
        <pc:spChg chg="add mod">
          <ac:chgData name="Yu, He (T CED INW-CN)" userId="a2172827-2020-42c6-a557-b2cbb763b90c" providerId="ADAL" clId="{16F751BC-5A87-4751-86D5-BAA0F392A665}" dt="2023-10-23T23:35:18.206" v="7587" actId="20577"/>
          <ac:spMkLst>
            <pc:docMk/>
            <pc:sldMk cId="3202592440" sldId="392"/>
            <ac:spMk id="84" creationId="{E460D040-8A5F-DCCB-FCB4-1B2A351C3A44}"/>
          </ac:spMkLst>
        </pc:spChg>
        <pc:spChg chg="add mod">
          <ac:chgData name="Yu, He (T CED INW-CN)" userId="a2172827-2020-42c6-a557-b2cbb763b90c" providerId="ADAL" clId="{16F751BC-5A87-4751-86D5-BAA0F392A665}" dt="2023-10-07T08:24:07.381" v="5530" actId="1076"/>
          <ac:spMkLst>
            <pc:docMk/>
            <pc:sldMk cId="3202592440" sldId="392"/>
            <ac:spMk id="85" creationId="{20C6C532-2F4E-93CD-F83C-1C5B1D8074C4}"/>
          </ac:spMkLst>
        </pc:spChg>
        <pc:spChg chg="add mod">
          <ac:chgData name="Yu, He (T CED INW-CN)" userId="a2172827-2020-42c6-a557-b2cbb763b90c" providerId="ADAL" clId="{16F751BC-5A87-4751-86D5-BAA0F392A665}" dt="2023-10-01T06:14:20.302" v="2014" actId="1036"/>
          <ac:spMkLst>
            <pc:docMk/>
            <pc:sldMk cId="3202592440" sldId="392"/>
            <ac:spMk id="94" creationId="{516B6C60-D666-FA54-6B73-7CFBA98F4EE9}"/>
          </ac:spMkLst>
        </pc:spChg>
        <pc:spChg chg="add mod">
          <ac:chgData name="Yu, He (T CED INW-CN)" userId="a2172827-2020-42c6-a557-b2cbb763b90c" providerId="ADAL" clId="{16F751BC-5A87-4751-86D5-BAA0F392A665}" dt="2023-10-01T06:14:20.302" v="2014" actId="1036"/>
          <ac:spMkLst>
            <pc:docMk/>
            <pc:sldMk cId="3202592440" sldId="392"/>
            <ac:spMk id="95" creationId="{F2A9C6F6-DDD5-6644-1DD5-7E277EB0AF52}"/>
          </ac:spMkLst>
        </pc:spChg>
        <pc:grpChg chg="del">
          <ac:chgData name="Yu, He (T CED INW-CN)" userId="a2172827-2020-42c6-a557-b2cbb763b90c" providerId="ADAL" clId="{16F751BC-5A87-4751-86D5-BAA0F392A665}" dt="2023-09-30T12:57:39.482" v="100" actId="478"/>
          <ac:grpSpMkLst>
            <pc:docMk/>
            <pc:sldMk cId="3202592440" sldId="392"/>
            <ac:grpSpMk id="8" creationId="{B9CB8987-C015-51CE-5CF3-C9F012E4B285}"/>
          </ac:grpSpMkLst>
        </pc:grpChg>
        <pc:grpChg chg="del">
          <ac:chgData name="Yu, He (T CED INW-CN)" userId="a2172827-2020-42c6-a557-b2cbb763b90c" providerId="ADAL" clId="{16F751BC-5A87-4751-86D5-BAA0F392A665}" dt="2023-09-30T12:57:39.482" v="100" actId="478"/>
          <ac:grpSpMkLst>
            <pc:docMk/>
            <pc:sldMk cId="3202592440" sldId="392"/>
            <ac:grpSpMk id="10" creationId="{D5884969-5F5B-447E-BC0C-7B5FE1BF5A44}"/>
          </ac:grpSpMkLst>
        </pc:grpChg>
        <pc:grpChg chg="del">
          <ac:chgData name="Yu, He (T CED INW-CN)" userId="a2172827-2020-42c6-a557-b2cbb763b90c" providerId="ADAL" clId="{16F751BC-5A87-4751-86D5-BAA0F392A665}" dt="2023-09-30T12:57:39.482" v="100" actId="478"/>
          <ac:grpSpMkLst>
            <pc:docMk/>
            <pc:sldMk cId="3202592440" sldId="392"/>
            <ac:grpSpMk id="15" creationId="{03CBF961-CD05-6C4F-A551-D67930221456}"/>
          </ac:grpSpMkLst>
        </pc:grpChg>
        <pc:grpChg chg="del">
          <ac:chgData name="Yu, He (T CED INW-CN)" userId="a2172827-2020-42c6-a557-b2cbb763b90c" providerId="ADAL" clId="{16F751BC-5A87-4751-86D5-BAA0F392A665}" dt="2023-09-30T12:57:39.482" v="100" actId="478"/>
          <ac:grpSpMkLst>
            <pc:docMk/>
            <pc:sldMk cId="3202592440" sldId="392"/>
            <ac:grpSpMk id="20" creationId="{89C943F6-9CA8-4117-ADB9-0B4E3F90B652}"/>
          </ac:grpSpMkLst>
        </pc:grpChg>
        <pc:picChg chg="add del mod">
          <ac:chgData name="Yu, He (T CED INW-CN)" userId="a2172827-2020-42c6-a557-b2cbb763b90c" providerId="ADAL" clId="{16F751BC-5A87-4751-86D5-BAA0F392A665}" dt="2023-10-23T23:30:14.143" v="7520" actId="478"/>
          <ac:picMkLst>
            <pc:docMk/>
            <pc:sldMk cId="3202592440" sldId="392"/>
            <ac:picMk id="7" creationId="{40C89311-1A28-D162-C8EC-86F1A989E081}"/>
          </ac:picMkLst>
        </pc:picChg>
        <pc:picChg chg="add del mod">
          <ac:chgData name="Yu, He (T CED INW-CN)" userId="a2172827-2020-42c6-a557-b2cbb763b90c" providerId="ADAL" clId="{16F751BC-5A87-4751-86D5-BAA0F392A665}" dt="2023-09-30T13:08:20.051" v="241" actId="478"/>
          <ac:picMkLst>
            <pc:docMk/>
            <pc:sldMk cId="3202592440" sldId="392"/>
            <ac:picMk id="7" creationId="{721CC19F-73BE-F13E-2B61-695A5310FFB4}"/>
          </ac:picMkLst>
        </pc:picChg>
        <pc:picChg chg="del">
          <ac:chgData name="Yu, He (T CED INW-CN)" userId="a2172827-2020-42c6-a557-b2cbb763b90c" providerId="ADAL" clId="{16F751BC-5A87-4751-86D5-BAA0F392A665}" dt="2023-09-30T12:57:39.482" v="100" actId="478"/>
          <ac:picMkLst>
            <pc:docMk/>
            <pc:sldMk cId="3202592440" sldId="392"/>
            <ac:picMk id="27" creationId="{A5E2B9A7-A851-F897-8F72-AC96590FD3B9}"/>
          </ac:picMkLst>
        </pc:picChg>
        <pc:picChg chg="add del mod">
          <ac:chgData name="Yu, He (T CED INW-CN)" userId="a2172827-2020-42c6-a557-b2cbb763b90c" providerId="ADAL" clId="{16F751BC-5A87-4751-86D5-BAA0F392A665}" dt="2023-09-30T23:39:15.957" v="1935" actId="478"/>
          <ac:picMkLst>
            <pc:docMk/>
            <pc:sldMk cId="3202592440" sldId="392"/>
            <ac:picMk id="29" creationId="{03CF89F2-287F-A525-6F1B-3D978FF00FB4}"/>
          </ac:picMkLst>
        </pc:picChg>
        <pc:picChg chg="add del mod">
          <ac:chgData name="Yu, He (T CED INW-CN)" userId="a2172827-2020-42c6-a557-b2cbb763b90c" providerId="ADAL" clId="{16F751BC-5A87-4751-86D5-BAA0F392A665}" dt="2023-09-30T23:39:15.957" v="1935" actId="478"/>
          <ac:picMkLst>
            <pc:docMk/>
            <pc:sldMk cId="3202592440" sldId="392"/>
            <ac:picMk id="31" creationId="{65E3ABCF-6938-E127-0ED1-AE3660188EC0}"/>
          </ac:picMkLst>
        </pc:picChg>
        <pc:cxnChg chg="add mod">
          <ac:chgData name="Yu, He (T CED INW-CN)" userId="a2172827-2020-42c6-a557-b2cbb763b90c" providerId="ADAL" clId="{16F751BC-5A87-4751-86D5-BAA0F392A665}" dt="2023-10-01T06:14:20.302" v="2014" actId="1036"/>
          <ac:cxnSpMkLst>
            <pc:docMk/>
            <pc:sldMk cId="3202592440" sldId="392"/>
            <ac:cxnSpMk id="40" creationId="{E81B5611-272A-2A9D-4EFD-18358B9F2599}"/>
          </ac:cxnSpMkLst>
        </pc:cxnChg>
        <pc:cxnChg chg="add mod">
          <ac:chgData name="Yu, He (T CED INW-CN)" userId="a2172827-2020-42c6-a557-b2cbb763b90c" providerId="ADAL" clId="{16F751BC-5A87-4751-86D5-BAA0F392A665}" dt="2023-10-01T06:14:20.302" v="2014" actId="1036"/>
          <ac:cxnSpMkLst>
            <pc:docMk/>
            <pc:sldMk cId="3202592440" sldId="392"/>
            <ac:cxnSpMk id="51" creationId="{3C739652-ACEB-3302-B2D6-2CA8E6ECEF86}"/>
          </ac:cxnSpMkLst>
        </pc:cxnChg>
        <pc:cxnChg chg="add mod">
          <ac:chgData name="Yu, He (T CED INW-CN)" userId="a2172827-2020-42c6-a557-b2cbb763b90c" providerId="ADAL" clId="{16F751BC-5A87-4751-86D5-BAA0F392A665}" dt="2023-10-01T06:14:20.302" v="2014" actId="1036"/>
          <ac:cxnSpMkLst>
            <pc:docMk/>
            <pc:sldMk cId="3202592440" sldId="392"/>
            <ac:cxnSpMk id="72" creationId="{5548817E-DC2F-5CFE-5737-A035D3B7D240}"/>
          </ac:cxnSpMkLst>
        </pc:cxnChg>
        <pc:cxnChg chg="add mod">
          <ac:chgData name="Yu, He (T CED INW-CN)" userId="a2172827-2020-42c6-a557-b2cbb763b90c" providerId="ADAL" clId="{16F751BC-5A87-4751-86D5-BAA0F392A665}" dt="2023-10-01T06:14:20.302" v="2014" actId="1036"/>
          <ac:cxnSpMkLst>
            <pc:docMk/>
            <pc:sldMk cId="3202592440" sldId="392"/>
            <ac:cxnSpMk id="78" creationId="{9DF462BD-2510-E6E8-F1F8-87381BDB3276}"/>
          </ac:cxnSpMkLst>
        </pc:cxnChg>
        <pc:cxnChg chg="add mod">
          <ac:chgData name="Yu, He (T CED INW-CN)" userId="a2172827-2020-42c6-a557-b2cbb763b90c" providerId="ADAL" clId="{16F751BC-5A87-4751-86D5-BAA0F392A665}" dt="2023-10-01T06:14:20.302" v="2014" actId="1036"/>
          <ac:cxnSpMkLst>
            <pc:docMk/>
            <pc:sldMk cId="3202592440" sldId="392"/>
            <ac:cxnSpMk id="86" creationId="{21C8EA99-400B-0508-E259-F86042554459}"/>
          </ac:cxnSpMkLst>
        </pc:cxnChg>
        <pc:cxnChg chg="add mod">
          <ac:chgData name="Yu, He (T CED INW-CN)" userId="a2172827-2020-42c6-a557-b2cbb763b90c" providerId="ADAL" clId="{16F751BC-5A87-4751-86D5-BAA0F392A665}" dt="2023-10-01T06:14:20.302" v="2014" actId="1036"/>
          <ac:cxnSpMkLst>
            <pc:docMk/>
            <pc:sldMk cId="3202592440" sldId="392"/>
            <ac:cxnSpMk id="90" creationId="{A706FF51-B51A-6377-C0A3-4BCB8E287871}"/>
          </ac:cxnSpMkLst>
        </pc:cxnChg>
        <pc:cxnChg chg="add mod">
          <ac:chgData name="Yu, He (T CED INW-CN)" userId="a2172827-2020-42c6-a557-b2cbb763b90c" providerId="ADAL" clId="{16F751BC-5A87-4751-86D5-BAA0F392A665}" dt="2023-10-01T06:14:20.302" v="2014" actId="1036"/>
          <ac:cxnSpMkLst>
            <pc:docMk/>
            <pc:sldMk cId="3202592440" sldId="392"/>
            <ac:cxnSpMk id="96" creationId="{265C7F1D-0462-230C-9DFC-56105718FB27}"/>
          </ac:cxnSpMkLst>
        </pc:cxnChg>
        <pc:cxnChg chg="add mod">
          <ac:chgData name="Yu, He (T CED INW-CN)" userId="a2172827-2020-42c6-a557-b2cbb763b90c" providerId="ADAL" clId="{16F751BC-5A87-4751-86D5-BAA0F392A665}" dt="2023-10-01T06:14:20.302" v="2014" actId="1036"/>
          <ac:cxnSpMkLst>
            <pc:docMk/>
            <pc:sldMk cId="3202592440" sldId="392"/>
            <ac:cxnSpMk id="101" creationId="{1D080E07-6B21-019B-501A-B2BBD455ABF4}"/>
          </ac:cxnSpMkLst>
        </pc:cxnChg>
      </pc:sldChg>
      <pc:sldChg chg="addSp delSp modSp add mod">
        <pc:chgData name="Yu, He (T CED INW-CN)" userId="a2172827-2020-42c6-a557-b2cbb763b90c" providerId="ADAL" clId="{16F751BC-5A87-4751-86D5-BAA0F392A665}" dt="2023-10-23T23:36:23.044" v="7625" actId="1038"/>
        <pc:sldMkLst>
          <pc:docMk/>
          <pc:sldMk cId="2740838802" sldId="393"/>
        </pc:sldMkLst>
        <pc:spChg chg="add del mod">
          <ac:chgData name="Yu, He (T CED INW-CN)" userId="a2172827-2020-42c6-a557-b2cbb763b90c" providerId="ADAL" clId="{16F751BC-5A87-4751-86D5-BAA0F392A665}" dt="2023-10-01T10:52:20.049" v="3928" actId="20577"/>
          <ac:spMkLst>
            <pc:docMk/>
            <pc:sldMk cId="2740838802" sldId="393"/>
            <ac:spMk id="2" creationId="{6A992315-394E-4C18-9361-5BBEA74C2FB1}"/>
          </ac:spMkLst>
        </pc:spChg>
        <pc:spChg chg="mod">
          <ac:chgData name="Yu, He (T CED INW-CN)" userId="a2172827-2020-42c6-a557-b2cbb763b90c" providerId="ADAL" clId="{16F751BC-5A87-4751-86D5-BAA0F392A665}" dt="2023-10-01T12:44:35.495" v="4556" actId="1076"/>
          <ac:spMkLst>
            <pc:docMk/>
            <pc:sldMk cId="2740838802" sldId="393"/>
            <ac:spMk id="3" creationId="{523C1701-F4D5-24DA-E708-BAC8D30723FF}"/>
          </ac:spMkLst>
        </pc:spChg>
        <pc:spChg chg="add del mod">
          <ac:chgData name="Yu, He (T CED INW-CN)" userId="a2172827-2020-42c6-a557-b2cbb763b90c" providerId="ADAL" clId="{16F751BC-5A87-4751-86D5-BAA0F392A665}" dt="2023-10-01T14:20:46.920" v="5343" actId="478"/>
          <ac:spMkLst>
            <pc:docMk/>
            <pc:sldMk cId="2740838802" sldId="393"/>
            <ac:spMk id="5" creationId="{D893EFDB-398F-828A-C586-39B278B75F74}"/>
          </ac:spMkLst>
        </pc:spChg>
        <pc:spChg chg="add del mod">
          <ac:chgData name="Yu, He (T CED INW-CN)" userId="a2172827-2020-42c6-a557-b2cbb763b90c" providerId="ADAL" clId="{16F751BC-5A87-4751-86D5-BAA0F392A665}" dt="2023-10-01T14:20:46.920" v="5343" actId="478"/>
          <ac:spMkLst>
            <pc:docMk/>
            <pc:sldMk cId="2740838802" sldId="393"/>
            <ac:spMk id="7" creationId="{36954F4A-CCB7-EB05-D67C-F8D55B582D75}"/>
          </ac:spMkLst>
        </pc:spChg>
        <pc:spChg chg="add del mod">
          <ac:chgData name="Yu, He (T CED INW-CN)" userId="a2172827-2020-42c6-a557-b2cbb763b90c" providerId="ADAL" clId="{16F751BC-5A87-4751-86D5-BAA0F392A665}" dt="2023-09-30T15:20:02.827" v="1673" actId="21"/>
          <ac:spMkLst>
            <pc:docMk/>
            <pc:sldMk cId="2740838802" sldId="393"/>
            <ac:spMk id="7" creationId="{AB8980EC-2FB1-C9B7-2565-E7B4E3191DCF}"/>
          </ac:spMkLst>
        </pc:spChg>
        <pc:spChg chg="add mod">
          <ac:chgData name="Yu, He (T CED INW-CN)" userId="a2172827-2020-42c6-a557-b2cbb763b90c" providerId="ADAL" clId="{16F751BC-5A87-4751-86D5-BAA0F392A665}" dt="2023-10-01T12:54:26.339" v="4742" actId="1076"/>
          <ac:spMkLst>
            <pc:docMk/>
            <pc:sldMk cId="2740838802" sldId="393"/>
            <ac:spMk id="8" creationId="{CAB4DB11-0E9F-B99B-0BD2-D1A41518D5FD}"/>
          </ac:spMkLst>
        </pc:spChg>
        <pc:spChg chg="add mod">
          <ac:chgData name="Yu, He (T CED INW-CN)" userId="a2172827-2020-42c6-a557-b2cbb763b90c" providerId="ADAL" clId="{16F751BC-5A87-4751-86D5-BAA0F392A665}" dt="2023-10-01T12:54:26.339" v="4742" actId="1076"/>
          <ac:spMkLst>
            <pc:docMk/>
            <pc:sldMk cId="2740838802" sldId="393"/>
            <ac:spMk id="9" creationId="{D64F5AF9-393C-97C6-7608-8B9BE5B7B717}"/>
          </ac:spMkLst>
        </pc:spChg>
        <pc:spChg chg="add mod">
          <ac:chgData name="Yu, He (T CED INW-CN)" userId="a2172827-2020-42c6-a557-b2cbb763b90c" providerId="ADAL" clId="{16F751BC-5A87-4751-86D5-BAA0F392A665}" dt="2023-10-01T12:58:13.245" v="4816" actId="1035"/>
          <ac:spMkLst>
            <pc:docMk/>
            <pc:sldMk cId="2740838802" sldId="393"/>
            <ac:spMk id="12" creationId="{9DEB0C14-B30E-52B7-24A3-BB314BACFFF2}"/>
          </ac:spMkLst>
        </pc:spChg>
        <pc:spChg chg="add mod">
          <ac:chgData name="Yu, He (T CED INW-CN)" userId="a2172827-2020-42c6-a557-b2cbb763b90c" providerId="ADAL" clId="{16F751BC-5A87-4751-86D5-BAA0F392A665}" dt="2023-10-01T12:58:13.245" v="4816" actId="1035"/>
          <ac:spMkLst>
            <pc:docMk/>
            <pc:sldMk cId="2740838802" sldId="393"/>
            <ac:spMk id="13" creationId="{914F31E6-62F5-C6AE-5658-66E18D01A7BD}"/>
          </ac:spMkLst>
        </pc:spChg>
        <pc:spChg chg="add mod">
          <ac:chgData name="Yu, He (T CED INW-CN)" userId="a2172827-2020-42c6-a557-b2cbb763b90c" providerId="ADAL" clId="{16F751BC-5A87-4751-86D5-BAA0F392A665}" dt="2023-10-01T12:58:13.245" v="4816" actId="1035"/>
          <ac:spMkLst>
            <pc:docMk/>
            <pc:sldMk cId="2740838802" sldId="393"/>
            <ac:spMk id="14" creationId="{69A04266-485C-8732-DF5F-88E41200ABB4}"/>
          </ac:spMkLst>
        </pc:spChg>
        <pc:spChg chg="add mod">
          <ac:chgData name="Yu, He (T CED INW-CN)" userId="a2172827-2020-42c6-a557-b2cbb763b90c" providerId="ADAL" clId="{16F751BC-5A87-4751-86D5-BAA0F392A665}" dt="2023-10-01T12:58:13.245" v="4816" actId="1035"/>
          <ac:spMkLst>
            <pc:docMk/>
            <pc:sldMk cId="2740838802" sldId="393"/>
            <ac:spMk id="15" creationId="{BCE99903-4F43-97FE-F4DA-0E64C9F8E315}"/>
          </ac:spMkLst>
        </pc:spChg>
        <pc:spChg chg="add mod">
          <ac:chgData name="Yu, He (T CED INW-CN)" userId="a2172827-2020-42c6-a557-b2cbb763b90c" providerId="ADAL" clId="{16F751BC-5A87-4751-86D5-BAA0F392A665}" dt="2023-10-01T12:58:13.245" v="4816" actId="1035"/>
          <ac:spMkLst>
            <pc:docMk/>
            <pc:sldMk cId="2740838802" sldId="393"/>
            <ac:spMk id="16" creationId="{DF0C496F-D6D8-29EE-05BB-A754C133F0DC}"/>
          </ac:spMkLst>
        </pc:spChg>
        <pc:spChg chg="add mod">
          <ac:chgData name="Yu, He (T CED INW-CN)" userId="a2172827-2020-42c6-a557-b2cbb763b90c" providerId="ADAL" clId="{16F751BC-5A87-4751-86D5-BAA0F392A665}" dt="2023-10-01T12:58:13.245" v="4816" actId="1035"/>
          <ac:spMkLst>
            <pc:docMk/>
            <pc:sldMk cId="2740838802" sldId="393"/>
            <ac:spMk id="17" creationId="{56B81BA7-12AD-90CE-7E6F-C99A5E3B7F76}"/>
          </ac:spMkLst>
        </pc:spChg>
        <pc:spChg chg="add del mod">
          <ac:chgData name="Yu, He (T CED INW-CN)" userId="a2172827-2020-42c6-a557-b2cbb763b90c" providerId="ADAL" clId="{16F751BC-5A87-4751-86D5-BAA0F392A665}" dt="2023-10-01T13:28:51.435" v="5195" actId="478"/>
          <ac:spMkLst>
            <pc:docMk/>
            <pc:sldMk cId="2740838802" sldId="393"/>
            <ac:spMk id="18" creationId="{49D02B56-1D9C-B30B-8586-4DD73346814C}"/>
          </ac:spMkLst>
        </pc:spChg>
        <pc:spChg chg="add del mod">
          <ac:chgData name="Yu, He (T CED INW-CN)" userId="a2172827-2020-42c6-a557-b2cbb763b90c" providerId="ADAL" clId="{16F751BC-5A87-4751-86D5-BAA0F392A665}" dt="2023-10-01T13:28:46.224" v="5194" actId="478"/>
          <ac:spMkLst>
            <pc:docMk/>
            <pc:sldMk cId="2740838802" sldId="393"/>
            <ac:spMk id="19" creationId="{2304FAE1-938E-C449-9E70-E6D049A56D7B}"/>
          </ac:spMkLst>
        </pc:spChg>
        <pc:spChg chg="add mod">
          <ac:chgData name="Yu, He (T CED INW-CN)" userId="a2172827-2020-42c6-a557-b2cbb763b90c" providerId="ADAL" clId="{16F751BC-5A87-4751-86D5-BAA0F392A665}" dt="2023-10-01T14:29:53.798" v="5424" actId="14100"/>
          <ac:spMkLst>
            <pc:docMk/>
            <pc:sldMk cId="2740838802" sldId="393"/>
            <ac:spMk id="20" creationId="{16334B08-3BC6-8777-2E03-5BEA3A8E67DF}"/>
          </ac:spMkLst>
        </pc:spChg>
        <pc:spChg chg="add mod">
          <ac:chgData name="Yu, He (T CED INW-CN)" userId="a2172827-2020-42c6-a557-b2cbb763b90c" providerId="ADAL" clId="{16F751BC-5A87-4751-86D5-BAA0F392A665}" dt="2023-10-01T09:46:53.373" v="3384" actId="1036"/>
          <ac:spMkLst>
            <pc:docMk/>
            <pc:sldMk cId="2740838802" sldId="393"/>
            <ac:spMk id="22" creationId="{1CBFF45E-A60B-3202-2E09-DFA18444705C}"/>
          </ac:spMkLst>
        </pc:spChg>
        <pc:spChg chg="add mod">
          <ac:chgData name="Yu, He (T CED INW-CN)" userId="a2172827-2020-42c6-a557-b2cbb763b90c" providerId="ADAL" clId="{16F751BC-5A87-4751-86D5-BAA0F392A665}" dt="2023-10-01T09:52:37.225" v="3527" actId="1076"/>
          <ac:spMkLst>
            <pc:docMk/>
            <pc:sldMk cId="2740838802" sldId="393"/>
            <ac:spMk id="23" creationId="{149E2DD8-D754-1F37-D4E4-92D1F70220A4}"/>
          </ac:spMkLst>
        </pc:spChg>
        <pc:spChg chg="add del mod">
          <ac:chgData name="Yu, He (T CED INW-CN)" userId="a2172827-2020-42c6-a557-b2cbb763b90c" providerId="ADAL" clId="{16F751BC-5A87-4751-86D5-BAA0F392A665}" dt="2023-10-01T09:22:55.692" v="3313" actId="478"/>
          <ac:spMkLst>
            <pc:docMk/>
            <pc:sldMk cId="2740838802" sldId="393"/>
            <ac:spMk id="24" creationId="{90441E1C-4419-1D48-F529-679BC8CBC683}"/>
          </ac:spMkLst>
        </pc:spChg>
        <pc:spChg chg="add mod">
          <ac:chgData name="Yu, He (T CED INW-CN)" userId="a2172827-2020-42c6-a557-b2cbb763b90c" providerId="ADAL" clId="{16F751BC-5A87-4751-86D5-BAA0F392A665}" dt="2023-10-01T14:32:15.589" v="5458" actId="1037"/>
          <ac:spMkLst>
            <pc:docMk/>
            <pc:sldMk cId="2740838802" sldId="393"/>
            <ac:spMk id="24" creationId="{E29C767E-05FB-1D13-CDF6-C24CE07D3654}"/>
          </ac:spMkLst>
        </pc:spChg>
        <pc:spChg chg="add mod">
          <ac:chgData name="Yu, He (T CED INW-CN)" userId="a2172827-2020-42c6-a557-b2cbb763b90c" providerId="ADAL" clId="{16F751BC-5A87-4751-86D5-BAA0F392A665}" dt="2023-10-01T12:58:21.017" v="4826" actId="1035"/>
          <ac:spMkLst>
            <pc:docMk/>
            <pc:sldMk cId="2740838802" sldId="393"/>
            <ac:spMk id="25" creationId="{007DC50F-93C5-76A8-6E58-902872AB5C03}"/>
          </ac:spMkLst>
        </pc:spChg>
        <pc:spChg chg="add del mod">
          <ac:chgData name="Yu, He (T CED INW-CN)" userId="a2172827-2020-42c6-a557-b2cbb763b90c" providerId="ADAL" clId="{16F751BC-5A87-4751-86D5-BAA0F392A665}" dt="2023-10-01T12:59:12.517" v="4857" actId="14100"/>
          <ac:spMkLst>
            <pc:docMk/>
            <pc:sldMk cId="2740838802" sldId="393"/>
            <ac:spMk id="26" creationId="{CC3A5CC0-9B19-E629-7B5B-DAB34A4A7728}"/>
          </ac:spMkLst>
        </pc:spChg>
        <pc:spChg chg="add mod">
          <ac:chgData name="Yu, He (T CED INW-CN)" userId="a2172827-2020-42c6-a557-b2cbb763b90c" providerId="ADAL" clId="{16F751BC-5A87-4751-86D5-BAA0F392A665}" dt="2023-10-01T12:58:21.017" v="4826" actId="1035"/>
          <ac:spMkLst>
            <pc:docMk/>
            <pc:sldMk cId="2740838802" sldId="393"/>
            <ac:spMk id="27" creationId="{9FDE8649-17DF-7022-ED61-FFDF848A6103}"/>
          </ac:spMkLst>
        </pc:spChg>
        <pc:spChg chg="add del mod">
          <ac:chgData name="Yu, He (T CED INW-CN)" userId="a2172827-2020-42c6-a557-b2cbb763b90c" providerId="ADAL" clId="{16F751BC-5A87-4751-86D5-BAA0F392A665}" dt="2023-10-01T09:31:21.622" v="3365" actId="478"/>
          <ac:spMkLst>
            <pc:docMk/>
            <pc:sldMk cId="2740838802" sldId="393"/>
            <ac:spMk id="30" creationId="{B7F28E73-626F-57B2-911D-81F3A1F03C78}"/>
          </ac:spMkLst>
        </pc:spChg>
        <pc:spChg chg="del">
          <ac:chgData name="Yu, He (T CED INW-CN)" userId="a2172827-2020-42c6-a557-b2cbb763b90c" providerId="ADAL" clId="{16F751BC-5A87-4751-86D5-BAA0F392A665}" dt="2023-09-30T15:16:59.663" v="1577" actId="478"/>
          <ac:spMkLst>
            <pc:docMk/>
            <pc:sldMk cId="2740838802" sldId="393"/>
            <ac:spMk id="32" creationId="{302E302D-F6CD-E9D5-F96A-C52D59CB197F}"/>
          </ac:spMkLst>
        </pc:spChg>
        <pc:spChg chg="del">
          <ac:chgData name="Yu, He (T CED INW-CN)" userId="a2172827-2020-42c6-a557-b2cbb763b90c" providerId="ADAL" clId="{16F751BC-5A87-4751-86D5-BAA0F392A665}" dt="2023-09-30T15:17:01.965" v="1578" actId="478"/>
          <ac:spMkLst>
            <pc:docMk/>
            <pc:sldMk cId="2740838802" sldId="393"/>
            <ac:spMk id="33" creationId="{F4A8FC1E-3421-D40F-56DF-E74E0F1D0548}"/>
          </ac:spMkLst>
        </pc:spChg>
        <pc:spChg chg="del">
          <ac:chgData name="Yu, He (T CED INW-CN)" userId="a2172827-2020-42c6-a557-b2cbb763b90c" providerId="ADAL" clId="{16F751BC-5A87-4751-86D5-BAA0F392A665}" dt="2023-09-30T15:16:59.663" v="1577" actId="478"/>
          <ac:spMkLst>
            <pc:docMk/>
            <pc:sldMk cId="2740838802" sldId="393"/>
            <ac:spMk id="34" creationId="{F5EA7911-878A-0800-8B37-6FB55FCDC9D5}"/>
          </ac:spMkLst>
        </pc:spChg>
        <pc:spChg chg="del">
          <ac:chgData name="Yu, He (T CED INW-CN)" userId="a2172827-2020-42c6-a557-b2cbb763b90c" providerId="ADAL" clId="{16F751BC-5A87-4751-86D5-BAA0F392A665}" dt="2023-09-30T15:16:59.663" v="1577" actId="478"/>
          <ac:spMkLst>
            <pc:docMk/>
            <pc:sldMk cId="2740838802" sldId="393"/>
            <ac:spMk id="35" creationId="{DC3A01F4-2492-A858-5FEE-96766DD3C08C}"/>
          </ac:spMkLst>
        </pc:spChg>
        <pc:spChg chg="del">
          <ac:chgData name="Yu, He (T CED INW-CN)" userId="a2172827-2020-42c6-a557-b2cbb763b90c" providerId="ADAL" clId="{16F751BC-5A87-4751-86D5-BAA0F392A665}" dt="2023-09-30T15:17:09.049" v="1579" actId="478"/>
          <ac:spMkLst>
            <pc:docMk/>
            <pc:sldMk cId="2740838802" sldId="393"/>
            <ac:spMk id="36" creationId="{70F43E2A-D117-1D02-83E8-182F09B641B8}"/>
          </ac:spMkLst>
        </pc:spChg>
        <pc:spChg chg="del">
          <ac:chgData name="Yu, He (T CED INW-CN)" userId="a2172827-2020-42c6-a557-b2cbb763b90c" providerId="ADAL" clId="{16F751BC-5A87-4751-86D5-BAA0F392A665}" dt="2023-09-30T15:17:09.049" v="1579" actId="478"/>
          <ac:spMkLst>
            <pc:docMk/>
            <pc:sldMk cId="2740838802" sldId="393"/>
            <ac:spMk id="37" creationId="{09AC511B-9838-D149-818F-F4BAF4198236}"/>
          </ac:spMkLst>
        </pc:spChg>
        <pc:spChg chg="del">
          <ac:chgData name="Yu, He (T CED INW-CN)" userId="a2172827-2020-42c6-a557-b2cbb763b90c" providerId="ADAL" clId="{16F751BC-5A87-4751-86D5-BAA0F392A665}" dt="2023-09-30T15:17:09.049" v="1579" actId="478"/>
          <ac:spMkLst>
            <pc:docMk/>
            <pc:sldMk cId="2740838802" sldId="393"/>
            <ac:spMk id="38" creationId="{18EC7DAF-0AD5-DFB8-53EC-35F902F53695}"/>
          </ac:spMkLst>
        </pc:spChg>
        <pc:spChg chg="add mod">
          <ac:chgData name="Yu, He (T CED INW-CN)" userId="a2172827-2020-42c6-a557-b2cbb763b90c" providerId="ADAL" clId="{16F751BC-5A87-4751-86D5-BAA0F392A665}" dt="2023-10-01T09:46:53.373" v="3384" actId="1036"/>
          <ac:spMkLst>
            <pc:docMk/>
            <pc:sldMk cId="2740838802" sldId="393"/>
            <ac:spMk id="39" creationId="{0328D053-18DB-0999-BA20-64DD30668AF9}"/>
          </ac:spMkLst>
        </pc:spChg>
        <pc:spChg chg="del">
          <ac:chgData name="Yu, He (T CED INW-CN)" userId="a2172827-2020-42c6-a557-b2cbb763b90c" providerId="ADAL" clId="{16F751BC-5A87-4751-86D5-BAA0F392A665}" dt="2023-09-30T15:17:09.049" v="1579" actId="478"/>
          <ac:spMkLst>
            <pc:docMk/>
            <pc:sldMk cId="2740838802" sldId="393"/>
            <ac:spMk id="41" creationId="{ECC2D2C4-3AF6-495E-77F3-C599B9A456C3}"/>
          </ac:spMkLst>
        </pc:spChg>
        <pc:spChg chg="del">
          <ac:chgData name="Yu, He (T CED INW-CN)" userId="a2172827-2020-42c6-a557-b2cbb763b90c" providerId="ADAL" clId="{16F751BC-5A87-4751-86D5-BAA0F392A665}" dt="2023-09-30T15:17:09.049" v="1579" actId="478"/>
          <ac:spMkLst>
            <pc:docMk/>
            <pc:sldMk cId="2740838802" sldId="393"/>
            <ac:spMk id="42" creationId="{84367E81-E475-64E2-3C30-49A6535F60A2}"/>
          </ac:spMkLst>
        </pc:spChg>
        <pc:spChg chg="del">
          <ac:chgData name="Yu, He (T CED INW-CN)" userId="a2172827-2020-42c6-a557-b2cbb763b90c" providerId="ADAL" clId="{16F751BC-5A87-4751-86D5-BAA0F392A665}" dt="2023-09-30T15:17:09.049" v="1579" actId="478"/>
          <ac:spMkLst>
            <pc:docMk/>
            <pc:sldMk cId="2740838802" sldId="393"/>
            <ac:spMk id="43" creationId="{60E74EAA-DAE4-CB07-E275-163439C4C47B}"/>
          </ac:spMkLst>
        </pc:spChg>
        <pc:spChg chg="del">
          <ac:chgData name="Yu, He (T CED INW-CN)" userId="a2172827-2020-42c6-a557-b2cbb763b90c" providerId="ADAL" clId="{16F751BC-5A87-4751-86D5-BAA0F392A665}" dt="2023-09-30T15:17:09.049" v="1579" actId="478"/>
          <ac:spMkLst>
            <pc:docMk/>
            <pc:sldMk cId="2740838802" sldId="393"/>
            <ac:spMk id="44" creationId="{B97DD0A9-36B7-688F-6BA9-C8D374FF2353}"/>
          </ac:spMkLst>
        </pc:spChg>
        <pc:spChg chg="del">
          <ac:chgData name="Yu, He (T CED INW-CN)" userId="a2172827-2020-42c6-a557-b2cbb763b90c" providerId="ADAL" clId="{16F751BC-5A87-4751-86D5-BAA0F392A665}" dt="2023-09-30T15:17:09.049" v="1579" actId="478"/>
          <ac:spMkLst>
            <pc:docMk/>
            <pc:sldMk cId="2740838802" sldId="393"/>
            <ac:spMk id="45" creationId="{6F6C8B39-0E3A-E292-E27C-764851BA1BBB}"/>
          </ac:spMkLst>
        </pc:spChg>
        <pc:spChg chg="del">
          <ac:chgData name="Yu, He (T CED INW-CN)" userId="a2172827-2020-42c6-a557-b2cbb763b90c" providerId="ADAL" clId="{16F751BC-5A87-4751-86D5-BAA0F392A665}" dt="2023-09-30T15:17:09.049" v="1579" actId="478"/>
          <ac:spMkLst>
            <pc:docMk/>
            <pc:sldMk cId="2740838802" sldId="393"/>
            <ac:spMk id="46" creationId="{540D1B2C-A6AC-63F6-F8B9-25F1D6A5CBD7}"/>
          </ac:spMkLst>
        </pc:spChg>
        <pc:spChg chg="del">
          <ac:chgData name="Yu, He (T CED INW-CN)" userId="a2172827-2020-42c6-a557-b2cbb763b90c" providerId="ADAL" clId="{16F751BC-5A87-4751-86D5-BAA0F392A665}" dt="2023-09-30T15:17:09.049" v="1579" actId="478"/>
          <ac:spMkLst>
            <pc:docMk/>
            <pc:sldMk cId="2740838802" sldId="393"/>
            <ac:spMk id="47" creationId="{03AF5AFE-FEA2-090B-55E3-46A053DC60ED}"/>
          </ac:spMkLst>
        </pc:spChg>
        <pc:spChg chg="del">
          <ac:chgData name="Yu, He (T CED INW-CN)" userId="a2172827-2020-42c6-a557-b2cbb763b90c" providerId="ADAL" clId="{16F751BC-5A87-4751-86D5-BAA0F392A665}" dt="2023-09-30T15:17:09.049" v="1579" actId="478"/>
          <ac:spMkLst>
            <pc:docMk/>
            <pc:sldMk cId="2740838802" sldId="393"/>
            <ac:spMk id="48" creationId="{F05F15B2-99A4-39F1-AF47-D9FA65E41070}"/>
          </ac:spMkLst>
        </pc:spChg>
        <pc:spChg chg="del">
          <ac:chgData name="Yu, He (T CED INW-CN)" userId="a2172827-2020-42c6-a557-b2cbb763b90c" providerId="ADAL" clId="{16F751BC-5A87-4751-86D5-BAA0F392A665}" dt="2023-09-30T15:17:09.049" v="1579" actId="478"/>
          <ac:spMkLst>
            <pc:docMk/>
            <pc:sldMk cId="2740838802" sldId="393"/>
            <ac:spMk id="49" creationId="{97FFFEAC-EBAB-606B-5ECC-8D5516478502}"/>
          </ac:spMkLst>
        </pc:spChg>
        <pc:spChg chg="del">
          <ac:chgData name="Yu, He (T CED INW-CN)" userId="a2172827-2020-42c6-a557-b2cbb763b90c" providerId="ADAL" clId="{16F751BC-5A87-4751-86D5-BAA0F392A665}" dt="2023-09-30T15:17:09.049" v="1579" actId="478"/>
          <ac:spMkLst>
            <pc:docMk/>
            <pc:sldMk cId="2740838802" sldId="393"/>
            <ac:spMk id="50" creationId="{C3AB3443-5494-A051-6F00-DA8E8006839C}"/>
          </ac:spMkLst>
        </pc:spChg>
        <pc:spChg chg="add mod">
          <ac:chgData name="Yu, He (T CED INW-CN)" userId="a2172827-2020-42c6-a557-b2cbb763b90c" providerId="ADAL" clId="{16F751BC-5A87-4751-86D5-BAA0F392A665}" dt="2023-10-01T12:58:41.060" v="4834" actId="20577"/>
          <ac:spMkLst>
            <pc:docMk/>
            <pc:sldMk cId="2740838802" sldId="393"/>
            <ac:spMk id="52" creationId="{B3C1D283-F64E-0F94-0D6D-A7B1D7B470E5}"/>
          </ac:spMkLst>
        </pc:spChg>
        <pc:spChg chg="del">
          <ac:chgData name="Yu, He (T CED INW-CN)" userId="a2172827-2020-42c6-a557-b2cbb763b90c" providerId="ADAL" clId="{16F751BC-5A87-4751-86D5-BAA0F392A665}" dt="2023-09-30T15:17:09.049" v="1579" actId="478"/>
          <ac:spMkLst>
            <pc:docMk/>
            <pc:sldMk cId="2740838802" sldId="393"/>
            <ac:spMk id="53" creationId="{3F4857F3-89BF-954B-A8C3-5FC32247E797}"/>
          </ac:spMkLst>
        </pc:spChg>
        <pc:spChg chg="del">
          <ac:chgData name="Yu, He (T CED INW-CN)" userId="a2172827-2020-42c6-a557-b2cbb763b90c" providerId="ADAL" clId="{16F751BC-5A87-4751-86D5-BAA0F392A665}" dt="2023-09-30T15:17:09.049" v="1579" actId="478"/>
          <ac:spMkLst>
            <pc:docMk/>
            <pc:sldMk cId="2740838802" sldId="393"/>
            <ac:spMk id="54" creationId="{53B61DCB-6503-4304-C6AC-3AE6447022DC}"/>
          </ac:spMkLst>
        </pc:spChg>
        <pc:spChg chg="del">
          <ac:chgData name="Yu, He (T CED INW-CN)" userId="a2172827-2020-42c6-a557-b2cbb763b90c" providerId="ADAL" clId="{16F751BC-5A87-4751-86D5-BAA0F392A665}" dt="2023-09-30T15:17:09.049" v="1579" actId="478"/>
          <ac:spMkLst>
            <pc:docMk/>
            <pc:sldMk cId="2740838802" sldId="393"/>
            <ac:spMk id="55" creationId="{2817D43E-061D-7B0B-4589-44ACFDFF6236}"/>
          </ac:spMkLst>
        </pc:spChg>
        <pc:spChg chg="del">
          <ac:chgData name="Yu, He (T CED INW-CN)" userId="a2172827-2020-42c6-a557-b2cbb763b90c" providerId="ADAL" clId="{16F751BC-5A87-4751-86D5-BAA0F392A665}" dt="2023-09-30T15:17:09.049" v="1579" actId="478"/>
          <ac:spMkLst>
            <pc:docMk/>
            <pc:sldMk cId="2740838802" sldId="393"/>
            <ac:spMk id="56" creationId="{EE2B5BDE-E302-B05C-2A49-B7EC5AC315DB}"/>
          </ac:spMkLst>
        </pc:spChg>
        <pc:spChg chg="del">
          <ac:chgData name="Yu, He (T CED INW-CN)" userId="a2172827-2020-42c6-a557-b2cbb763b90c" providerId="ADAL" clId="{16F751BC-5A87-4751-86D5-BAA0F392A665}" dt="2023-09-30T15:17:09.049" v="1579" actId="478"/>
          <ac:spMkLst>
            <pc:docMk/>
            <pc:sldMk cId="2740838802" sldId="393"/>
            <ac:spMk id="57" creationId="{1E4372DF-0E0F-ECF9-4794-DE78B92D2847}"/>
          </ac:spMkLst>
        </pc:spChg>
        <pc:spChg chg="del">
          <ac:chgData name="Yu, He (T CED INW-CN)" userId="a2172827-2020-42c6-a557-b2cbb763b90c" providerId="ADAL" clId="{16F751BC-5A87-4751-86D5-BAA0F392A665}" dt="2023-09-30T15:17:09.049" v="1579" actId="478"/>
          <ac:spMkLst>
            <pc:docMk/>
            <pc:sldMk cId="2740838802" sldId="393"/>
            <ac:spMk id="58" creationId="{44E92D2C-228C-96A5-99A6-8AA8C9345D2B}"/>
          </ac:spMkLst>
        </pc:spChg>
        <pc:spChg chg="add mod">
          <ac:chgData name="Yu, He (T CED INW-CN)" userId="a2172827-2020-42c6-a557-b2cbb763b90c" providerId="ADAL" clId="{16F751BC-5A87-4751-86D5-BAA0F392A665}" dt="2023-10-01T12:58:52.451" v="4847" actId="1035"/>
          <ac:spMkLst>
            <pc:docMk/>
            <pc:sldMk cId="2740838802" sldId="393"/>
            <ac:spMk id="59" creationId="{AC67C49F-AC49-25C3-3727-6BEB020A5657}"/>
          </ac:spMkLst>
        </pc:spChg>
        <pc:spChg chg="add mod">
          <ac:chgData name="Yu, He (T CED INW-CN)" userId="a2172827-2020-42c6-a557-b2cbb763b90c" providerId="ADAL" clId="{16F751BC-5A87-4751-86D5-BAA0F392A665}" dt="2023-10-01T12:59:42.568" v="4876" actId="1037"/>
          <ac:spMkLst>
            <pc:docMk/>
            <pc:sldMk cId="2740838802" sldId="393"/>
            <ac:spMk id="60" creationId="{7D127832-7969-30C1-FBA2-C4A02395906F}"/>
          </ac:spMkLst>
        </pc:spChg>
        <pc:spChg chg="add mod">
          <ac:chgData name="Yu, He (T CED INW-CN)" userId="a2172827-2020-42c6-a557-b2cbb763b90c" providerId="ADAL" clId="{16F751BC-5A87-4751-86D5-BAA0F392A665}" dt="2023-10-23T23:36:12.207" v="7614" actId="20577"/>
          <ac:spMkLst>
            <pc:docMk/>
            <pc:sldMk cId="2740838802" sldId="393"/>
            <ac:spMk id="61" creationId="{4DB19B2F-5805-24DD-960E-D4D89EA6C22F}"/>
          </ac:spMkLst>
        </pc:spChg>
        <pc:spChg chg="add mod">
          <ac:chgData name="Yu, He (T CED INW-CN)" userId="a2172827-2020-42c6-a557-b2cbb763b90c" providerId="ADAL" clId="{16F751BC-5A87-4751-86D5-BAA0F392A665}" dt="2023-10-01T12:59:03.916" v="4856" actId="1035"/>
          <ac:spMkLst>
            <pc:docMk/>
            <pc:sldMk cId="2740838802" sldId="393"/>
            <ac:spMk id="62" creationId="{C385C620-F063-D331-1F95-650C0C9D05CD}"/>
          </ac:spMkLst>
        </pc:spChg>
        <pc:spChg chg="add mod">
          <ac:chgData name="Yu, He (T CED INW-CN)" userId="a2172827-2020-42c6-a557-b2cbb763b90c" providerId="ADAL" clId="{16F751BC-5A87-4751-86D5-BAA0F392A665}" dt="2023-10-01T09:53:24.186" v="3549" actId="1076"/>
          <ac:spMkLst>
            <pc:docMk/>
            <pc:sldMk cId="2740838802" sldId="393"/>
            <ac:spMk id="63" creationId="{B9225327-32A3-EC89-6DCC-92F307D6355D}"/>
          </ac:spMkLst>
        </pc:spChg>
        <pc:spChg chg="add mod">
          <ac:chgData name="Yu, He (T CED INW-CN)" userId="a2172827-2020-42c6-a557-b2cbb763b90c" providerId="ADAL" clId="{16F751BC-5A87-4751-86D5-BAA0F392A665}" dt="2023-10-01T12:58:21.017" v="4826" actId="1035"/>
          <ac:spMkLst>
            <pc:docMk/>
            <pc:sldMk cId="2740838802" sldId="393"/>
            <ac:spMk id="64" creationId="{E85E9604-14F2-9D67-5E2D-5139297E8710}"/>
          </ac:spMkLst>
        </pc:spChg>
        <pc:spChg chg="add mod">
          <ac:chgData name="Yu, He (T CED INW-CN)" userId="a2172827-2020-42c6-a557-b2cbb763b90c" providerId="ADAL" clId="{16F751BC-5A87-4751-86D5-BAA0F392A665}" dt="2023-10-01T12:58:52.451" v="4847" actId="1035"/>
          <ac:spMkLst>
            <pc:docMk/>
            <pc:sldMk cId="2740838802" sldId="393"/>
            <ac:spMk id="65" creationId="{2D4286C1-217C-5BBF-3AB2-EB640F365859}"/>
          </ac:spMkLst>
        </pc:spChg>
        <pc:spChg chg="del">
          <ac:chgData name="Yu, He (T CED INW-CN)" userId="a2172827-2020-42c6-a557-b2cbb763b90c" providerId="ADAL" clId="{16F751BC-5A87-4751-86D5-BAA0F392A665}" dt="2023-09-30T15:17:09.049" v="1579" actId="478"/>
          <ac:spMkLst>
            <pc:docMk/>
            <pc:sldMk cId="2740838802" sldId="393"/>
            <ac:spMk id="66" creationId="{18916F39-179D-2C94-6092-6D3AFD447B86}"/>
          </ac:spMkLst>
        </pc:spChg>
        <pc:spChg chg="add mod">
          <ac:chgData name="Yu, He (T CED INW-CN)" userId="a2172827-2020-42c6-a557-b2cbb763b90c" providerId="ADAL" clId="{16F751BC-5A87-4751-86D5-BAA0F392A665}" dt="2023-10-23T23:36:23.044" v="7625" actId="1038"/>
          <ac:spMkLst>
            <pc:docMk/>
            <pc:sldMk cId="2740838802" sldId="393"/>
            <ac:spMk id="67" creationId="{8C8BDC17-F5B1-A28B-5C3E-2B86795A8438}"/>
          </ac:spMkLst>
        </pc:spChg>
        <pc:spChg chg="del">
          <ac:chgData name="Yu, He (T CED INW-CN)" userId="a2172827-2020-42c6-a557-b2cbb763b90c" providerId="ADAL" clId="{16F751BC-5A87-4751-86D5-BAA0F392A665}" dt="2023-09-30T15:17:09.049" v="1579" actId="478"/>
          <ac:spMkLst>
            <pc:docMk/>
            <pc:sldMk cId="2740838802" sldId="393"/>
            <ac:spMk id="71" creationId="{9A1B4E62-69B2-7104-9957-0874B12AE825}"/>
          </ac:spMkLst>
        </pc:spChg>
        <pc:spChg chg="add mod">
          <ac:chgData name="Yu, He (T CED INW-CN)" userId="a2172827-2020-42c6-a557-b2cbb763b90c" providerId="ADAL" clId="{16F751BC-5A87-4751-86D5-BAA0F392A665}" dt="2023-10-01T12:11:31.230" v="4068" actId="1076"/>
          <ac:spMkLst>
            <pc:docMk/>
            <pc:sldMk cId="2740838802" sldId="393"/>
            <ac:spMk id="80" creationId="{3EC0ADB0-9808-9F58-0646-690F6DEBA84D}"/>
          </ac:spMkLst>
        </pc:spChg>
        <pc:spChg chg="del">
          <ac:chgData name="Yu, He (T CED INW-CN)" userId="a2172827-2020-42c6-a557-b2cbb763b90c" providerId="ADAL" clId="{16F751BC-5A87-4751-86D5-BAA0F392A665}" dt="2023-09-30T15:17:09.049" v="1579" actId="478"/>
          <ac:spMkLst>
            <pc:docMk/>
            <pc:sldMk cId="2740838802" sldId="393"/>
            <ac:spMk id="81" creationId="{CBFCDA97-F792-A7D5-6B9D-1A9CCB1328DE}"/>
          </ac:spMkLst>
        </pc:spChg>
        <pc:spChg chg="add mod">
          <ac:chgData name="Yu, He (T CED INW-CN)" userId="a2172827-2020-42c6-a557-b2cbb763b90c" providerId="ADAL" clId="{16F751BC-5A87-4751-86D5-BAA0F392A665}" dt="2023-10-01T14:34:31.823" v="5468" actId="14100"/>
          <ac:spMkLst>
            <pc:docMk/>
            <pc:sldMk cId="2740838802" sldId="393"/>
            <ac:spMk id="82" creationId="{6B4FAFFC-4263-3442-E690-230DCC119ACA}"/>
          </ac:spMkLst>
        </pc:spChg>
        <pc:spChg chg="del">
          <ac:chgData name="Yu, He (T CED INW-CN)" userId="a2172827-2020-42c6-a557-b2cbb763b90c" providerId="ADAL" clId="{16F751BC-5A87-4751-86D5-BAA0F392A665}" dt="2023-09-30T15:17:12.547" v="1580" actId="478"/>
          <ac:spMkLst>
            <pc:docMk/>
            <pc:sldMk cId="2740838802" sldId="393"/>
            <ac:spMk id="84" creationId="{E460D040-8A5F-DCCB-FCB4-1B2A351C3A44}"/>
          </ac:spMkLst>
        </pc:spChg>
        <pc:spChg chg="del">
          <ac:chgData name="Yu, He (T CED INW-CN)" userId="a2172827-2020-42c6-a557-b2cbb763b90c" providerId="ADAL" clId="{16F751BC-5A87-4751-86D5-BAA0F392A665}" dt="2023-09-30T15:17:09.049" v="1579" actId="478"/>
          <ac:spMkLst>
            <pc:docMk/>
            <pc:sldMk cId="2740838802" sldId="393"/>
            <ac:spMk id="85" creationId="{20C6C532-2F4E-93CD-F83C-1C5B1D8074C4}"/>
          </ac:spMkLst>
        </pc:spChg>
        <pc:spChg chg="add del mod">
          <ac:chgData name="Yu, He (T CED INW-CN)" userId="a2172827-2020-42c6-a557-b2cbb763b90c" providerId="ADAL" clId="{16F751BC-5A87-4751-86D5-BAA0F392A665}" dt="2023-10-01T14:17:56.587" v="5314" actId="478"/>
          <ac:spMkLst>
            <pc:docMk/>
            <pc:sldMk cId="2740838802" sldId="393"/>
            <ac:spMk id="93" creationId="{95F8A6EE-6B29-B393-B2A7-128C390F4C85}"/>
          </ac:spMkLst>
        </pc:spChg>
        <pc:spChg chg="del">
          <ac:chgData name="Yu, He (T CED INW-CN)" userId="a2172827-2020-42c6-a557-b2cbb763b90c" providerId="ADAL" clId="{16F751BC-5A87-4751-86D5-BAA0F392A665}" dt="2023-09-30T15:17:09.049" v="1579" actId="478"/>
          <ac:spMkLst>
            <pc:docMk/>
            <pc:sldMk cId="2740838802" sldId="393"/>
            <ac:spMk id="94" creationId="{516B6C60-D666-FA54-6B73-7CFBA98F4EE9}"/>
          </ac:spMkLst>
        </pc:spChg>
        <pc:spChg chg="del">
          <ac:chgData name="Yu, He (T CED INW-CN)" userId="a2172827-2020-42c6-a557-b2cbb763b90c" providerId="ADAL" clId="{16F751BC-5A87-4751-86D5-BAA0F392A665}" dt="2023-09-30T15:17:09.049" v="1579" actId="478"/>
          <ac:spMkLst>
            <pc:docMk/>
            <pc:sldMk cId="2740838802" sldId="393"/>
            <ac:spMk id="95" creationId="{F2A9C6F6-DDD5-6644-1DD5-7E277EB0AF52}"/>
          </ac:spMkLst>
        </pc:spChg>
        <pc:spChg chg="add del mod">
          <ac:chgData name="Yu, He (T CED INW-CN)" userId="a2172827-2020-42c6-a557-b2cbb763b90c" providerId="ADAL" clId="{16F751BC-5A87-4751-86D5-BAA0F392A665}" dt="2023-10-01T10:07:53.805" v="3632" actId="478"/>
          <ac:spMkLst>
            <pc:docMk/>
            <pc:sldMk cId="2740838802" sldId="393"/>
            <ac:spMk id="97" creationId="{F33DB4F2-6F19-5975-A31F-0D46966AA4C0}"/>
          </ac:spMkLst>
        </pc:spChg>
        <pc:spChg chg="add del mod">
          <ac:chgData name="Yu, He (T CED INW-CN)" userId="a2172827-2020-42c6-a557-b2cbb763b90c" providerId="ADAL" clId="{16F751BC-5A87-4751-86D5-BAA0F392A665}" dt="2023-10-01T10:55:10.094" v="3951" actId="478"/>
          <ac:spMkLst>
            <pc:docMk/>
            <pc:sldMk cId="2740838802" sldId="393"/>
            <ac:spMk id="114" creationId="{C15AF5F2-7FCD-79C5-59F5-4685E421242B}"/>
          </ac:spMkLst>
        </pc:spChg>
        <pc:spChg chg="add del mod">
          <ac:chgData name="Yu, He (T CED INW-CN)" userId="a2172827-2020-42c6-a557-b2cbb763b90c" providerId="ADAL" clId="{16F751BC-5A87-4751-86D5-BAA0F392A665}" dt="2023-10-01T10:55:08.071" v="3950" actId="478"/>
          <ac:spMkLst>
            <pc:docMk/>
            <pc:sldMk cId="2740838802" sldId="393"/>
            <ac:spMk id="115" creationId="{0B454B9E-A1AA-15CA-FFC8-3EA7DE3B6CFA}"/>
          </ac:spMkLst>
        </pc:spChg>
        <pc:spChg chg="add mod">
          <ac:chgData name="Yu, He (T CED INW-CN)" userId="a2172827-2020-42c6-a557-b2cbb763b90c" providerId="ADAL" clId="{16F751BC-5A87-4751-86D5-BAA0F392A665}" dt="2023-10-01T13:01:53.931" v="4905" actId="1035"/>
          <ac:spMkLst>
            <pc:docMk/>
            <pc:sldMk cId="2740838802" sldId="393"/>
            <ac:spMk id="127" creationId="{8EA1120F-A63D-C533-6469-689BF6400EFA}"/>
          </ac:spMkLst>
        </pc:spChg>
        <pc:spChg chg="add mod ord">
          <ac:chgData name="Yu, He (T CED INW-CN)" userId="a2172827-2020-42c6-a557-b2cbb763b90c" providerId="ADAL" clId="{16F751BC-5A87-4751-86D5-BAA0F392A665}" dt="2023-10-01T13:01:53.931" v="4905" actId="1035"/>
          <ac:spMkLst>
            <pc:docMk/>
            <pc:sldMk cId="2740838802" sldId="393"/>
            <ac:spMk id="128" creationId="{5E991A5E-3636-C68E-077A-04054CEF928C}"/>
          </ac:spMkLst>
        </pc:spChg>
        <pc:spChg chg="add mod">
          <ac:chgData name="Yu, He (T CED INW-CN)" userId="a2172827-2020-42c6-a557-b2cbb763b90c" providerId="ADAL" clId="{16F751BC-5A87-4751-86D5-BAA0F392A665}" dt="2023-10-01T13:01:53.931" v="4905" actId="1035"/>
          <ac:spMkLst>
            <pc:docMk/>
            <pc:sldMk cId="2740838802" sldId="393"/>
            <ac:spMk id="129" creationId="{C94F3121-5F70-89C1-C414-A2BBF387BC39}"/>
          </ac:spMkLst>
        </pc:spChg>
        <pc:spChg chg="add mod">
          <ac:chgData name="Yu, He (T CED INW-CN)" userId="a2172827-2020-42c6-a557-b2cbb763b90c" providerId="ADAL" clId="{16F751BC-5A87-4751-86D5-BAA0F392A665}" dt="2023-10-01T13:01:53.931" v="4905" actId="1035"/>
          <ac:spMkLst>
            <pc:docMk/>
            <pc:sldMk cId="2740838802" sldId="393"/>
            <ac:spMk id="131" creationId="{1C39A820-11B3-C3DD-74CE-B0690BFB2196}"/>
          </ac:spMkLst>
        </pc:spChg>
        <pc:spChg chg="add mod">
          <ac:chgData name="Yu, He (T CED INW-CN)" userId="a2172827-2020-42c6-a557-b2cbb763b90c" providerId="ADAL" clId="{16F751BC-5A87-4751-86D5-BAA0F392A665}" dt="2023-10-01T13:01:53.931" v="4905" actId="1035"/>
          <ac:spMkLst>
            <pc:docMk/>
            <pc:sldMk cId="2740838802" sldId="393"/>
            <ac:spMk id="132" creationId="{4183C730-6DD7-9F61-289B-E2DAA1FFCEEF}"/>
          </ac:spMkLst>
        </pc:spChg>
        <pc:spChg chg="add mod">
          <ac:chgData name="Yu, He (T CED INW-CN)" userId="a2172827-2020-42c6-a557-b2cbb763b90c" providerId="ADAL" clId="{16F751BC-5A87-4751-86D5-BAA0F392A665}" dt="2023-10-01T13:01:53.931" v="4905" actId="1035"/>
          <ac:spMkLst>
            <pc:docMk/>
            <pc:sldMk cId="2740838802" sldId="393"/>
            <ac:spMk id="133" creationId="{349B68DA-B1E1-76E0-7BCF-F856B36679F7}"/>
          </ac:spMkLst>
        </pc:spChg>
        <pc:spChg chg="add mod">
          <ac:chgData name="Yu, He (T CED INW-CN)" userId="a2172827-2020-42c6-a557-b2cbb763b90c" providerId="ADAL" clId="{16F751BC-5A87-4751-86D5-BAA0F392A665}" dt="2023-10-01T13:01:53.931" v="4905" actId="1035"/>
          <ac:spMkLst>
            <pc:docMk/>
            <pc:sldMk cId="2740838802" sldId="393"/>
            <ac:spMk id="134" creationId="{4DC9F40B-BDE6-C126-0C4C-812A7E684FC6}"/>
          </ac:spMkLst>
        </pc:spChg>
        <pc:spChg chg="add mod">
          <ac:chgData name="Yu, He (T CED INW-CN)" userId="a2172827-2020-42c6-a557-b2cbb763b90c" providerId="ADAL" clId="{16F751BC-5A87-4751-86D5-BAA0F392A665}" dt="2023-10-01T13:01:53.931" v="4905" actId="1035"/>
          <ac:spMkLst>
            <pc:docMk/>
            <pc:sldMk cId="2740838802" sldId="393"/>
            <ac:spMk id="135" creationId="{E10CC94B-95CA-F020-0AEE-BDADBCD7C3A3}"/>
          </ac:spMkLst>
        </pc:spChg>
        <pc:spChg chg="add mod">
          <ac:chgData name="Yu, He (T CED INW-CN)" userId="a2172827-2020-42c6-a557-b2cbb763b90c" providerId="ADAL" clId="{16F751BC-5A87-4751-86D5-BAA0F392A665}" dt="2023-10-01T13:01:53.931" v="4905" actId="1035"/>
          <ac:spMkLst>
            <pc:docMk/>
            <pc:sldMk cId="2740838802" sldId="393"/>
            <ac:spMk id="136" creationId="{22790056-F642-DB28-3FE8-FFD66A9A3DF0}"/>
          </ac:spMkLst>
        </pc:spChg>
        <pc:spChg chg="add mod">
          <ac:chgData name="Yu, He (T CED INW-CN)" userId="a2172827-2020-42c6-a557-b2cbb763b90c" providerId="ADAL" clId="{16F751BC-5A87-4751-86D5-BAA0F392A665}" dt="2023-10-01T13:01:53.931" v="4905" actId="1035"/>
          <ac:spMkLst>
            <pc:docMk/>
            <pc:sldMk cId="2740838802" sldId="393"/>
            <ac:spMk id="137" creationId="{3CB1A368-C1CA-9363-FC8B-4179325B3A4C}"/>
          </ac:spMkLst>
        </pc:spChg>
        <pc:spChg chg="add mod">
          <ac:chgData name="Yu, He (T CED INW-CN)" userId="a2172827-2020-42c6-a557-b2cbb763b90c" providerId="ADAL" clId="{16F751BC-5A87-4751-86D5-BAA0F392A665}" dt="2023-10-01T13:01:53.931" v="4905" actId="1035"/>
          <ac:spMkLst>
            <pc:docMk/>
            <pc:sldMk cId="2740838802" sldId="393"/>
            <ac:spMk id="138" creationId="{FB1FB897-5C79-77F8-CB16-D91782224FBC}"/>
          </ac:spMkLst>
        </pc:spChg>
        <pc:spChg chg="add mod">
          <ac:chgData name="Yu, He (T CED INW-CN)" userId="a2172827-2020-42c6-a557-b2cbb763b90c" providerId="ADAL" clId="{16F751BC-5A87-4751-86D5-BAA0F392A665}" dt="2023-10-01T13:01:53.931" v="4905" actId="1035"/>
          <ac:spMkLst>
            <pc:docMk/>
            <pc:sldMk cId="2740838802" sldId="393"/>
            <ac:spMk id="149" creationId="{6F7705EE-C4C4-C99E-9584-243628CD18A0}"/>
          </ac:spMkLst>
        </pc:spChg>
        <pc:spChg chg="add mod">
          <ac:chgData name="Yu, He (T CED INW-CN)" userId="a2172827-2020-42c6-a557-b2cbb763b90c" providerId="ADAL" clId="{16F751BC-5A87-4751-86D5-BAA0F392A665}" dt="2023-10-01T13:01:53.931" v="4905" actId="1035"/>
          <ac:spMkLst>
            <pc:docMk/>
            <pc:sldMk cId="2740838802" sldId="393"/>
            <ac:spMk id="150" creationId="{1D54D777-4478-DF9E-716D-14C9B1486A53}"/>
          </ac:spMkLst>
        </pc:spChg>
        <pc:spChg chg="add mod">
          <ac:chgData name="Yu, He (T CED INW-CN)" userId="a2172827-2020-42c6-a557-b2cbb763b90c" providerId="ADAL" clId="{16F751BC-5A87-4751-86D5-BAA0F392A665}" dt="2023-10-01T13:01:53.931" v="4905" actId="1035"/>
          <ac:spMkLst>
            <pc:docMk/>
            <pc:sldMk cId="2740838802" sldId="393"/>
            <ac:spMk id="151" creationId="{6FCAEEE7-FA6C-0CE4-A332-82C852E3B979}"/>
          </ac:spMkLst>
        </pc:spChg>
        <pc:spChg chg="add mod">
          <ac:chgData name="Yu, He (T CED INW-CN)" userId="a2172827-2020-42c6-a557-b2cbb763b90c" providerId="ADAL" clId="{16F751BC-5A87-4751-86D5-BAA0F392A665}" dt="2023-10-01T13:01:53.931" v="4905" actId="1035"/>
          <ac:spMkLst>
            <pc:docMk/>
            <pc:sldMk cId="2740838802" sldId="393"/>
            <ac:spMk id="152" creationId="{DEEB0175-92D4-66AF-3EC7-FAD5CA17EB13}"/>
          </ac:spMkLst>
        </pc:spChg>
        <pc:spChg chg="add mod">
          <ac:chgData name="Yu, He (T CED INW-CN)" userId="a2172827-2020-42c6-a557-b2cbb763b90c" providerId="ADAL" clId="{16F751BC-5A87-4751-86D5-BAA0F392A665}" dt="2023-10-01T13:01:53.931" v="4905" actId="1035"/>
          <ac:spMkLst>
            <pc:docMk/>
            <pc:sldMk cId="2740838802" sldId="393"/>
            <ac:spMk id="153" creationId="{B4FC06CF-6183-979E-2D66-84EF22816D00}"/>
          </ac:spMkLst>
        </pc:spChg>
        <pc:spChg chg="add mod">
          <ac:chgData name="Yu, He (T CED INW-CN)" userId="a2172827-2020-42c6-a557-b2cbb763b90c" providerId="ADAL" clId="{16F751BC-5A87-4751-86D5-BAA0F392A665}" dt="2023-10-01T13:01:53.931" v="4905" actId="1035"/>
          <ac:spMkLst>
            <pc:docMk/>
            <pc:sldMk cId="2740838802" sldId="393"/>
            <ac:spMk id="154" creationId="{EEF0374D-E613-5A07-8584-BD26A3EDA9AB}"/>
          </ac:spMkLst>
        </pc:spChg>
        <pc:spChg chg="add mod">
          <ac:chgData name="Yu, He (T CED INW-CN)" userId="a2172827-2020-42c6-a557-b2cbb763b90c" providerId="ADAL" clId="{16F751BC-5A87-4751-86D5-BAA0F392A665}" dt="2023-10-01T13:01:53.931" v="4905" actId="1035"/>
          <ac:spMkLst>
            <pc:docMk/>
            <pc:sldMk cId="2740838802" sldId="393"/>
            <ac:spMk id="155" creationId="{904F0CEF-EAF3-95A8-D645-C60AA1E10390}"/>
          </ac:spMkLst>
        </pc:spChg>
        <pc:spChg chg="add mod">
          <ac:chgData name="Yu, He (T CED INW-CN)" userId="a2172827-2020-42c6-a557-b2cbb763b90c" providerId="ADAL" clId="{16F751BC-5A87-4751-86D5-BAA0F392A665}" dt="2023-10-01T13:01:53.931" v="4905" actId="1035"/>
          <ac:spMkLst>
            <pc:docMk/>
            <pc:sldMk cId="2740838802" sldId="393"/>
            <ac:spMk id="156" creationId="{07156798-716E-8380-4C1E-D1E7589A4191}"/>
          </ac:spMkLst>
        </pc:spChg>
        <pc:spChg chg="add del mod">
          <ac:chgData name="Yu, He (T CED INW-CN)" userId="a2172827-2020-42c6-a557-b2cbb763b90c" providerId="ADAL" clId="{16F751BC-5A87-4751-86D5-BAA0F392A665}" dt="2023-10-01T12:28:36.399" v="4245" actId="478"/>
          <ac:spMkLst>
            <pc:docMk/>
            <pc:sldMk cId="2740838802" sldId="393"/>
            <ac:spMk id="158" creationId="{29B543BF-BB42-1C93-7698-0A83C001EF0C}"/>
          </ac:spMkLst>
        </pc:spChg>
        <pc:spChg chg="add mod">
          <ac:chgData name="Yu, He (T CED INW-CN)" userId="a2172827-2020-42c6-a557-b2cbb763b90c" providerId="ADAL" clId="{16F751BC-5A87-4751-86D5-BAA0F392A665}" dt="2023-10-01T13:01:53.931" v="4905" actId="1035"/>
          <ac:spMkLst>
            <pc:docMk/>
            <pc:sldMk cId="2740838802" sldId="393"/>
            <ac:spMk id="161" creationId="{10BB4839-56A4-0281-CA6B-DDCE12D988B3}"/>
          </ac:spMkLst>
        </pc:spChg>
        <pc:spChg chg="add mod">
          <ac:chgData name="Yu, He (T CED INW-CN)" userId="a2172827-2020-42c6-a557-b2cbb763b90c" providerId="ADAL" clId="{16F751BC-5A87-4751-86D5-BAA0F392A665}" dt="2023-10-01T13:01:53.931" v="4905" actId="1035"/>
          <ac:spMkLst>
            <pc:docMk/>
            <pc:sldMk cId="2740838802" sldId="393"/>
            <ac:spMk id="162" creationId="{5A19D4E0-367D-F4E6-1CEE-CF5D47D2E694}"/>
          </ac:spMkLst>
        </pc:spChg>
        <pc:spChg chg="add mod">
          <ac:chgData name="Yu, He (T CED INW-CN)" userId="a2172827-2020-42c6-a557-b2cbb763b90c" providerId="ADAL" clId="{16F751BC-5A87-4751-86D5-BAA0F392A665}" dt="2023-10-01T13:01:53.931" v="4905" actId="1035"/>
          <ac:spMkLst>
            <pc:docMk/>
            <pc:sldMk cId="2740838802" sldId="393"/>
            <ac:spMk id="163" creationId="{AC88788E-C223-B44A-B89E-1CB8F7EDA96E}"/>
          </ac:spMkLst>
        </pc:spChg>
        <pc:spChg chg="add mod">
          <ac:chgData name="Yu, He (T CED INW-CN)" userId="a2172827-2020-42c6-a557-b2cbb763b90c" providerId="ADAL" clId="{16F751BC-5A87-4751-86D5-BAA0F392A665}" dt="2023-10-01T13:01:53.931" v="4905" actId="1035"/>
          <ac:spMkLst>
            <pc:docMk/>
            <pc:sldMk cId="2740838802" sldId="393"/>
            <ac:spMk id="164" creationId="{423B587E-BD77-FD88-0439-442B95C2285F}"/>
          </ac:spMkLst>
        </pc:spChg>
        <pc:spChg chg="add mod ord">
          <ac:chgData name="Yu, He (T CED INW-CN)" userId="a2172827-2020-42c6-a557-b2cbb763b90c" providerId="ADAL" clId="{16F751BC-5A87-4751-86D5-BAA0F392A665}" dt="2023-10-01T13:01:53.931" v="4905" actId="1035"/>
          <ac:spMkLst>
            <pc:docMk/>
            <pc:sldMk cId="2740838802" sldId="393"/>
            <ac:spMk id="165" creationId="{E4DD68C3-A447-D239-D723-8BA68AB91CE2}"/>
          </ac:spMkLst>
        </pc:spChg>
        <pc:spChg chg="add del mod">
          <ac:chgData name="Yu, He (T CED INW-CN)" userId="a2172827-2020-42c6-a557-b2cbb763b90c" providerId="ADAL" clId="{16F751BC-5A87-4751-86D5-BAA0F392A665}" dt="2023-10-01T12:36:06.572" v="4433" actId="478"/>
          <ac:spMkLst>
            <pc:docMk/>
            <pc:sldMk cId="2740838802" sldId="393"/>
            <ac:spMk id="166" creationId="{C4C289B5-4433-70E3-9EEB-F7FAC2BC5E12}"/>
          </ac:spMkLst>
        </pc:spChg>
        <pc:spChg chg="add mod">
          <ac:chgData name="Yu, He (T CED INW-CN)" userId="a2172827-2020-42c6-a557-b2cbb763b90c" providerId="ADAL" clId="{16F751BC-5A87-4751-86D5-BAA0F392A665}" dt="2023-10-01T13:01:53.931" v="4905" actId="1035"/>
          <ac:spMkLst>
            <pc:docMk/>
            <pc:sldMk cId="2740838802" sldId="393"/>
            <ac:spMk id="170" creationId="{59183868-CE07-2616-0D92-450A6DFFA6C4}"/>
          </ac:spMkLst>
        </pc:spChg>
        <pc:spChg chg="add del">
          <ac:chgData name="Yu, He (T CED INW-CN)" userId="a2172827-2020-42c6-a557-b2cbb763b90c" providerId="ADAL" clId="{16F751BC-5A87-4751-86D5-BAA0F392A665}" dt="2023-10-01T12:38:21.784" v="4446" actId="478"/>
          <ac:spMkLst>
            <pc:docMk/>
            <pc:sldMk cId="2740838802" sldId="393"/>
            <ac:spMk id="171" creationId="{5BF062BE-AC14-521A-6FED-615C369CBE35}"/>
          </ac:spMkLst>
        </pc:spChg>
        <pc:spChg chg="add del mod">
          <ac:chgData name="Yu, He (T CED INW-CN)" userId="a2172827-2020-42c6-a557-b2cbb763b90c" providerId="ADAL" clId="{16F751BC-5A87-4751-86D5-BAA0F392A665}" dt="2023-10-01T12:39:04.876" v="4455" actId="478"/>
          <ac:spMkLst>
            <pc:docMk/>
            <pc:sldMk cId="2740838802" sldId="393"/>
            <ac:spMk id="172" creationId="{EDAC1D80-084C-6FD6-F8CE-D18747362CD6}"/>
          </ac:spMkLst>
        </pc:spChg>
        <pc:spChg chg="add mod">
          <ac:chgData name="Yu, He (T CED INW-CN)" userId="a2172827-2020-42c6-a557-b2cbb763b90c" providerId="ADAL" clId="{16F751BC-5A87-4751-86D5-BAA0F392A665}" dt="2023-10-01T13:01:53.931" v="4905" actId="1035"/>
          <ac:spMkLst>
            <pc:docMk/>
            <pc:sldMk cId="2740838802" sldId="393"/>
            <ac:spMk id="173" creationId="{C9EA372B-0822-6AFF-F380-D0E45A5C7D68}"/>
          </ac:spMkLst>
        </pc:spChg>
        <pc:spChg chg="add mod">
          <ac:chgData name="Yu, He (T CED INW-CN)" userId="a2172827-2020-42c6-a557-b2cbb763b90c" providerId="ADAL" clId="{16F751BC-5A87-4751-86D5-BAA0F392A665}" dt="2023-10-01T13:01:53.931" v="4905" actId="1035"/>
          <ac:spMkLst>
            <pc:docMk/>
            <pc:sldMk cId="2740838802" sldId="393"/>
            <ac:spMk id="174" creationId="{6F058A1C-613F-121F-4421-814AB6CCA10C}"/>
          </ac:spMkLst>
        </pc:spChg>
        <pc:spChg chg="add mod">
          <ac:chgData name="Yu, He (T CED INW-CN)" userId="a2172827-2020-42c6-a557-b2cbb763b90c" providerId="ADAL" clId="{16F751BC-5A87-4751-86D5-BAA0F392A665}" dt="2023-10-01T13:01:53.931" v="4905" actId="1035"/>
          <ac:spMkLst>
            <pc:docMk/>
            <pc:sldMk cId="2740838802" sldId="393"/>
            <ac:spMk id="177" creationId="{1D011B16-1036-D6DC-B228-3924B49A40E9}"/>
          </ac:spMkLst>
        </pc:spChg>
        <pc:spChg chg="add mod">
          <ac:chgData name="Yu, He (T CED INW-CN)" userId="a2172827-2020-42c6-a557-b2cbb763b90c" providerId="ADAL" clId="{16F751BC-5A87-4751-86D5-BAA0F392A665}" dt="2023-10-01T13:01:53.931" v="4905" actId="1035"/>
          <ac:spMkLst>
            <pc:docMk/>
            <pc:sldMk cId="2740838802" sldId="393"/>
            <ac:spMk id="178" creationId="{067EB5A4-5786-BD31-04BD-5C62ADBEDBE5}"/>
          </ac:spMkLst>
        </pc:spChg>
        <pc:spChg chg="add mod">
          <ac:chgData name="Yu, He (T CED INW-CN)" userId="a2172827-2020-42c6-a557-b2cbb763b90c" providerId="ADAL" clId="{16F751BC-5A87-4751-86D5-BAA0F392A665}" dt="2023-10-01T13:01:53.931" v="4905" actId="1035"/>
          <ac:spMkLst>
            <pc:docMk/>
            <pc:sldMk cId="2740838802" sldId="393"/>
            <ac:spMk id="179" creationId="{83224CDA-8993-610F-E041-E4492CC32A82}"/>
          </ac:spMkLst>
        </pc:spChg>
        <pc:spChg chg="add mod">
          <ac:chgData name="Yu, He (T CED INW-CN)" userId="a2172827-2020-42c6-a557-b2cbb763b90c" providerId="ADAL" clId="{16F751BC-5A87-4751-86D5-BAA0F392A665}" dt="2023-10-01T13:01:53.931" v="4905" actId="1035"/>
          <ac:spMkLst>
            <pc:docMk/>
            <pc:sldMk cId="2740838802" sldId="393"/>
            <ac:spMk id="181" creationId="{487EDE3D-2808-9403-DC47-455ECEC196D1}"/>
          </ac:spMkLst>
        </pc:spChg>
        <pc:spChg chg="add mod">
          <ac:chgData name="Yu, He (T CED INW-CN)" userId="a2172827-2020-42c6-a557-b2cbb763b90c" providerId="ADAL" clId="{16F751BC-5A87-4751-86D5-BAA0F392A665}" dt="2023-10-01T13:01:53.931" v="4905" actId="1035"/>
          <ac:spMkLst>
            <pc:docMk/>
            <pc:sldMk cId="2740838802" sldId="393"/>
            <ac:spMk id="182" creationId="{20617237-38DA-FF3F-085B-8A006A4B8558}"/>
          </ac:spMkLst>
        </pc:spChg>
        <pc:spChg chg="add mod">
          <ac:chgData name="Yu, He (T CED INW-CN)" userId="a2172827-2020-42c6-a557-b2cbb763b90c" providerId="ADAL" clId="{16F751BC-5A87-4751-86D5-BAA0F392A665}" dt="2023-10-01T13:01:53.931" v="4905" actId="1035"/>
          <ac:spMkLst>
            <pc:docMk/>
            <pc:sldMk cId="2740838802" sldId="393"/>
            <ac:spMk id="183" creationId="{F5BEF5F7-35D7-4C86-6FBC-448830D7DB9F}"/>
          </ac:spMkLst>
        </pc:spChg>
        <pc:spChg chg="add mod">
          <ac:chgData name="Yu, He (T CED INW-CN)" userId="a2172827-2020-42c6-a557-b2cbb763b90c" providerId="ADAL" clId="{16F751BC-5A87-4751-86D5-BAA0F392A665}" dt="2023-10-01T13:01:53.931" v="4905" actId="1035"/>
          <ac:spMkLst>
            <pc:docMk/>
            <pc:sldMk cId="2740838802" sldId="393"/>
            <ac:spMk id="184" creationId="{513A98A6-660D-8F0E-68E7-094AFEDE9BBE}"/>
          </ac:spMkLst>
        </pc:spChg>
        <pc:spChg chg="add mod">
          <ac:chgData name="Yu, He (T CED INW-CN)" userId="a2172827-2020-42c6-a557-b2cbb763b90c" providerId="ADAL" clId="{16F751BC-5A87-4751-86D5-BAA0F392A665}" dt="2023-10-01T13:01:53.931" v="4905" actId="1035"/>
          <ac:spMkLst>
            <pc:docMk/>
            <pc:sldMk cId="2740838802" sldId="393"/>
            <ac:spMk id="185" creationId="{CD7B33B3-C7C7-0109-81DD-CB0ABA9D1A0E}"/>
          </ac:spMkLst>
        </pc:spChg>
        <pc:spChg chg="add mod">
          <ac:chgData name="Yu, He (T CED INW-CN)" userId="a2172827-2020-42c6-a557-b2cbb763b90c" providerId="ADAL" clId="{16F751BC-5A87-4751-86D5-BAA0F392A665}" dt="2023-10-01T13:01:53.931" v="4905" actId="1035"/>
          <ac:spMkLst>
            <pc:docMk/>
            <pc:sldMk cId="2740838802" sldId="393"/>
            <ac:spMk id="186" creationId="{859811B4-A429-68C7-86D4-054ED8261082}"/>
          </ac:spMkLst>
        </pc:spChg>
        <pc:spChg chg="add mod">
          <ac:chgData name="Yu, He (T CED INW-CN)" userId="a2172827-2020-42c6-a557-b2cbb763b90c" providerId="ADAL" clId="{16F751BC-5A87-4751-86D5-BAA0F392A665}" dt="2023-10-01T13:01:53.931" v="4905" actId="1035"/>
          <ac:spMkLst>
            <pc:docMk/>
            <pc:sldMk cId="2740838802" sldId="393"/>
            <ac:spMk id="187" creationId="{EFCC3143-5F88-FF90-0E7F-7854076CBF67}"/>
          </ac:spMkLst>
        </pc:spChg>
        <pc:spChg chg="add mod">
          <ac:chgData name="Yu, He (T CED INW-CN)" userId="a2172827-2020-42c6-a557-b2cbb763b90c" providerId="ADAL" clId="{16F751BC-5A87-4751-86D5-BAA0F392A665}" dt="2023-10-01T13:01:53.931" v="4905" actId="1035"/>
          <ac:spMkLst>
            <pc:docMk/>
            <pc:sldMk cId="2740838802" sldId="393"/>
            <ac:spMk id="189" creationId="{C8634992-6FCD-0048-18C5-C3F10C7CF24B}"/>
          </ac:spMkLst>
        </pc:spChg>
        <pc:spChg chg="add mod">
          <ac:chgData name="Yu, He (T CED INW-CN)" userId="a2172827-2020-42c6-a557-b2cbb763b90c" providerId="ADAL" clId="{16F751BC-5A87-4751-86D5-BAA0F392A665}" dt="2023-10-01T13:01:53.931" v="4905" actId="1035"/>
          <ac:spMkLst>
            <pc:docMk/>
            <pc:sldMk cId="2740838802" sldId="393"/>
            <ac:spMk id="194" creationId="{BD588190-C005-617F-3CCE-5C59EF0D2883}"/>
          </ac:spMkLst>
        </pc:spChg>
        <pc:spChg chg="add mod">
          <ac:chgData name="Yu, He (T CED INW-CN)" userId="a2172827-2020-42c6-a557-b2cbb763b90c" providerId="ADAL" clId="{16F751BC-5A87-4751-86D5-BAA0F392A665}" dt="2023-10-01T13:01:53.931" v="4905" actId="1035"/>
          <ac:spMkLst>
            <pc:docMk/>
            <pc:sldMk cId="2740838802" sldId="393"/>
            <ac:spMk id="195" creationId="{DA44A309-F472-C063-F435-0993472E6718}"/>
          </ac:spMkLst>
        </pc:spChg>
        <pc:spChg chg="add mod">
          <ac:chgData name="Yu, He (T CED INW-CN)" userId="a2172827-2020-42c6-a557-b2cbb763b90c" providerId="ADAL" clId="{16F751BC-5A87-4751-86D5-BAA0F392A665}" dt="2023-10-01T13:01:53.931" v="4905" actId="1035"/>
          <ac:spMkLst>
            <pc:docMk/>
            <pc:sldMk cId="2740838802" sldId="393"/>
            <ac:spMk id="204" creationId="{D88F5CCA-0DEF-E7AE-BC10-1B8BA404BA74}"/>
          </ac:spMkLst>
        </pc:spChg>
        <pc:spChg chg="add mod">
          <ac:chgData name="Yu, He (T CED INW-CN)" userId="a2172827-2020-42c6-a557-b2cbb763b90c" providerId="ADAL" clId="{16F751BC-5A87-4751-86D5-BAA0F392A665}" dt="2023-10-01T13:01:53.931" v="4905" actId="1035"/>
          <ac:spMkLst>
            <pc:docMk/>
            <pc:sldMk cId="2740838802" sldId="393"/>
            <ac:spMk id="205" creationId="{273E6C67-1E36-11AD-643E-E096DCD13074}"/>
          </ac:spMkLst>
        </pc:spChg>
        <pc:spChg chg="add mod">
          <ac:chgData name="Yu, He (T CED INW-CN)" userId="a2172827-2020-42c6-a557-b2cbb763b90c" providerId="ADAL" clId="{16F751BC-5A87-4751-86D5-BAA0F392A665}" dt="2023-10-01T13:01:53.931" v="4905" actId="1035"/>
          <ac:spMkLst>
            <pc:docMk/>
            <pc:sldMk cId="2740838802" sldId="393"/>
            <ac:spMk id="213" creationId="{08FDC58F-F439-F89F-DDD0-160BAA26C4B7}"/>
          </ac:spMkLst>
        </pc:spChg>
        <pc:spChg chg="add mod">
          <ac:chgData name="Yu, He (T CED INW-CN)" userId="a2172827-2020-42c6-a557-b2cbb763b90c" providerId="ADAL" clId="{16F751BC-5A87-4751-86D5-BAA0F392A665}" dt="2023-10-01T13:01:53.931" v="4905" actId="1035"/>
          <ac:spMkLst>
            <pc:docMk/>
            <pc:sldMk cId="2740838802" sldId="393"/>
            <ac:spMk id="214" creationId="{59E576BB-1A29-5FAD-C486-6D82FA22B911}"/>
          </ac:spMkLst>
        </pc:spChg>
        <pc:spChg chg="add mod">
          <ac:chgData name="Yu, He (T CED INW-CN)" userId="a2172827-2020-42c6-a557-b2cbb763b90c" providerId="ADAL" clId="{16F751BC-5A87-4751-86D5-BAA0F392A665}" dt="2023-10-01T13:27:30.334" v="5148" actId="14100"/>
          <ac:spMkLst>
            <pc:docMk/>
            <pc:sldMk cId="2740838802" sldId="393"/>
            <ac:spMk id="216" creationId="{FBBFF459-792B-C2A7-ADBE-6696720B02CC}"/>
          </ac:spMkLst>
        </pc:spChg>
        <pc:spChg chg="add mod">
          <ac:chgData name="Yu, He (T CED INW-CN)" userId="a2172827-2020-42c6-a557-b2cbb763b90c" providerId="ADAL" clId="{16F751BC-5A87-4751-86D5-BAA0F392A665}" dt="2023-10-01T14:47:44.821" v="5480" actId="20577"/>
          <ac:spMkLst>
            <pc:docMk/>
            <pc:sldMk cId="2740838802" sldId="393"/>
            <ac:spMk id="217" creationId="{9EA914A0-3A4B-5E45-AF10-8978030D69FA}"/>
          </ac:spMkLst>
        </pc:spChg>
        <pc:spChg chg="add del mod">
          <ac:chgData name="Yu, He (T CED INW-CN)" userId="a2172827-2020-42c6-a557-b2cbb763b90c" providerId="ADAL" clId="{16F751BC-5A87-4751-86D5-BAA0F392A665}" dt="2023-10-01T13:28:43.812" v="5193" actId="478"/>
          <ac:spMkLst>
            <pc:docMk/>
            <pc:sldMk cId="2740838802" sldId="393"/>
            <ac:spMk id="219" creationId="{57BC3F19-D011-96E7-F956-39390A02DB18}"/>
          </ac:spMkLst>
        </pc:spChg>
        <pc:picChg chg="add del mod">
          <ac:chgData name="Yu, He (T CED INW-CN)" userId="a2172827-2020-42c6-a557-b2cbb763b90c" providerId="ADAL" clId="{16F751BC-5A87-4751-86D5-BAA0F392A665}" dt="2023-10-01T08:56:43.539" v="3077" actId="478"/>
          <ac:picMkLst>
            <pc:docMk/>
            <pc:sldMk cId="2740838802" sldId="393"/>
            <ac:picMk id="11" creationId="{8ECBE61D-E48A-BFB3-54D9-571490EBF26B}"/>
          </ac:picMkLst>
        </pc:picChg>
        <pc:picChg chg="del">
          <ac:chgData name="Yu, He (T CED INW-CN)" userId="a2172827-2020-42c6-a557-b2cbb763b90c" providerId="ADAL" clId="{16F751BC-5A87-4751-86D5-BAA0F392A665}" dt="2023-09-30T15:16:59.663" v="1577" actId="478"/>
          <ac:picMkLst>
            <pc:docMk/>
            <pc:sldMk cId="2740838802" sldId="393"/>
            <ac:picMk id="29" creationId="{03CF89F2-287F-A525-6F1B-3D978FF00FB4}"/>
          </ac:picMkLst>
        </pc:picChg>
        <pc:picChg chg="del">
          <ac:chgData name="Yu, He (T CED INW-CN)" userId="a2172827-2020-42c6-a557-b2cbb763b90c" providerId="ADAL" clId="{16F751BC-5A87-4751-86D5-BAA0F392A665}" dt="2023-09-30T15:16:59.663" v="1577" actId="478"/>
          <ac:picMkLst>
            <pc:docMk/>
            <pc:sldMk cId="2740838802" sldId="393"/>
            <ac:picMk id="31" creationId="{65E3ABCF-6938-E127-0ED1-AE3660188EC0}"/>
          </ac:picMkLst>
        </pc:picChg>
        <pc:picChg chg="add mod">
          <ac:chgData name="Yu, He (T CED INW-CN)" userId="a2172827-2020-42c6-a557-b2cbb763b90c" providerId="ADAL" clId="{16F751BC-5A87-4751-86D5-BAA0F392A665}" dt="2023-10-01T13:59:02.644" v="5283" actId="14100"/>
          <ac:picMkLst>
            <pc:docMk/>
            <pc:sldMk cId="2740838802" sldId="393"/>
            <ac:picMk id="211" creationId="{B2EEF484-3F29-904F-34C9-BEE0838DD78A}"/>
          </ac:picMkLst>
        </pc:picChg>
        <pc:cxnChg chg="add mod">
          <ac:chgData name="Yu, He (T CED INW-CN)" userId="a2172827-2020-42c6-a557-b2cbb763b90c" providerId="ADAL" clId="{16F751BC-5A87-4751-86D5-BAA0F392A665}" dt="2023-10-01T14:20:46.920" v="5343" actId="478"/>
          <ac:cxnSpMkLst>
            <pc:docMk/>
            <pc:sldMk cId="2740838802" sldId="393"/>
            <ac:cxnSpMk id="10" creationId="{903A2954-8563-620E-1B8B-99B99F4D8C9F}"/>
          </ac:cxnSpMkLst>
        </pc:cxnChg>
        <pc:cxnChg chg="add mod">
          <ac:chgData name="Yu, He (T CED INW-CN)" userId="a2172827-2020-42c6-a557-b2cbb763b90c" providerId="ADAL" clId="{16F751BC-5A87-4751-86D5-BAA0F392A665}" dt="2023-10-01T10:11:18.599" v="3735" actId="1582"/>
          <ac:cxnSpMkLst>
            <pc:docMk/>
            <pc:sldMk cId="2740838802" sldId="393"/>
            <ac:cxnSpMk id="21" creationId="{71C5DC90-5855-2AF0-1038-E985BFF9D288}"/>
          </ac:cxnSpMkLst>
        </pc:cxnChg>
        <pc:cxnChg chg="del">
          <ac:chgData name="Yu, He (T CED INW-CN)" userId="a2172827-2020-42c6-a557-b2cbb763b90c" providerId="ADAL" clId="{16F751BC-5A87-4751-86D5-BAA0F392A665}" dt="2023-09-30T15:17:09.049" v="1579" actId="478"/>
          <ac:cxnSpMkLst>
            <pc:docMk/>
            <pc:sldMk cId="2740838802" sldId="393"/>
            <ac:cxnSpMk id="40" creationId="{E81B5611-272A-2A9D-4EFD-18358B9F2599}"/>
          </ac:cxnSpMkLst>
        </pc:cxnChg>
        <pc:cxnChg chg="del mod">
          <ac:chgData name="Yu, He (T CED INW-CN)" userId="a2172827-2020-42c6-a557-b2cbb763b90c" providerId="ADAL" clId="{16F751BC-5A87-4751-86D5-BAA0F392A665}" dt="2023-09-30T15:17:09.049" v="1579" actId="478"/>
          <ac:cxnSpMkLst>
            <pc:docMk/>
            <pc:sldMk cId="2740838802" sldId="393"/>
            <ac:cxnSpMk id="51" creationId="{3C739652-ACEB-3302-B2D6-2CA8E6ECEF86}"/>
          </ac:cxnSpMkLst>
        </pc:cxnChg>
        <pc:cxnChg chg="add mod">
          <ac:chgData name="Yu, He (T CED INW-CN)" userId="a2172827-2020-42c6-a557-b2cbb763b90c" providerId="ADAL" clId="{16F751BC-5A87-4751-86D5-BAA0F392A665}" dt="2023-10-23T23:36:23.044" v="7625" actId="1038"/>
          <ac:cxnSpMkLst>
            <pc:docMk/>
            <pc:sldMk cId="2740838802" sldId="393"/>
            <ac:cxnSpMk id="68" creationId="{87021953-1094-6559-C933-FD460B6F5FFB}"/>
          </ac:cxnSpMkLst>
        </pc:cxnChg>
        <pc:cxnChg chg="add mod">
          <ac:chgData name="Yu, He (T CED INW-CN)" userId="a2172827-2020-42c6-a557-b2cbb763b90c" providerId="ADAL" clId="{16F751BC-5A87-4751-86D5-BAA0F392A665}" dt="2023-10-01T09:59:36.817" v="3572" actId="14100"/>
          <ac:cxnSpMkLst>
            <pc:docMk/>
            <pc:sldMk cId="2740838802" sldId="393"/>
            <ac:cxnSpMk id="69" creationId="{6B1A1F29-F08A-4C61-2713-767A8B0F3BA4}"/>
          </ac:cxnSpMkLst>
        </pc:cxnChg>
        <pc:cxnChg chg="del mod">
          <ac:chgData name="Yu, He (T CED INW-CN)" userId="a2172827-2020-42c6-a557-b2cbb763b90c" providerId="ADAL" clId="{16F751BC-5A87-4751-86D5-BAA0F392A665}" dt="2023-09-30T15:17:09.049" v="1579" actId="478"/>
          <ac:cxnSpMkLst>
            <pc:docMk/>
            <pc:sldMk cId="2740838802" sldId="393"/>
            <ac:cxnSpMk id="72" creationId="{5548817E-DC2F-5CFE-5737-A035D3B7D240}"/>
          </ac:cxnSpMkLst>
        </pc:cxnChg>
        <pc:cxnChg chg="del">
          <ac:chgData name="Yu, He (T CED INW-CN)" userId="a2172827-2020-42c6-a557-b2cbb763b90c" providerId="ADAL" clId="{16F751BC-5A87-4751-86D5-BAA0F392A665}" dt="2023-09-30T15:17:09.049" v="1579" actId="478"/>
          <ac:cxnSpMkLst>
            <pc:docMk/>
            <pc:sldMk cId="2740838802" sldId="393"/>
            <ac:cxnSpMk id="78" creationId="{9DF462BD-2510-E6E8-F1F8-87381BDB3276}"/>
          </ac:cxnSpMkLst>
        </pc:cxnChg>
        <pc:cxnChg chg="add mod">
          <ac:chgData name="Yu, He (T CED INW-CN)" userId="a2172827-2020-42c6-a557-b2cbb763b90c" providerId="ADAL" clId="{16F751BC-5A87-4751-86D5-BAA0F392A665}" dt="2023-10-01T14:17:56.587" v="5314" actId="478"/>
          <ac:cxnSpMkLst>
            <pc:docMk/>
            <pc:sldMk cId="2740838802" sldId="393"/>
            <ac:cxnSpMk id="83" creationId="{FADB01DB-0564-5632-4923-D4F28BACB179}"/>
          </ac:cxnSpMkLst>
        </pc:cxnChg>
        <pc:cxnChg chg="del">
          <ac:chgData name="Yu, He (T CED INW-CN)" userId="a2172827-2020-42c6-a557-b2cbb763b90c" providerId="ADAL" clId="{16F751BC-5A87-4751-86D5-BAA0F392A665}" dt="2023-09-30T15:17:09.049" v="1579" actId="478"/>
          <ac:cxnSpMkLst>
            <pc:docMk/>
            <pc:sldMk cId="2740838802" sldId="393"/>
            <ac:cxnSpMk id="86" creationId="{21C8EA99-400B-0508-E259-F86042554459}"/>
          </ac:cxnSpMkLst>
        </pc:cxnChg>
        <pc:cxnChg chg="del mod">
          <ac:chgData name="Yu, He (T CED INW-CN)" userId="a2172827-2020-42c6-a557-b2cbb763b90c" providerId="ADAL" clId="{16F751BC-5A87-4751-86D5-BAA0F392A665}" dt="2023-09-30T15:17:09.049" v="1579" actId="478"/>
          <ac:cxnSpMkLst>
            <pc:docMk/>
            <pc:sldMk cId="2740838802" sldId="393"/>
            <ac:cxnSpMk id="90" creationId="{A706FF51-B51A-6377-C0A3-4BCB8E287871}"/>
          </ac:cxnSpMkLst>
        </pc:cxnChg>
        <pc:cxnChg chg="del mod">
          <ac:chgData name="Yu, He (T CED INW-CN)" userId="a2172827-2020-42c6-a557-b2cbb763b90c" providerId="ADAL" clId="{16F751BC-5A87-4751-86D5-BAA0F392A665}" dt="2023-09-30T15:17:09.049" v="1579" actId="478"/>
          <ac:cxnSpMkLst>
            <pc:docMk/>
            <pc:sldMk cId="2740838802" sldId="393"/>
            <ac:cxnSpMk id="96" creationId="{265C7F1D-0462-230C-9DFC-56105718FB27}"/>
          </ac:cxnSpMkLst>
        </pc:cxnChg>
        <pc:cxnChg chg="add del mod">
          <ac:chgData name="Yu, He (T CED INW-CN)" userId="a2172827-2020-42c6-a557-b2cbb763b90c" providerId="ADAL" clId="{16F751BC-5A87-4751-86D5-BAA0F392A665}" dt="2023-10-01T10:09:52.178" v="3712" actId="478"/>
          <ac:cxnSpMkLst>
            <pc:docMk/>
            <pc:sldMk cId="2740838802" sldId="393"/>
            <ac:cxnSpMk id="98" creationId="{9C293191-B519-562A-5662-508777E5A1C6}"/>
          </ac:cxnSpMkLst>
        </pc:cxnChg>
        <pc:cxnChg chg="del mod">
          <ac:chgData name="Yu, He (T CED INW-CN)" userId="a2172827-2020-42c6-a557-b2cbb763b90c" providerId="ADAL" clId="{16F751BC-5A87-4751-86D5-BAA0F392A665}" dt="2023-09-30T15:17:09.049" v="1579" actId="478"/>
          <ac:cxnSpMkLst>
            <pc:docMk/>
            <pc:sldMk cId="2740838802" sldId="393"/>
            <ac:cxnSpMk id="101" creationId="{1D080E07-6B21-019B-501A-B2BBD455ABF4}"/>
          </ac:cxnSpMkLst>
        </pc:cxnChg>
        <pc:cxnChg chg="add del mod">
          <ac:chgData name="Yu, He (T CED INW-CN)" userId="a2172827-2020-42c6-a557-b2cbb763b90c" providerId="ADAL" clId="{16F751BC-5A87-4751-86D5-BAA0F392A665}" dt="2023-10-01T10:55:12.626" v="3952" actId="478"/>
          <ac:cxnSpMkLst>
            <pc:docMk/>
            <pc:sldMk cId="2740838802" sldId="393"/>
            <ac:cxnSpMk id="102" creationId="{34C25056-4B55-F292-7077-FF51ED142B2D}"/>
          </ac:cxnSpMkLst>
        </pc:cxnChg>
        <pc:cxnChg chg="add del mod">
          <ac:chgData name="Yu, He (T CED INW-CN)" userId="a2172827-2020-42c6-a557-b2cbb763b90c" providerId="ADAL" clId="{16F751BC-5A87-4751-86D5-BAA0F392A665}" dt="2023-10-01T10:55:13.941" v="3953" actId="478"/>
          <ac:cxnSpMkLst>
            <pc:docMk/>
            <pc:sldMk cId="2740838802" sldId="393"/>
            <ac:cxnSpMk id="106" creationId="{9E70D229-7AA5-FAAE-6E36-D11FBBC6825D}"/>
          </ac:cxnSpMkLst>
        </pc:cxnChg>
        <pc:cxnChg chg="add mod">
          <ac:chgData name="Yu, He (T CED INW-CN)" userId="a2172827-2020-42c6-a557-b2cbb763b90c" providerId="ADAL" clId="{16F751BC-5A87-4751-86D5-BAA0F392A665}" dt="2023-10-01T12:59:17.449" v="4859" actId="1076"/>
          <ac:cxnSpMkLst>
            <pc:docMk/>
            <pc:sldMk cId="2740838802" sldId="393"/>
            <ac:cxnSpMk id="116" creationId="{8F911F6F-769E-45DF-F0A0-80A7A66296F7}"/>
          </ac:cxnSpMkLst>
        </pc:cxnChg>
        <pc:cxnChg chg="add del mod">
          <ac:chgData name="Yu, He (T CED INW-CN)" userId="a2172827-2020-42c6-a557-b2cbb763b90c" providerId="ADAL" clId="{16F751BC-5A87-4751-86D5-BAA0F392A665}" dt="2023-10-01T11:17:55.839" v="4032" actId="478"/>
          <ac:cxnSpMkLst>
            <pc:docMk/>
            <pc:sldMk cId="2740838802" sldId="393"/>
            <ac:cxnSpMk id="117" creationId="{B13277A4-5266-8344-8F9D-7B3187489052}"/>
          </ac:cxnSpMkLst>
        </pc:cxnChg>
        <pc:cxnChg chg="add del mod">
          <ac:chgData name="Yu, He (T CED INW-CN)" userId="a2172827-2020-42c6-a557-b2cbb763b90c" providerId="ADAL" clId="{16F751BC-5A87-4751-86D5-BAA0F392A665}" dt="2023-10-01T11:04:01.606" v="3971" actId="478"/>
          <ac:cxnSpMkLst>
            <pc:docMk/>
            <pc:sldMk cId="2740838802" sldId="393"/>
            <ac:cxnSpMk id="123" creationId="{E7EE9E74-D964-CFF7-0B21-E625428DE41F}"/>
          </ac:cxnSpMkLst>
        </pc:cxnChg>
        <pc:cxnChg chg="add mod">
          <ac:chgData name="Yu, He (T CED INW-CN)" userId="a2172827-2020-42c6-a557-b2cbb763b90c" providerId="ADAL" clId="{16F751BC-5A87-4751-86D5-BAA0F392A665}" dt="2023-10-01T13:01:53.931" v="4905" actId="1035"/>
          <ac:cxnSpMkLst>
            <pc:docMk/>
            <pc:sldMk cId="2740838802" sldId="393"/>
            <ac:cxnSpMk id="139" creationId="{64BF7ACE-E833-AA08-CBCA-92D77F78C8BD}"/>
          </ac:cxnSpMkLst>
        </pc:cxnChg>
        <pc:cxnChg chg="add mod">
          <ac:chgData name="Yu, He (T CED INW-CN)" userId="a2172827-2020-42c6-a557-b2cbb763b90c" providerId="ADAL" clId="{16F751BC-5A87-4751-86D5-BAA0F392A665}" dt="2023-10-01T13:01:53.931" v="4905" actId="1035"/>
          <ac:cxnSpMkLst>
            <pc:docMk/>
            <pc:sldMk cId="2740838802" sldId="393"/>
            <ac:cxnSpMk id="142" creationId="{086CBF25-9C39-7080-7386-CF450D686874}"/>
          </ac:cxnSpMkLst>
        </pc:cxnChg>
        <pc:cxnChg chg="add del mod">
          <ac:chgData name="Yu, He (T CED INW-CN)" userId="a2172827-2020-42c6-a557-b2cbb763b90c" providerId="ADAL" clId="{16F751BC-5A87-4751-86D5-BAA0F392A665}" dt="2023-10-01T12:46:48.170" v="4599" actId="478"/>
          <ac:cxnSpMkLst>
            <pc:docMk/>
            <pc:sldMk cId="2740838802" sldId="393"/>
            <ac:cxnSpMk id="145" creationId="{79E931E3-E7ED-54D0-3B5D-B968950DAED1}"/>
          </ac:cxnSpMkLst>
        </pc:cxnChg>
        <pc:cxnChg chg="add del mod">
          <ac:chgData name="Yu, He (T CED INW-CN)" userId="a2172827-2020-42c6-a557-b2cbb763b90c" providerId="ADAL" clId="{16F751BC-5A87-4751-86D5-BAA0F392A665}" dt="2023-10-01T12:21:27.760" v="4210" actId="478"/>
          <ac:cxnSpMkLst>
            <pc:docMk/>
            <pc:sldMk cId="2740838802" sldId="393"/>
            <ac:cxnSpMk id="157" creationId="{04A0D088-37C2-27DC-5A56-528887263458}"/>
          </ac:cxnSpMkLst>
        </pc:cxnChg>
        <pc:cxnChg chg="add del mod">
          <ac:chgData name="Yu, He (T CED INW-CN)" userId="a2172827-2020-42c6-a557-b2cbb763b90c" providerId="ADAL" clId="{16F751BC-5A87-4751-86D5-BAA0F392A665}" dt="2023-10-01T12:29:10.835" v="4249" actId="478"/>
          <ac:cxnSpMkLst>
            <pc:docMk/>
            <pc:sldMk cId="2740838802" sldId="393"/>
            <ac:cxnSpMk id="159" creationId="{C51B1DE3-9204-BD7F-320B-2CEADCB13EA4}"/>
          </ac:cxnSpMkLst>
        </pc:cxnChg>
        <pc:cxnChg chg="add del mod">
          <ac:chgData name="Yu, He (T CED INW-CN)" userId="a2172827-2020-42c6-a557-b2cbb763b90c" providerId="ADAL" clId="{16F751BC-5A87-4751-86D5-BAA0F392A665}" dt="2023-10-01T12:37:27.215" v="4443" actId="478"/>
          <ac:cxnSpMkLst>
            <pc:docMk/>
            <pc:sldMk cId="2740838802" sldId="393"/>
            <ac:cxnSpMk id="168" creationId="{FDF62B52-6F21-0080-58F9-42F4887FA160}"/>
          </ac:cxnSpMkLst>
        </pc:cxnChg>
        <pc:cxnChg chg="add mod">
          <ac:chgData name="Yu, He (T CED INW-CN)" userId="a2172827-2020-42c6-a557-b2cbb763b90c" providerId="ADAL" clId="{16F751BC-5A87-4751-86D5-BAA0F392A665}" dt="2023-10-01T13:01:53.931" v="4905" actId="1035"/>
          <ac:cxnSpMkLst>
            <pc:docMk/>
            <pc:sldMk cId="2740838802" sldId="393"/>
            <ac:cxnSpMk id="175" creationId="{0A1D3292-C1D2-983B-AD40-16AE4C9CDE18}"/>
          </ac:cxnSpMkLst>
        </pc:cxnChg>
        <pc:cxnChg chg="add mod">
          <ac:chgData name="Yu, He (T CED INW-CN)" userId="a2172827-2020-42c6-a557-b2cbb763b90c" providerId="ADAL" clId="{16F751BC-5A87-4751-86D5-BAA0F392A665}" dt="2023-10-01T13:01:53.931" v="4905" actId="1035"/>
          <ac:cxnSpMkLst>
            <pc:docMk/>
            <pc:sldMk cId="2740838802" sldId="393"/>
            <ac:cxnSpMk id="190" creationId="{2D6B83EF-14E0-69F2-E3F0-57E0BAFC5AEA}"/>
          </ac:cxnSpMkLst>
        </pc:cxnChg>
        <pc:cxnChg chg="add mod">
          <ac:chgData name="Yu, He (T CED INW-CN)" userId="a2172827-2020-42c6-a557-b2cbb763b90c" providerId="ADAL" clId="{16F751BC-5A87-4751-86D5-BAA0F392A665}" dt="2023-10-01T13:01:53.931" v="4905" actId="1035"/>
          <ac:cxnSpMkLst>
            <pc:docMk/>
            <pc:sldMk cId="2740838802" sldId="393"/>
            <ac:cxnSpMk id="192" creationId="{3909DD7F-5BD0-35C6-E0FC-BBBDF3B427A2}"/>
          </ac:cxnSpMkLst>
        </pc:cxnChg>
        <pc:cxnChg chg="add mod">
          <ac:chgData name="Yu, He (T CED INW-CN)" userId="a2172827-2020-42c6-a557-b2cbb763b90c" providerId="ADAL" clId="{16F751BC-5A87-4751-86D5-BAA0F392A665}" dt="2023-10-01T13:01:53.931" v="4905" actId="1035"/>
          <ac:cxnSpMkLst>
            <pc:docMk/>
            <pc:sldMk cId="2740838802" sldId="393"/>
            <ac:cxnSpMk id="196" creationId="{A6494728-E88E-ED7E-DFDB-F373E6DE4E7F}"/>
          </ac:cxnSpMkLst>
        </pc:cxnChg>
        <pc:cxnChg chg="add mod">
          <ac:chgData name="Yu, He (T CED INW-CN)" userId="a2172827-2020-42c6-a557-b2cbb763b90c" providerId="ADAL" clId="{16F751BC-5A87-4751-86D5-BAA0F392A665}" dt="2023-10-01T13:01:53.931" v="4905" actId="1035"/>
          <ac:cxnSpMkLst>
            <pc:docMk/>
            <pc:sldMk cId="2740838802" sldId="393"/>
            <ac:cxnSpMk id="200" creationId="{4499E513-D5D1-6A8D-2A0E-DAECCB97F763}"/>
          </ac:cxnSpMkLst>
        </pc:cxnChg>
        <pc:cxnChg chg="add mod">
          <ac:chgData name="Yu, He (T CED INW-CN)" userId="a2172827-2020-42c6-a557-b2cbb763b90c" providerId="ADAL" clId="{16F751BC-5A87-4751-86D5-BAA0F392A665}" dt="2023-10-01T13:01:53.931" v="4905" actId="1035"/>
          <ac:cxnSpMkLst>
            <pc:docMk/>
            <pc:sldMk cId="2740838802" sldId="393"/>
            <ac:cxnSpMk id="201" creationId="{9EAEBEB7-A941-6292-65CA-6BF4CE74FCBB}"/>
          </ac:cxnSpMkLst>
        </pc:cxnChg>
        <pc:cxnChg chg="add mod">
          <ac:chgData name="Yu, He (T CED INW-CN)" userId="a2172827-2020-42c6-a557-b2cbb763b90c" providerId="ADAL" clId="{16F751BC-5A87-4751-86D5-BAA0F392A665}" dt="2023-10-01T13:01:53.931" v="4905" actId="1035"/>
          <ac:cxnSpMkLst>
            <pc:docMk/>
            <pc:sldMk cId="2740838802" sldId="393"/>
            <ac:cxnSpMk id="212" creationId="{AA8ED6E1-7584-E5FD-4221-8815CD66502D}"/>
          </ac:cxnSpMkLst>
        </pc:cxnChg>
      </pc:sldChg>
      <pc:sldChg chg="del">
        <pc:chgData name="Yu, He (T CED INW-CN)" userId="a2172827-2020-42c6-a557-b2cbb763b90c" providerId="ADAL" clId="{16F751BC-5A87-4751-86D5-BAA0F392A665}" dt="2023-09-30T06:50:49.621" v="52" actId="47"/>
        <pc:sldMkLst>
          <pc:docMk/>
          <pc:sldMk cId="3416584685" sldId="393"/>
        </pc:sldMkLst>
      </pc:sldChg>
      <pc:sldChg chg="addSp delSp modSp add mod modNotesTx">
        <pc:chgData name="Yu, He (T CED INW-CN)" userId="a2172827-2020-42c6-a557-b2cbb763b90c" providerId="ADAL" clId="{16F751BC-5A87-4751-86D5-BAA0F392A665}" dt="2023-10-23T23:20:35.700" v="7518" actId="20577"/>
        <pc:sldMkLst>
          <pc:docMk/>
          <pc:sldMk cId="1671735676" sldId="394"/>
        </pc:sldMkLst>
        <pc:spChg chg="mod">
          <ac:chgData name="Yu, He (T CED INW-CN)" userId="a2172827-2020-42c6-a557-b2cbb763b90c" providerId="ADAL" clId="{16F751BC-5A87-4751-86D5-BAA0F392A665}" dt="2023-10-23T23:20:35.700" v="7518" actId="20577"/>
          <ac:spMkLst>
            <pc:docMk/>
            <pc:sldMk cId="1671735676" sldId="394"/>
            <ac:spMk id="2" creationId="{6A992315-394E-4C18-9361-5BBEA74C2FB1}"/>
          </ac:spMkLst>
        </pc:spChg>
        <pc:spChg chg="add mod">
          <ac:chgData name="Yu, He (T CED INW-CN)" userId="a2172827-2020-42c6-a557-b2cbb763b90c" providerId="ADAL" clId="{16F751BC-5A87-4751-86D5-BAA0F392A665}" dt="2023-09-30T23:38:11.175" v="1934" actId="20577"/>
          <ac:spMkLst>
            <pc:docMk/>
            <pc:sldMk cId="1671735676" sldId="394"/>
            <ac:spMk id="5" creationId="{27E9A1BA-05F9-F101-0F89-5DB235B000CF}"/>
          </ac:spMkLst>
        </pc:spChg>
        <pc:spChg chg="add mod">
          <ac:chgData name="Yu, He (T CED INW-CN)" userId="a2172827-2020-42c6-a557-b2cbb763b90c" providerId="ADAL" clId="{16F751BC-5A87-4751-86D5-BAA0F392A665}" dt="2023-09-30T23:32:03.251" v="1916" actId="20577"/>
          <ac:spMkLst>
            <pc:docMk/>
            <pc:sldMk cId="1671735676" sldId="394"/>
            <ac:spMk id="7" creationId="{95F4825B-989D-2420-B9BC-4D7816A15F8E}"/>
          </ac:spMkLst>
        </pc:spChg>
        <pc:spChg chg="add mod">
          <ac:chgData name="Yu, He (T CED INW-CN)" userId="a2172827-2020-42c6-a557-b2cbb763b90c" providerId="ADAL" clId="{16F751BC-5A87-4751-86D5-BAA0F392A665}" dt="2023-10-01T00:05:28.656" v="1990" actId="20577"/>
          <ac:spMkLst>
            <pc:docMk/>
            <pc:sldMk cId="1671735676" sldId="394"/>
            <ac:spMk id="8" creationId="{206DBB69-2AD3-A95A-5823-4060539CE99C}"/>
          </ac:spMkLst>
        </pc:spChg>
        <pc:spChg chg="del mod">
          <ac:chgData name="Yu, He (T CED INW-CN)" userId="a2172827-2020-42c6-a557-b2cbb763b90c" providerId="ADAL" clId="{16F751BC-5A87-4751-86D5-BAA0F392A665}" dt="2023-09-30T23:21:01.356" v="1685" actId="478"/>
          <ac:spMkLst>
            <pc:docMk/>
            <pc:sldMk cId="1671735676" sldId="394"/>
            <ac:spMk id="32" creationId="{302E302D-F6CD-E9D5-F96A-C52D59CB197F}"/>
          </ac:spMkLst>
        </pc:spChg>
        <pc:spChg chg="add del">
          <ac:chgData name="Yu, He (T CED INW-CN)" userId="a2172827-2020-42c6-a557-b2cbb763b90c" providerId="ADAL" clId="{16F751BC-5A87-4751-86D5-BAA0F392A665}" dt="2023-09-30T23:20:47.585" v="1683" actId="478"/>
          <ac:spMkLst>
            <pc:docMk/>
            <pc:sldMk cId="1671735676" sldId="394"/>
            <ac:spMk id="33" creationId="{F4A8FC1E-3421-D40F-56DF-E74E0F1D0548}"/>
          </ac:spMkLst>
        </pc:spChg>
        <pc:spChg chg="del mod">
          <ac:chgData name="Yu, He (T CED INW-CN)" userId="a2172827-2020-42c6-a557-b2cbb763b90c" providerId="ADAL" clId="{16F751BC-5A87-4751-86D5-BAA0F392A665}" dt="2023-09-30T23:22:02.372" v="1703" actId="478"/>
          <ac:spMkLst>
            <pc:docMk/>
            <pc:sldMk cId="1671735676" sldId="394"/>
            <ac:spMk id="34" creationId="{F5EA7911-878A-0800-8B37-6FB55FCDC9D5}"/>
          </ac:spMkLst>
        </pc:spChg>
        <pc:spChg chg="add del">
          <ac:chgData name="Yu, He (T CED INW-CN)" userId="a2172827-2020-42c6-a557-b2cbb763b90c" providerId="ADAL" clId="{16F751BC-5A87-4751-86D5-BAA0F392A665}" dt="2023-09-30T23:20:47.585" v="1683" actId="478"/>
          <ac:spMkLst>
            <pc:docMk/>
            <pc:sldMk cId="1671735676" sldId="394"/>
            <ac:spMk id="35" creationId="{DC3A01F4-2492-A858-5FEE-96766DD3C08C}"/>
          </ac:spMkLst>
        </pc:spChg>
        <pc:spChg chg="del">
          <ac:chgData name="Yu, He (T CED INW-CN)" userId="a2172827-2020-42c6-a557-b2cbb763b90c" providerId="ADAL" clId="{16F751BC-5A87-4751-86D5-BAA0F392A665}" dt="2023-09-30T23:21:13.875" v="1687" actId="478"/>
          <ac:spMkLst>
            <pc:docMk/>
            <pc:sldMk cId="1671735676" sldId="394"/>
            <ac:spMk id="36" creationId="{70F43E2A-D117-1D02-83E8-182F09B641B8}"/>
          </ac:spMkLst>
        </pc:spChg>
        <pc:spChg chg="del">
          <ac:chgData name="Yu, He (T CED INW-CN)" userId="a2172827-2020-42c6-a557-b2cbb763b90c" providerId="ADAL" clId="{16F751BC-5A87-4751-86D5-BAA0F392A665}" dt="2023-09-30T23:21:11.942" v="1686" actId="478"/>
          <ac:spMkLst>
            <pc:docMk/>
            <pc:sldMk cId="1671735676" sldId="394"/>
            <ac:spMk id="37" creationId="{09AC511B-9838-D149-818F-F4BAF4198236}"/>
          </ac:spMkLst>
        </pc:spChg>
        <pc:spChg chg="del">
          <ac:chgData name="Yu, He (T CED INW-CN)" userId="a2172827-2020-42c6-a557-b2cbb763b90c" providerId="ADAL" clId="{16F751BC-5A87-4751-86D5-BAA0F392A665}" dt="2023-09-30T23:21:11.942" v="1686" actId="478"/>
          <ac:spMkLst>
            <pc:docMk/>
            <pc:sldMk cId="1671735676" sldId="394"/>
            <ac:spMk id="38" creationId="{18EC7DAF-0AD5-DFB8-53EC-35F902F53695}"/>
          </ac:spMkLst>
        </pc:spChg>
        <pc:spChg chg="del">
          <ac:chgData name="Yu, He (T CED INW-CN)" userId="a2172827-2020-42c6-a557-b2cbb763b90c" providerId="ADAL" clId="{16F751BC-5A87-4751-86D5-BAA0F392A665}" dt="2023-09-30T23:21:11.942" v="1686" actId="478"/>
          <ac:spMkLst>
            <pc:docMk/>
            <pc:sldMk cId="1671735676" sldId="394"/>
            <ac:spMk id="41" creationId="{ECC2D2C4-3AF6-495E-77F3-C599B9A456C3}"/>
          </ac:spMkLst>
        </pc:spChg>
        <pc:spChg chg="del">
          <ac:chgData name="Yu, He (T CED INW-CN)" userId="a2172827-2020-42c6-a557-b2cbb763b90c" providerId="ADAL" clId="{16F751BC-5A87-4751-86D5-BAA0F392A665}" dt="2023-09-30T23:21:11.942" v="1686" actId="478"/>
          <ac:spMkLst>
            <pc:docMk/>
            <pc:sldMk cId="1671735676" sldId="394"/>
            <ac:spMk id="42" creationId="{84367E81-E475-64E2-3C30-49A6535F60A2}"/>
          </ac:spMkLst>
        </pc:spChg>
        <pc:spChg chg="del">
          <ac:chgData name="Yu, He (T CED INW-CN)" userId="a2172827-2020-42c6-a557-b2cbb763b90c" providerId="ADAL" clId="{16F751BC-5A87-4751-86D5-BAA0F392A665}" dt="2023-09-30T23:21:11.942" v="1686" actId="478"/>
          <ac:spMkLst>
            <pc:docMk/>
            <pc:sldMk cId="1671735676" sldId="394"/>
            <ac:spMk id="43" creationId="{60E74EAA-DAE4-CB07-E275-163439C4C47B}"/>
          </ac:spMkLst>
        </pc:spChg>
        <pc:spChg chg="del">
          <ac:chgData name="Yu, He (T CED INW-CN)" userId="a2172827-2020-42c6-a557-b2cbb763b90c" providerId="ADAL" clId="{16F751BC-5A87-4751-86D5-BAA0F392A665}" dt="2023-09-30T23:21:11.942" v="1686" actId="478"/>
          <ac:spMkLst>
            <pc:docMk/>
            <pc:sldMk cId="1671735676" sldId="394"/>
            <ac:spMk id="44" creationId="{B97DD0A9-36B7-688F-6BA9-C8D374FF2353}"/>
          </ac:spMkLst>
        </pc:spChg>
        <pc:spChg chg="del">
          <ac:chgData name="Yu, He (T CED INW-CN)" userId="a2172827-2020-42c6-a557-b2cbb763b90c" providerId="ADAL" clId="{16F751BC-5A87-4751-86D5-BAA0F392A665}" dt="2023-09-30T23:21:11.942" v="1686" actId="478"/>
          <ac:spMkLst>
            <pc:docMk/>
            <pc:sldMk cId="1671735676" sldId="394"/>
            <ac:spMk id="45" creationId="{6F6C8B39-0E3A-E292-E27C-764851BA1BBB}"/>
          </ac:spMkLst>
        </pc:spChg>
        <pc:spChg chg="del">
          <ac:chgData name="Yu, He (T CED INW-CN)" userId="a2172827-2020-42c6-a557-b2cbb763b90c" providerId="ADAL" clId="{16F751BC-5A87-4751-86D5-BAA0F392A665}" dt="2023-09-30T23:21:11.942" v="1686" actId="478"/>
          <ac:spMkLst>
            <pc:docMk/>
            <pc:sldMk cId="1671735676" sldId="394"/>
            <ac:spMk id="46" creationId="{540D1B2C-A6AC-63F6-F8B9-25F1D6A5CBD7}"/>
          </ac:spMkLst>
        </pc:spChg>
        <pc:spChg chg="del">
          <ac:chgData name="Yu, He (T CED INW-CN)" userId="a2172827-2020-42c6-a557-b2cbb763b90c" providerId="ADAL" clId="{16F751BC-5A87-4751-86D5-BAA0F392A665}" dt="2023-09-30T23:21:11.942" v="1686" actId="478"/>
          <ac:spMkLst>
            <pc:docMk/>
            <pc:sldMk cId="1671735676" sldId="394"/>
            <ac:spMk id="47" creationId="{03AF5AFE-FEA2-090B-55E3-46A053DC60ED}"/>
          </ac:spMkLst>
        </pc:spChg>
        <pc:spChg chg="del">
          <ac:chgData name="Yu, He (T CED INW-CN)" userId="a2172827-2020-42c6-a557-b2cbb763b90c" providerId="ADAL" clId="{16F751BC-5A87-4751-86D5-BAA0F392A665}" dt="2023-09-30T23:21:11.942" v="1686" actId="478"/>
          <ac:spMkLst>
            <pc:docMk/>
            <pc:sldMk cId="1671735676" sldId="394"/>
            <ac:spMk id="48" creationId="{F05F15B2-99A4-39F1-AF47-D9FA65E41070}"/>
          </ac:spMkLst>
        </pc:spChg>
        <pc:spChg chg="del">
          <ac:chgData name="Yu, He (T CED INW-CN)" userId="a2172827-2020-42c6-a557-b2cbb763b90c" providerId="ADAL" clId="{16F751BC-5A87-4751-86D5-BAA0F392A665}" dt="2023-09-30T23:21:11.942" v="1686" actId="478"/>
          <ac:spMkLst>
            <pc:docMk/>
            <pc:sldMk cId="1671735676" sldId="394"/>
            <ac:spMk id="49" creationId="{97FFFEAC-EBAB-606B-5ECC-8D5516478502}"/>
          </ac:spMkLst>
        </pc:spChg>
        <pc:spChg chg="del">
          <ac:chgData name="Yu, He (T CED INW-CN)" userId="a2172827-2020-42c6-a557-b2cbb763b90c" providerId="ADAL" clId="{16F751BC-5A87-4751-86D5-BAA0F392A665}" dt="2023-09-30T23:21:11.942" v="1686" actId="478"/>
          <ac:spMkLst>
            <pc:docMk/>
            <pc:sldMk cId="1671735676" sldId="394"/>
            <ac:spMk id="50" creationId="{C3AB3443-5494-A051-6F00-DA8E8006839C}"/>
          </ac:spMkLst>
        </pc:spChg>
        <pc:spChg chg="del">
          <ac:chgData name="Yu, He (T CED INW-CN)" userId="a2172827-2020-42c6-a557-b2cbb763b90c" providerId="ADAL" clId="{16F751BC-5A87-4751-86D5-BAA0F392A665}" dt="2023-09-30T23:21:11.942" v="1686" actId="478"/>
          <ac:spMkLst>
            <pc:docMk/>
            <pc:sldMk cId="1671735676" sldId="394"/>
            <ac:spMk id="53" creationId="{3F4857F3-89BF-954B-A8C3-5FC32247E797}"/>
          </ac:spMkLst>
        </pc:spChg>
        <pc:spChg chg="del">
          <ac:chgData name="Yu, He (T CED INW-CN)" userId="a2172827-2020-42c6-a557-b2cbb763b90c" providerId="ADAL" clId="{16F751BC-5A87-4751-86D5-BAA0F392A665}" dt="2023-09-30T23:21:11.942" v="1686" actId="478"/>
          <ac:spMkLst>
            <pc:docMk/>
            <pc:sldMk cId="1671735676" sldId="394"/>
            <ac:spMk id="54" creationId="{53B61DCB-6503-4304-C6AC-3AE6447022DC}"/>
          </ac:spMkLst>
        </pc:spChg>
        <pc:spChg chg="del">
          <ac:chgData name="Yu, He (T CED INW-CN)" userId="a2172827-2020-42c6-a557-b2cbb763b90c" providerId="ADAL" clId="{16F751BC-5A87-4751-86D5-BAA0F392A665}" dt="2023-09-30T23:21:11.942" v="1686" actId="478"/>
          <ac:spMkLst>
            <pc:docMk/>
            <pc:sldMk cId="1671735676" sldId="394"/>
            <ac:spMk id="55" creationId="{2817D43E-061D-7B0B-4589-44ACFDFF6236}"/>
          </ac:spMkLst>
        </pc:spChg>
        <pc:spChg chg="del">
          <ac:chgData name="Yu, He (T CED INW-CN)" userId="a2172827-2020-42c6-a557-b2cbb763b90c" providerId="ADAL" clId="{16F751BC-5A87-4751-86D5-BAA0F392A665}" dt="2023-09-30T23:21:11.942" v="1686" actId="478"/>
          <ac:spMkLst>
            <pc:docMk/>
            <pc:sldMk cId="1671735676" sldId="394"/>
            <ac:spMk id="56" creationId="{EE2B5BDE-E302-B05C-2A49-B7EC5AC315DB}"/>
          </ac:spMkLst>
        </pc:spChg>
        <pc:spChg chg="del">
          <ac:chgData name="Yu, He (T CED INW-CN)" userId="a2172827-2020-42c6-a557-b2cbb763b90c" providerId="ADAL" clId="{16F751BC-5A87-4751-86D5-BAA0F392A665}" dt="2023-09-30T23:21:11.942" v="1686" actId="478"/>
          <ac:spMkLst>
            <pc:docMk/>
            <pc:sldMk cId="1671735676" sldId="394"/>
            <ac:spMk id="57" creationId="{1E4372DF-0E0F-ECF9-4794-DE78B92D2847}"/>
          </ac:spMkLst>
        </pc:spChg>
        <pc:spChg chg="del">
          <ac:chgData name="Yu, He (T CED INW-CN)" userId="a2172827-2020-42c6-a557-b2cbb763b90c" providerId="ADAL" clId="{16F751BC-5A87-4751-86D5-BAA0F392A665}" dt="2023-09-30T23:21:11.942" v="1686" actId="478"/>
          <ac:spMkLst>
            <pc:docMk/>
            <pc:sldMk cId="1671735676" sldId="394"/>
            <ac:spMk id="58" creationId="{44E92D2C-228C-96A5-99A6-8AA8C9345D2B}"/>
          </ac:spMkLst>
        </pc:spChg>
        <pc:spChg chg="del">
          <ac:chgData name="Yu, He (T CED INW-CN)" userId="a2172827-2020-42c6-a557-b2cbb763b90c" providerId="ADAL" clId="{16F751BC-5A87-4751-86D5-BAA0F392A665}" dt="2023-09-30T23:21:11.942" v="1686" actId="478"/>
          <ac:spMkLst>
            <pc:docMk/>
            <pc:sldMk cId="1671735676" sldId="394"/>
            <ac:spMk id="66" creationId="{18916F39-179D-2C94-6092-6D3AFD447B86}"/>
          </ac:spMkLst>
        </pc:spChg>
        <pc:spChg chg="del">
          <ac:chgData name="Yu, He (T CED INW-CN)" userId="a2172827-2020-42c6-a557-b2cbb763b90c" providerId="ADAL" clId="{16F751BC-5A87-4751-86D5-BAA0F392A665}" dt="2023-09-30T23:21:11.942" v="1686" actId="478"/>
          <ac:spMkLst>
            <pc:docMk/>
            <pc:sldMk cId="1671735676" sldId="394"/>
            <ac:spMk id="71" creationId="{9A1B4E62-69B2-7104-9957-0874B12AE825}"/>
          </ac:spMkLst>
        </pc:spChg>
        <pc:spChg chg="del">
          <ac:chgData name="Yu, He (T CED INW-CN)" userId="a2172827-2020-42c6-a557-b2cbb763b90c" providerId="ADAL" clId="{16F751BC-5A87-4751-86D5-BAA0F392A665}" dt="2023-09-30T23:21:11.942" v="1686" actId="478"/>
          <ac:spMkLst>
            <pc:docMk/>
            <pc:sldMk cId="1671735676" sldId="394"/>
            <ac:spMk id="81" creationId="{CBFCDA97-F792-A7D5-6B9D-1A9CCB1328DE}"/>
          </ac:spMkLst>
        </pc:spChg>
        <pc:spChg chg="del">
          <ac:chgData name="Yu, He (T CED INW-CN)" userId="a2172827-2020-42c6-a557-b2cbb763b90c" providerId="ADAL" clId="{16F751BC-5A87-4751-86D5-BAA0F392A665}" dt="2023-09-30T23:21:11.942" v="1686" actId="478"/>
          <ac:spMkLst>
            <pc:docMk/>
            <pc:sldMk cId="1671735676" sldId="394"/>
            <ac:spMk id="84" creationId="{E460D040-8A5F-DCCB-FCB4-1B2A351C3A44}"/>
          </ac:spMkLst>
        </pc:spChg>
        <pc:spChg chg="del">
          <ac:chgData name="Yu, He (T CED INW-CN)" userId="a2172827-2020-42c6-a557-b2cbb763b90c" providerId="ADAL" clId="{16F751BC-5A87-4751-86D5-BAA0F392A665}" dt="2023-09-30T23:21:11.942" v="1686" actId="478"/>
          <ac:spMkLst>
            <pc:docMk/>
            <pc:sldMk cId="1671735676" sldId="394"/>
            <ac:spMk id="85" creationId="{20C6C532-2F4E-93CD-F83C-1C5B1D8074C4}"/>
          </ac:spMkLst>
        </pc:spChg>
        <pc:spChg chg="del">
          <ac:chgData name="Yu, He (T CED INW-CN)" userId="a2172827-2020-42c6-a557-b2cbb763b90c" providerId="ADAL" clId="{16F751BC-5A87-4751-86D5-BAA0F392A665}" dt="2023-09-30T23:21:11.942" v="1686" actId="478"/>
          <ac:spMkLst>
            <pc:docMk/>
            <pc:sldMk cId="1671735676" sldId="394"/>
            <ac:spMk id="94" creationId="{516B6C60-D666-FA54-6B73-7CFBA98F4EE9}"/>
          </ac:spMkLst>
        </pc:spChg>
        <pc:spChg chg="del">
          <ac:chgData name="Yu, He (T CED INW-CN)" userId="a2172827-2020-42c6-a557-b2cbb763b90c" providerId="ADAL" clId="{16F751BC-5A87-4751-86D5-BAA0F392A665}" dt="2023-09-30T23:21:11.942" v="1686" actId="478"/>
          <ac:spMkLst>
            <pc:docMk/>
            <pc:sldMk cId="1671735676" sldId="394"/>
            <ac:spMk id="95" creationId="{F2A9C6F6-DDD5-6644-1DD5-7E277EB0AF52}"/>
          </ac:spMkLst>
        </pc:spChg>
        <pc:picChg chg="add mod">
          <ac:chgData name="Yu, He (T CED INW-CN)" userId="a2172827-2020-42c6-a557-b2cbb763b90c" providerId="ADAL" clId="{16F751BC-5A87-4751-86D5-BAA0F392A665}" dt="2023-10-08T06:12:48.055" v="7305" actId="1038"/>
          <ac:picMkLst>
            <pc:docMk/>
            <pc:sldMk cId="1671735676" sldId="394"/>
            <ac:picMk id="10" creationId="{98C6BDF4-30B9-E73A-E36A-576ABEA594FA}"/>
          </ac:picMkLst>
        </pc:picChg>
        <pc:picChg chg="add mod">
          <ac:chgData name="Yu, He (T CED INW-CN)" userId="a2172827-2020-42c6-a557-b2cbb763b90c" providerId="ADAL" clId="{16F751BC-5A87-4751-86D5-BAA0F392A665}" dt="2023-10-01T13:59:47.420" v="5300" actId="1076"/>
          <ac:picMkLst>
            <pc:docMk/>
            <pc:sldMk cId="1671735676" sldId="394"/>
            <ac:picMk id="11" creationId="{CD542C9E-A67A-175E-FB6F-F1A0868CB0AA}"/>
          </ac:picMkLst>
        </pc:picChg>
        <pc:picChg chg="add mod">
          <ac:chgData name="Yu, He (T CED INW-CN)" userId="a2172827-2020-42c6-a557-b2cbb763b90c" providerId="ADAL" clId="{16F751BC-5A87-4751-86D5-BAA0F392A665}" dt="2023-10-08T06:12:48.055" v="7305" actId="1038"/>
          <ac:picMkLst>
            <pc:docMk/>
            <pc:sldMk cId="1671735676" sldId="394"/>
            <ac:picMk id="12" creationId="{44C24F66-BD3C-0612-5553-3A7954C718A3}"/>
          </ac:picMkLst>
        </pc:picChg>
        <pc:picChg chg="add mod">
          <ac:chgData name="Yu, He (T CED INW-CN)" userId="a2172827-2020-42c6-a557-b2cbb763b90c" providerId="ADAL" clId="{16F751BC-5A87-4751-86D5-BAA0F392A665}" dt="2023-10-01T14:00:04.087" v="5305" actId="14100"/>
          <ac:picMkLst>
            <pc:docMk/>
            <pc:sldMk cId="1671735676" sldId="394"/>
            <ac:picMk id="13" creationId="{10B150C1-2F4B-424E-D77B-A3B876BD0161}"/>
          </ac:picMkLst>
        </pc:picChg>
        <pc:picChg chg="add del mod">
          <ac:chgData name="Yu, He (T CED INW-CN)" userId="a2172827-2020-42c6-a557-b2cbb763b90c" providerId="ADAL" clId="{16F751BC-5A87-4751-86D5-BAA0F392A665}" dt="2023-10-01T13:32:25.591" v="5264" actId="478"/>
          <ac:picMkLst>
            <pc:docMk/>
            <pc:sldMk cId="1671735676" sldId="394"/>
            <ac:picMk id="14" creationId="{4A931036-5E45-ECB2-70F3-E24CBCC9DF7A}"/>
          </ac:picMkLst>
        </pc:picChg>
        <pc:picChg chg="add del mod">
          <ac:chgData name="Yu, He (T CED INW-CN)" userId="a2172827-2020-42c6-a557-b2cbb763b90c" providerId="ADAL" clId="{16F751BC-5A87-4751-86D5-BAA0F392A665}" dt="2023-10-01T13:59:09.818" v="5284" actId="478"/>
          <ac:picMkLst>
            <pc:docMk/>
            <pc:sldMk cId="1671735676" sldId="394"/>
            <ac:picMk id="15" creationId="{1CBFE697-FB84-1E1A-F02A-1B3B1091C4B2}"/>
          </ac:picMkLst>
        </pc:picChg>
        <pc:picChg chg="mod">
          <ac:chgData name="Yu, He (T CED INW-CN)" userId="a2172827-2020-42c6-a557-b2cbb763b90c" providerId="ADAL" clId="{16F751BC-5A87-4751-86D5-BAA0F392A665}" dt="2023-10-01T00:04:14.351" v="1964" actId="14100"/>
          <ac:picMkLst>
            <pc:docMk/>
            <pc:sldMk cId="1671735676" sldId="394"/>
            <ac:picMk id="29" creationId="{03CF89F2-287F-A525-6F1B-3D978FF00FB4}"/>
          </ac:picMkLst>
        </pc:picChg>
        <pc:picChg chg="add del">
          <ac:chgData name="Yu, He (T CED INW-CN)" userId="a2172827-2020-42c6-a557-b2cbb763b90c" providerId="ADAL" clId="{16F751BC-5A87-4751-86D5-BAA0F392A665}" dt="2023-09-30T23:20:47.585" v="1683" actId="478"/>
          <ac:picMkLst>
            <pc:docMk/>
            <pc:sldMk cId="1671735676" sldId="394"/>
            <ac:picMk id="31" creationId="{65E3ABCF-6938-E127-0ED1-AE3660188EC0}"/>
          </ac:picMkLst>
        </pc:picChg>
        <pc:cxnChg chg="del">
          <ac:chgData name="Yu, He (T CED INW-CN)" userId="a2172827-2020-42c6-a557-b2cbb763b90c" providerId="ADAL" clId="{16F751BC-5A87-4751-86D5-BAA0F392A665}" dt="2023-09-30T23:21:11.942" v="1686" actId="478"/>
          <ac:cxnSpMkLst>
            <pc:docMk/>
            <pc:sldMk cId="1671735676" sldId="394"/>
            <ac:cxnSpMk id="40" creationId="{E81B5611-272A-2A9D-4EFD-18358B9F2599}"/>
          </ac:cxnSpMkLst>
        </pc:cxnChg>
        <pc:cxnChg chg="del mod">
          <ac:chgData name="Yu, He (T CED INW-CN)" userId="a2172827-2020-42c6-a557-b2cbb763b90c" providerId="ADAL" clId="{16F751BC-5A87-4751-86D5-BAA0F392A665}" dt="2023-09-30T23:21:11.942" v="1686" actId="478"/>
          <ac:cxnSpMkLst>
            <pc:docMk/>
            <pc:sldMk cId="1671735676" sldId="394"/>
            <ac:cxnSpMk id="51" creationId="{3C739652-ACEB-3302-B2D6-2CA8E6ECEF86}"/>
          </ac:cxnSpMkLst>
        </pc:cxnChg>
        <pc:cxnChg chg="del mod">
          <ac:chgData name="Yu, He (T CED INW-CN)" userId="a2172827-2020-42c6-a557-b2cbb763b90c" providerId="ADAL" clId="{16F751BC-5A87-4751-86D5-BAA0F392A665}" dt="2023-09-30T23:21:11.942" v="1686" actId="478"/>
          <ac:cxnSpMkLst>
            <pc:docMk/>
            <pc:sldMk cId="1671735676" sldId="394"/>
            <ac:cxnSpMk id="72" creationId="{5548817E-DC2F-5CFE-5737-A035D3B7D240}"/>
          </ac:cxnSpMkLst>
        </pc:cxnChg>
        <pc:cxnChg chg="del">
          <ac:chgData name="Yu, He (T CED INW-CN)" userId="a2172827-2020-42c6-a557-b2cbb763b90c" providerId="ADAL" clId="{16F751BC-5A87-4751-86D5-BAA0F392A665}" dt="2023-09-30T23:21:11.942" v="1686" actId="478"/>
          <ac:cxnSpMkLst>
            <pc:docMk/>
            <pc:sldMk cId="1671735676" sldId="394"/>
            <ac:cxnSpMk id="78" creationId="{9DF462BD-2510-E6E8-F1F8-87381BDB3276}"/>
          </ac:cxnSpMkLst>
        </pc:cxnChg>
        <pc:cxnChg chg="del">
          <ac:chgData name="Yu, He (T CED INW-CN)" userId="a2172827-2020-42c6-a557-b2cbb763b90c" providerId="ADAL" clId="{16F751BC-5A87-4751-86D5-BAA0F392A665}" dt="2023-09-30T23:21:11.942" v="1686" actId="478"/>
          <ac:cxnSpMkLst>
            <pc:docMk/>
            <pc:sldMk cId="1671735676" sldId="394"/>
            <ac:cxnSpMk id="86" creationId="{21C8EA99-400B-0508-E259-F86042554459}"/>
          </ac:cxnSpMkLst>
        </pc:cxnChg>
        <pc:cxnChg chg="del mod">
          <ac:chgData name="Yu, He (T CED INW-CN)" userId="a2172827-2020-42c6-a557-b2cbb763b90c" providerId="ADAL" clId="{16F751BC-5A87-4751-86D5-BAA0F392A665}" dt="2023-09-30T23:21:11.942" v="1686" actId="478"/>
          <ac:cxnSpMkLst>
            <pc:docMk/>
            <pc:sldMk cId="1671735676" sldId="394"/>
            <ac:cxnSpMk id="90" creationId="{A706FF51-B51A-6377-C0A3-4BCB8E287871}"/>
          </ac:cxnSpMkLst>
        </pc:cxnChg>
        <pc:cxnChg chg="del mod">
          <ac:chgData name="Yu, He (T CED INW-CN)" userId="a2172827-2020-42c6-a557-b2cbb763b90c" providerId="ADAL" clId="{16F751BC-5A87-4751-86D5-BAA0F392A665}" dt="2023-09-30T23:21:11.942" v="1686" actId="478"/>
          <ac:cxnSpMkLst>
            <pc:docMk/>
            <pc:sldMk cId="1671735676" sldId="394"/>
            <ac:cxnSpMk id="96" creationId="{265C7F1D-0462-230C-9DFC-56105718FB27}"/>
          </ac:cxnSpMkLst>
        </pc:cxnChg>
        <pc:cxnChg chg="del mod">
          <ac:chgData name="Yu, He (T CED INW-CN)" userId="a2172827-2020-42c6-a557-b2cbb763b90c" providerId="ADAL" clId="{16F751BC-5A87-4751-86D5-BAA0F392A665}" dt="2023-09-30T23:21:11.942" v="1686" actId="478"/>
          <ac:cxnSpMkLst>
            <pc:docMk/>
            <pc:sldMk cId="1671735676" sldId="394"/>
            <ac:cxnSpMk id="101" creationId="{1D080E07-6B21-019B-501A-B2BBD455ABF4}"/>
          </ac:cxnSpMkLst>
        </pc:cxnChg>
      </pc:sldChg>
      <pc:sldChg chg="addSp delSp modSp add mod">
        <pc:chgData name="Yu, He (T CED INW-CN)" userId="a2172827-2020-42c6-a557-b2cbb763b90c" providerId="ADAL" clId="{16F751BC-5A87-4751-86D5-BAA0F392A665}" dt="2023-10-23T23:32:00.320" v="7550" actId="20577"/>
        <pc:sldMkLst>
          <pc:docMk/>
          <pc:sldMk cId="1260130244" sldId="395"/>
        </pc:sldMkLst>
        <pc:spChg chg="mod">
          <ac:chgData name="Yu, He (T CED INW-CN)" userId="a2172827-2020-42c6-a557-b2cbb763b90c" providerId="ADAL" clId="{16F751BC-5A87-4751-86D5-BAA0F392A665}" dt="2023-10-08T00:33:54.437" v="6336"/>
          <ac:spMkLst>
            <pc:docMk/>
            <pc:sldMk cId="1260130244" sldId="395"/>
            <ac:spMk id="2" creationId="{6A992315-394E-4C18-9361-5BBEA74C2FB1}"/>
          </ac:spMkLst>
        </pc:spChg>
        <pc:spChg chg="add del mod">
          <ac:chgData name="Yu, He (T CED INW-CN)" userId="a2172827-2020-42c6-a557-b2cbb763b90c" providerId="ADAL" clId="{16F751BC-5A87-4751-86D5-BAA0F392A665}" dt="2023-10-01T07:27:34.725" v="2630" actId="478"/>
          <ac:spMkLst>
            <pc:docMk/>
            <pc:sldMk cId="1260130244" sldId="395"/>
            <ac:spMk id="5" creationId="{743B3507-C329-B3FD-F283-5055CA719784}"/>
          </ac:spMkLst>
        </pc:spChg>
        <pc:spChg chg="add del mod">
          <ac:chgData name="Yu, He (T CED INW-CN)" userId="a2172827-2020-42c6-a557-b2cbb763b90c" providerId="ADAL" clId="{16F751BC-5A87-4751-86D5-BAA0F392A665}" dt="2023-10-01T07:27:36.975" v="2631" actId="478"/>
          <ac:spMkLst>
            <pc:docMk/>
            <pc:sldMk cId="1260130244" sldId="395"/>
            <ac:spMk id="7" creationId="{051D54FE-A686-0B32-717A-7007F49590B5}"/>
          </ac:spMkLst>
        </pc:spChg>
        <pc:spChg chg="add mod">
          <ac:chgData name="Yu, He (T CED INW-CN)" userId="a2172827-2020-42c6-a557-b2cbb763b90c" providerId="ADAL" clId="{16F751BC-5A87-4751-86D5-BAA0F392A665}" dt="2023-10-01T07:34:41.936" v="2683" actId="1076"/>
          <ac:spMkLst>
            <pc:docMk/>
            <pc:sldMk cId="1260130244" sldId="395"/>
            <ac:spMk id="8" creationId="{680D784F-EB9B-BE50-1618-F67B1AA9FC1E}"/>
          </ac:spMkLst>
        </pc:spChg>
        <pc:spChg chg="add mod">
          <ac:chgData name="Yu, He (T CED INW-CN)" userId="a2172827-2020-42c6-a557-b2cbb763b90c" providerId="ADAL" clId="{16F751BC-5A87-4751-86D5-BAA0F392A665}" dt="2023-10-01T07:37:19.973" v="2690" actId="20577"/>
          <ac:spMkLst>
            <pc:docMk/>
            <pc:sldMk cId="1260130244" sldId="395"/>
            <ac:spMk id="9" creationId="{CB476E76-DA50-6312-7147-F1CA406EA002}"/>
          </ac:spMkLst>
        </pc:spChg>
        <pc:spChg chg="add mod">
          <ac:chgData name="Yu, He (T CED INW-CN)" userId="a2172827-2020-42c6-a557-b2cbb763b90c" providerId="ADAL" clId="{16F751BC-5A87-4751-86D5-BAA0F392A665}" dt="2023-10-01T07:59:16.802" v="2840" actId="20577"/>
          <ac:spMkLst>
            <pc:docMk/>
            <pc:sldMk cId="1260130244" sldId="395"/>
            <ac:spMk id="10" creationId="{97C704E4-4B2B-2389-7882-68C743D8C07F}"/>
          </ac:spMkLst>
        </pc:spChg>
        <pc:spChg chg="add mod">
          <ac:chgData name="Yu, He (T CED INW-CN)" userId="a2172827-2020-42c6-a557-b2cbb763b90c" providerId="ADAL" clId="{16F751BC-5A87-4751-86D5-BAA0F392A665}" dt="2023-10-01T08:27:55.498" v="2856" actId="20577"/>
          <ac:spMkLst>
            <pc:docMk/>
            <pc:sldMk cId="1260130244" sldId="395"/>
            <ac:spMk id="11" creationId="{5695357B-6B8B-BABD-2FDE-6C9816292682}"/>
          </ac:spMkLst>
        </pc:spChg>
        <pc:spChg chg="add mod">
          <ac:chgData name="Yu, He (T CED INW-CN)" userId="a2172827-2020-42c6-a557-b2cbb763b90c" providerId="ADAL" clId="{16F751BC-5A87-4751-86D5-BAA0F392A665}" dt="2023-10-12T05:29:54.283" v="7310"/>
          <ac:spMkLst>
            <pc:docMk/>
            <pc:sldMk cId="1260130244" sldId="395"/>
            <ac:spMk id="22" creationId="{892B5A00-99CE-B883-F932-F5B1005AB603}"/>
          </ac:spMkLst>
        </pc:spChg>
        <pc:spChg chg="add mod">
          <ac:chgData name="Yu, He (T CED INW-CN)" userId="a2172827-2020-42c6-a557-b2cbb763b90c" providerId="ADAL" clId="{16F751BC-5A87-4751-86D5-BAA0F392A665}" dt="2023-10-01T10:47:41.804" v="3857" actId="1582"/>
          <ac:spMkLst>
            <pc:docMk/>
            <pc:sldMk cId="1260130244" sldId="395"/>
            <ac:spMk id="26" creationId="{BC562864-D76C-FAB5-4F21-1DD0456A3CBD}"/>
          </ac:spMkLst>
        </pc:spChg>
        <pc:spChg chg="add mod">
          <ac:chgData name="Yu, He (T CED INW-CN)" userId="a2172827-2020-42c6-a557-b2cbb763b90c" providerId="ADAL" clId="{16F751BC-5A87-4751-86D5-BAA0F392A665}" dt="2023-10-01T10:43:01.532" v="3852" actId="20577"/>
          <ac:spMkLst>
            <pc:docMk/>
            <pc:sldMk cId="1260130244" sldId="395"/>
            <ac:spMk id="27" creationId="{EF81ACA3-40BB-231E-8E33-17182F5E56DE}"/>
          </ac:spMkLst>
        </pc:spChg>
        <pc:spChg chg="add mod">
          <ac:chgData name="Yu, He (T CED INW-CN)" userId="a2172827-2020-42c6-a557-b2cbb763b90c" providerId="ADAL" clId="{16F751BC-5A87-4751-86D5-BAA0F392A665}" dt="2023-10-01T10:47:51.310" v="3859" actId="1582"/>
          <ac:spMkLst>
            <pc:docMk/>
            <pc:sldMk cId="1260130244" sldId="395"/>
            <ac:spMk id="28" creationId="{00569D55-E489-FE35-FF3A-467F6E1DB7EB}"/>
          </ac:spMkLst>
        </pc:spChg>
        <pc:spChg chg="add mod">
          <ac:chgData name="Yu, He (T CED INW-CN)" userId="a2172827-2020-42c6-a557-b2cbb763b90c" providerId="ADAL" clId="{16F751BC-5A87-4751-86D5-BAA0F392A665}" dt="2023-10-01T10:49:05.394" v="3882" actId="1076"/>
          <ac:spMkLst>
            <pc:docMk/>
            <pc:sldMk cId="1260130244" sldId="395"/>
            <ac:spMk id="31" creationId="{FC393351-4872-D76B-0591-A167E610D44C}"/>
          </ac:spMkLst>
        </pc:spChg>
        <pc:spChg chg="add mod">
          <ac:chgData name="Yu, He (T CED INW-CN)" userId="a2172827-2020-42c6-a557-b2cbb763b90c" providerId="ADAL" clId="{16F751BC-5A87-4751-86D5-BAA0F392A665}" dt="2023-10-01T10:49:43.201" v="3896" actId="20577"/>
          <ac:spMkLst>
            <pc:docMk/>
            <pc:sldMk cId="1260130244" sldId="395"/>
            <ac:spMk id="36" creationId="{1AEFBA79-5CAF-D843-7148-2BAD179DAC14}"/>
          </ac:spMkLst>
        </pc:spChg>
        <pc:spChg chg="mod">
          <ac:chgData name="Yu, He (T CED INW-CN)" userId="a2172827-2020-42c6-a557-b2cbb763b90c" providerId="ADAL" clId="{16F751BC-5A87-4751-86D5-BAA0F392A665}" dt="2023-10-01T07:34:34.146" v="2682" actId="1076"/>
          <ac:spMkLst>
            <pc:docMk/>
            <pc:sldMk cId="1260130244" sldId="395"/>
            <ac:spMk id="37" creationId="{09AC511B-9838-D149-818F-F4BAF4198236}"/>
          </ac:spMkLst>
        </pc:spChg>
        <pc:spChg chg="mod">
          <ac:chgData name="Yu, He (T CED INW-CN)" userId="a2172827-2020-42c6-a557-b2cbb763b90c" providerId="ADAL" clId="{16F751BC-5A87-4751-86D5-BAA0F392A665}" dt="2023-10-01T07:34:34.146" v="2682" actId="1076"/>
          <ac:spMkLst>
            <pc:docMk/>
            <pc:sldMk cId="1260130244" sldId="395"/>
            <ac:spMk id="38" creationId="{18EC7DAF-0AD5-DFB8-53EC-35F902F53695}"/>
          </ac:spMkLst>
        </pc:spChg>
        <pc:spChg chg="del">
          <ac:chgData name="Yu, He (T CED INW-CN)" userId="a2172827-2020-42c6-a557-b2cbb763b90c" providerId="ADAL" clId="{16F751BC-5A87-4751-86D5-BAA0F392A665}" dt="2023-10-01T06:27:00.859" v="2094" actId="478"/>
          <ac:spMkLst>
            <pc:docMk/>
            <pc:sldMk cId="1260130244" sldId="395"/>
            <ac:spMk id="41" creationId="{ECC2D2C4-3AF6-495E-77F3-C599B9A456C3}"/>
          </ac:spMkLst>
        </pc:spChg>
        <pc:spChg chg="del">
          <ac:chgData name="Yu, He (T CED INW-CN)" userId="a2172827-2020-42c6-a557-b2cbb763b90c" providerId="ADAL" clId="{16F751BC-5A87-4751-86D5-BAA0F392A665}" dt="2023-10-01T06:27:00.859" v="2094" actId="478"/>
          <ac:spMkLst>
            <pc:docMk/>
            <pc:sldMk cId="1260130244" sldId="395"/>
            <ac:spMk id="42" creationId="{84367E81-E475-64E2-3C30-49A6535F60A2}"/>
          </ac:spMkLst>
        </pc:spChg>
        <pc:spChg chg="del">
          <ac:chgData name="Yu, He (T CED INW-CN)" userId="a2172827-2020-42c6-a557-b2cbb763b90c" providerId="ADAL" clId="{16F751BC-5A87-4751-86D5-BAA0F392A665}" dt="2023-10-01T06:27:00.859" v="2094" actId="478"/>
          <ac:spMkLst>
            <pc:docMk/>
            <pc:sldMk cId="1260130244" sldId="395"/>
            <ac:spMk id="43" creationId="{60E74EAA-DAE4-CB07-E275-163439C4C47B}"/>
          </ac:spMkLst>
        </pc:spChg>
        <pc:spChg chg="del">
          <ac:chgData name="Yu, He (T CED INW-CN)" userId="a2172827-2020-42c6-a557-b2cbb763b90c" providerId="ADAL" clId="{16F751BC-5A87-4751-86D5-BAA0F392A665}" dt="2023-10-01T06:27:00.859" v="2094" actId="478"/>
          <ac:spMkLst>
            <pc:docMk/>
            <pc:sldMk cId="1260130244" sldId="395"/>
            <ac:spMk id="44" creationId="{B97DD0A9-36B7-688F-6BA9-C8D374FF2353}"/>
          </ac:spMkLst>
        </pc:spChg>
        <pc:spChg chg="del">
          <ac:chgData name="Yu, He (T CED INW-CN)" userId="a2172827-2020-42c6-a557-b2cbb763b90c" providerId="ADAL" clId="{16F751BC-5A87-4751-86D5-BAA0F392A665}" dt="2023-10-01T06:27:00.859" v="2094" actId="478"/>
          <ac:spMkLst>
            <pc:docMk/>
            <pc:sldMk cId="1260130244" sldId="395"/>
            <ac:spMk id="45" creationId="{6F6C8B39-0E3A-E292-E27C-764851BA1BBB}"/>
          </ac:spMkLst>
        </pc:spChg>
        <pc:spChg chg="del">
          <ac:chgData name="Yu, He (T CED INW-CN)" userId="a2172827-2020-42c6-a557-b2cbb763b90c" providerId="ADAL" clId="{16F751BC-5A87-4751-86D5-BAA0F392A665}" dt="2023-10-01T06:27:00.859" v="2094" actId="478"/>
          <ac:spMkLst>
            <pc:docMk/>
            <pc:sldMk cId="1260130244" sldId="395"/>
            <ac:spMk id="46" creationId="{540D1B2C-A6AC-63F6-F8B9-25F1D6A5CBD7}"/>
          </ac:spMkLst>
        </pc:spChg>
        <pc:spChg chg="del">
          <ac:chgData name="Yu, He (T CED INW-CN)" userId="a2172827-2020-42c6-a557-b2cbb763b90c" providerId="ADAL" clId="{16F751BC-5A87-4751-86D5-BAA0F392A665}" dt="2023-10-01T06:27:00.859" v="2094" actId="478"/>
          <ac:spMkLst>
            <pc:docMk/>
            <pc:sldMk cId="1260130244" sldId="395"/>
            <ac:spMk id="47" creationId="{03AF5AFE-FEA2-090B-55E3-46A053DC60ED}"/>
          </ac:spMkLst>
        </pc:spChg>
        <pc:spChg chg="del">
          <ac:chgData name="Yu, He (T CED INW-CN)" userId="a2172827-2020-42c6-a557-b2cbb763b90c" providerId="ADAL" clId="{16F751BC-5A87-4751-86D5-BAA0F392A665}" dt="2023-10-01T06:27:00.859" v="2094" actId="478"/>
          <ac:spMkLst>
            <pc:docMk/>
            <pc:sldMk cId="1260130244" sldId="395"/>
            <ac:spMk id="48" creationId="{F05F15B2-99A4-39F1-AF47-D9FA65E41070}"/>
          </ac:spMkLst>
        </pc:spChg>
        <pc:spChg chg="del">
          <ac:chgData name="Yu, He (T CED INW-CN)" userId="a2172827-2020-42c6-a557-b2cbb763b90c" providerId="ADAL" clId="{16F751BC-5A87-4751-86D5-BAA0F392A665}" dt="2023-10-01T06:27:00.859" v="2094" actId="478"/>
          <ac:spMkLst>
            <pc:docMk/>
            <pc:sldMk cId="1260130244" sldId="395"/>
            <ac:spMk id="49" creationId="{97FFFEAC-EBAB-606B-5ECC-8D5516478502}"/>
          </ac:spMkLst>
        </pc:spChg>
        <pc:spChg chg="del">
          <ac:chgData name="Yu, He (T CED INW-CN)" userId="a2172827-2020-42c6-a557-b2cbb763b90c" providerId="ADAL" clId="{16F751BC-5A87-4751-86D5-BAA0F392A665}" dt="2023-10-01T06:27:00.859" v="2094" actId="478"/>
          <ac:spMkLst>
            <pc:docMk/>
            <pc:sldMk cId="1260130244" sldId="395"/>
            <ac:spMk id="50" creationId="{C3AB3443-5494-A051-6F00-DA8E8006839C}"/>
          </ac:spMkLst>
        </pc:spChg>
        <pc:spChg chg="del">
          <ac:chgData name="Yu, He (T CED INW-CN)" userId="a2172827-2020-42c6-a557-b2cbb763b90c" providerId="ADAL" clId="{16F751BC-5A87-4751-86D5-BAA0F392A665}" dt="2023-10-01T06:27:00.859" v="2094" actId="478"/>
          <ac:spMkLst>
            <pc:docMk/>
            <pc:sldMk cId="1260130244" sldId="395"/>
            <ac:spMk id="53" creationId="{3F4857F3-89BF-954B-A8C3-5FC32247E797}"/>
          </ac:spMkLst>
        </pc:spChg>
        <pc:spChg chg="del">
          <ac:chgData name="Yu, He (T CED INW-CN)" userId="a2172827-2020-42c6-a557-b2cbb763b90c" providerId="ADAL" clId="{16F751BC-5A87-4751-86D5-BAA0F392A665}" dt="2023-10-01T06:27:00.859" v="2094" actId="478"/>
          <ac:spMkLst>
            <pc:docMk/>
            <pc:sldMk cId="1260130244" sldId="395"/>
            <ac:spMk id="54" creationId="{53B61DCB-6503-4304-C6AC-3AE6447022DC}"/>
          </ac:spMkLst>
        </pc:spChg>
        <pc:spChg chg="del">
          <ac:chgData name="Yu, He (T CED INW-CN)" userId="a2172827-2020-42c6-a557-b2cbb763b90c" providerId="ADAL" clId="{16F751BC-5A87-4751-86D5-BAA0F392A665}" dt="2023-10-01T06:27:00.859" v="2094" actId="478"/>
          <ac:spMkLst>
            <pc:docMk/>
            <pc:sldMk cId="1260130244" sldId="395"/>
            <ac:spMk id="55" creationId="{2817D43E-061D-7B0B-4589-44ACFDFF6236}"/>
          </ac:spMkLst>
        </pc:spChg>
        <pc:spChg chg="del">
          <ac:chgData name="Yu, He (T CED INW-CN)" userId="a2172827-2020-42c6-a557-b2cbb763b90c" providerId="ADAL" clId="{16F751BC-5A87-4751-86D5-BAA0F392A665}" dt="2023-10-01T06:27:00.859" v="2094" actId="478"/>
          <ac:spMkLst>
            <pc:docMk/>
            <pc:sldMk cId="1260130244" sldId="395"/>
            <ac:spMk id="56" creationId="{EE2B5BDE-E302-B05C-2A49-B7EC5AC315DB}"/>
          </ac:spMkLst>
        </pc:spChg>
        <pc:spChg chg="del">
          <ac:chgData name="Yu, He (T CED INW-CN)" userId="a2172827-2020-42c6-a557-b2cbb763b90c" providerId="ADAL" clId="{16F751BC-5A87-4751-86D5-BAA0F392A665}" dt="2023-10-01T06:27:00.859" v="2094" actId="478"/>
          <ac:spMkLst>
            <pc:docMk/>
            <pc:sldMk cId="1260130244" sldId="395"/>
            <ac:spMk id="57" creationId="{1E4372DF-0E0F-ECF9-4794-DE78B92D2847}"/>
          </ac:spMkLst>
        </pc:spChg>
        <pc:spChg chg="del">
          <ac:chgData name="Yu, He (T CED INW-CN)" userId="a2172827-2020-42c6-a557-b2cbb763b90c" providerId="ADAL" clId="{16F751BC-5A87-4751-86D5-BAA0F392A665}" dt="2023-10-01T06:27:00.859" v="2094" actId="478"/>
          <ac:spMkLst>
            <pc:docMk/>
            <pc:sldMk cId="1260130244" sldId="395"/>
            <ac:spMk id="58" creationId="{44E92D2C-228C-96A5-99A6-8AA8C9345D2B}"/>
          </ac:spMkLst>
        </pc:spChg>
        <pc:spChg chg="del">
          <ac:chgData name="Yu, He (T CED INW-CN)" userId="a2172827-2020-42c6-a557-b2cbb763b90c" providerId="ADAL" clId="{16F751BC-5A87-4751-86D5-BAA0F392A665}" dt="2023-10-01T06:27:00.859" v="2094" actId="478"/>
          <ac:spMkLst>
            <pc:docMk/>
            <pc:sldMk cId="1260130244" sldId="395"/>
            <ac:spMk id="66" creationId="{18916F39-179D-2C94-6092-6D3AFD447B86}"/>
          </ac:spMkLst>
        </pc:spChg>
        <pc:spChg chg="del">
          <ac:chgData name="Yu, He (T CED INW-CN)" userId="a2172827-2020-42c6-a557-b2cbb763b90c" providerId="ADAL" clId="{16F751BC-5A87-4751-86D5-BAA0F392A665}" dt="2023-10-01T06:27:00.859" v="2094" actId="478"/>
          <ac:spMkLst>
            <pc:docMk/>
            <pc:sldMk cId="1260130244" sldId="395"/>
            <ac:spMk id="71" creationId="{9A1B4E62-69B2-7104-9957-0874B12AE825}"/>
          </ac:spMkLst>
        </pc:spChg>
        <pc:spChg chg="del">
          <ac:chgData name="Yu, He (T CED INW-CN)" userId="a2172827-2020-42c6-a557-b2cbb763b90c" providerId="ADAL" clId="{16F751BC-5A87-4751-86D5-BAA0F392A665}" dt="2023-10-01T06:27:00.859" v="2094" actId="478"/>
          <ac:spMkLst>
            <pc:docMk/>
            <pc:sldMk cId="1260130244" sldId="395"/>
            <ac:spMk id="81" creationId="{CBFCDA97-F792-A7D5-6B9D-1A9CCB1328DE}"/>
          </ac:spMkLst>
        </pc:spChg>
        <pc:spChg chg="mod">
          <ac:chgData name="Yu, He (T CED INW-CN)" userId="a2172827-2020-42c6-a557-b2cbb763b90c" providerId="ADAL" clId="{16F751BC-5A87-4751-86D5-BAA0F392A665}" dt="2023-10-07T08:41:32.890" v="5649" actId="20577"/>
          <ac:spMkLst>
            <pc:docMk/>
            <pc:sldMk cId="1260130244" sldId="395"/>
            <ac:spMk id="84" creationId="{E460D040-8A5F-DCCB-FCB4-1B2A351C3A44}"/>
          </ac:spMkLst>
        </pc:spChg>
        <pc:spChg chg="mod">
          <ac:chgData name="Yu, He (T CED INW-CN)" userId="a2172827-2020-42c6-a557-b2cbb763b90c" providerId="ADAL" clId="{16F751BC-5A87-4751-86D5-BAA0F392A665}" dt="2023-10-23T23:32:00.320" v="7550" actId="20577"/>
          <ac:spMkLst>
            <pc:docMk/>
            <pc:sldMk cId="1260130244" sldId="395"/>
            <ac:spMk id="85" creationId="{20C6C532-2F4E-93CD-F83C-1C5B1D8074C4}"/>
          </ac:spMkLst>
        </pc:spChg>
        <pc:spChg chg="del">
          <ac:chgData name="Yu, He (T CED INW-CN)" userId="a2172827-2020-42c6-a557-b2cbb763b90c" providerId="ADAL" clId="{16F751BC-5A87-4751-86D5-BAA0F392A665}" dt="2023-10-01T06:27:00.859" v="2094" actId="478"/>
          <ac:spMkLst>
            <pc:docMk/>
            <pc:sldMk cId="1260130244" sldId="395"/>
            <ac:spMk id="94" creationId="{516B6C60-D666-FA54-6B73-7CFBA98F4EE9}"/>
          </ac:spMkLst>
        </pc:spChg>
        <pc:spChg chg="del">
          <ac:chgData name="Yu, He (T CED INW-CN)" userId="a2172827-2020-42c6-a557-b2cbb763b90c" providerId="ADAL" clId="{16F751BC-5A87-4751-86D5-BAA0F392A665}" dt="2023-10-01T06:27:00.859" v="2094" actId="478"/>
          <ac:spMkLst>
            <pc:docMk/>
            <pc:sldMk cId="1260130244" sldId="395"/>
            <ac:spMk id="95" creationId="{F2A9C6F6-DDD5-6644-1DD5-7E277EB0AF52}"/>
          </ac:spMkLst>
        </pc:spChg>
        <pc:picChg chg="add mod">
          <ac:chgData name="Yu, He (T CED INW-CN)" userId="a2172827-2020-42c6-a557-b2cbb763b90c" providerId="ADAL" clId="{16F751BC-5A87-4751-86D5-BAA0F392A665}" dt="2023-10-01T10:40:18.326" v="3824" actId="1035"/>
          <ac:picMkLst>
            <pc:docMk/>
            <pc:sldMk cId="1260130244" sldId="395"/>
            <ac:picMk id="13" creationId="{EE3D524D-9C11-49ED-5480-8B36B019F73B}"/>
          </ac:picMkLst>
        </pc:picChg>
        <pc:cxnChg chg="add mod">
          <ac:chgData name="Yu, He (T CED INW-CN)" userId="a2172827-2020-42c6-a557-b2cbb763b90c" providerId="ADAL" clId="{16F751BC-5A87-4751-86D5-BAA0F392A665}" dt="2023-10-01T10:40:25.228" v="3826" actId="14100"/>
          <ac:cxnSpMkLst>
            <pc:docMk/>
            <pc:sldMk cId="1260130244" sldId="395"/>
            <ac:cxnSpMk id="15" creationId="{4B916574-1CAB-276D-4575-4788625F39B2}"/>
          </ac:cxnSpMkLst>
        </pc:cxnChg>
        <pc:cxnChg chg="add mod">
          <ac:chgData name="Yu, He (T CED INW-CN)" userId="a2172827-2020-42c6-a557-b2cbb763b90c" providerId="ADAL" clId="{16F751BC-5A87-4751-86D5-BAA0F392A665}" dt="2023-10-01T10:40:29.149" v="3827" actId="14100"/>
          <ac:cxnSpMkLst>
            <pc:docMk/>
            <pc:sldMk cId="1260130244" sldId="395"/>
            <ac:cxnSpMk id="17" creationId="{AF26F775-A901-E71F-28E6-E660C21C3215}"/>
          </ac:cxnSpMkLst>
        </pc:cxnChg>
        <pc:cxnChg chg="add mod">
          <ac:chgData name="Yu, He (T CED INW-CN)" userId="a2172827-2020-42c6-a557-b2cbb763b90c" providerId="ADAL" clId="{16F751BC-5A87-4751-86D5-BAA0F392A665}" dt="2023-10-01T10:48:31.739" v="3861" actId="208"/>
          <ac:cxnSpMkLst>
            <pc:docMk/>
            <pc:sldMk cId="1260130244" sldId="395"/>
            <ac:cxnSpMk id="30" creationId="{84F98C2C-EBD2-46C4-9935-A7C2F1E6E96C}"/>
          </ac:cxnSpMkLst>
        </pc:cxnChg>
        <pc:cxnChg chg="add mod">
          <ac:chgData name="Yu, He (T CED INW-CN)" userId="a2172827-2020-42c6-a557-b2cbb763b90c" providerId="ADAL" clId="{16F751BC-5A87-4751-86D5-BAA0F392A665}" dt="2023-10-01T10:49:27.904" v="3888" actId="208"/>
          <ac:cxnSpMkLst>
            <pc:docMk/>
            <pc:sldMk cId="1260130244" sldId="395"/>
            <ac:cxnSpMk id="32" creationId="{9A070CE7-3EB0-E6A7-E7C4-7843223CA987}"/>
          </ac:cxnSpMkLst>
        </pc:cxnChg>
        <pc:cxnChg chg="del">
          <ac:chgData name="Yu, He (T CED INW-CN)" userId="a2172827-2020-42c6-a557-b2cbb763b90c" providerId="ADAL" clId="{16F751BC-5A87-4751-86D5-BAA0F392A665}" dt="2023-10-01T06:27:00.859" v="2094" actId="478"/>
          <ac:cxnSpMkLst>
            <pc:docMk/>
            <pc:sldMk cId="1260130244" sldId="395"/>
            <ac:cxnSpMk id="40" creationId="{E81B5611-272A-2A9D-4EFD-18358B9F2599}"/>
          </ac:cxnSpMkLst>
        </pc:cxnChg>
        <pc:cxnChg chg="del mod">
          <ac:chgData name="Yu, He (T CED INW-CN)" userId="a2172827-2020-42c6-a557-b2cbb763b90c" providerId="ADAL" clId="{16F751BC-5A87-4751-86D5-BAA0F392A665}" dt="2023-10-01T06:27:00.859" v="2094" actId="478"/>
          <ac:cxnSpMkLst>
            <pc:docMk/>
            <pc:sldMk cId="1260130244" sldId="395"/>
            <ac:cxnSpMk id="51" creationId="{3C739652-ACEB-3302-B2D6-2CA8E6ECEF86}"/>
          </ac:cxnSpMkLst>
        </pc:cxnChg>
        <pc:cxnChg chg="del mod">
          <ac:chgData name="Yu, He (T CED INW-CN)" userId="a2172827-2020-42c6-a557-b2cbb763b90c" providerId="ADAL" clId="{16F751BC-5A87-4751-86D5-BAA0F392A665}" dt="2023-10-01T06:27:00.859" v="2094" actId="478"/>
          <ac:cxnSpMkLst>
            <pc:docMk/>
            <pc:sldMk cId="1260130244" sldId="395"/>
            <ac:cxnSpMk id="72" creationId="{5548817E-DC2F-5CFE-5737-A035D3B7D240}"/>
          </ac:cxnSpMkLst>
        </pc:cxnChg>
        <pc:cxnChg chg="del">
          <ac:chgData name="Yu, He (T CED INW-CN)" userId="a2172827-2020-42c6-a557-b2cbb763b90c" providerId="ADAL" clId="{16F751BC-5A87-4751-86D5-BAA0F392A665}" dt="2023-10-01T06:27:00.859" v="2094" actId="478"/>
          <ac:cxnSpMkLst>
            <pc:docMk/>
            <pc:sldMk cId="1260130244" sldId="395"/>
            <ac:cxnSpMk id="78" creationId="{9DF462BD-2510-E6E8-F1F8-87381BDB3276}"/>
          </ac:cxnSpMkLst>
        </pc:cxnChg>
        <pc:cxnChg chg="del">
          <ac:chgData name="Yu, He (T CED INW-CN)" userId="a2172827-2020-42c6-a557-b2cbb763b90c" providerId="ADAL" clId="{16F751BC-5A87-4751-86D5-BAA0F392A665}" dt="2023-10-01T06:27:00.859" v="2094" actId="478"/>
          <ac:cxnSpMkLst>
            <pc:docMk/>
            <pc:sldMk cId="1260130244" sldId="395"/>
            <ac:cxnSpMk id="86" creationId="{21C8EA99-400B-0508-E259-F86042554459}"/>
          </ac:cxnSpMkLst>
        </pc:cxnChg>
        <pc:cxnChg chg="del mod">
          <ac:chgData name="Yu, He (T CED INW-CN)" userId="a2172827-2020-42c6-a557-b2cbb763b90c" providerId="ADAL" clId="{16F751BC-5A87-4751-86D5-BAA0F392A665}" dt="2023-10-01T06:27:00.859" v="2094" actId="478"/>
          <ac:cxnSpMkLst>
            <pc:docMk/>
            <pc:sldMk cId="1260130244" sldId="395"/>
            <ac:cxnSpMk id="90" creationId="{A706FF51-B51A-6377-C0A3-4BCB8E287871}"/>
          </ac:cxnSpMkLst>
        </pc:cxnChg>
        <pc:cxnChg chg="del mod">
          <ac:chgData name="Yu, He (T CED INW-CN)" userId="a2172827-2020-42c6-a557-b2cbb763b90c" providerId="ADAL" clId="{16F751BC-5A87-4751-86D5-BAA0F392A665}" dt="2023-10-01T06:27:00.859" v="2094" actId="478"/>
          <ac:cxnSpMkLst>
            <pc:docMk/>
            <pc:sldMk cId="1260130244" sldId="395"/>
            <ac:cxnSpMk id="96" creationId="{265C7F1D-0462-230C-9DFC-56105718FB27}"/>
          </ac:cxnSpMkLst>
        </pc:cxnChg>
        <pc:cxnChg chg="del mod">
          <ac:chgData name="Yu, He (T CED INW-CN)" userId="a2172827-2020-42c6-a557-b2cbb763b90c" providerId="ADAL" clId="{16F751BC-5A87-4751-86D5-BAA0F392A665}" dt="2023-10-01T06:27:00.859" v="2094" actId="478"/>
          <ac:cxnSpMkLst>
            <pc:docMk/>
            <pc:sldMk cId="1260130244" sldId="395"/>
            <ac:cxnSpMk id="101" creationId="{1D080E07-6B21-019B-501A-B2BBD455ABF4}"/>
          </ac:cxnSpMkLst>
        </pc:cxnChg>
      </pc:sldChg>
      <pc:sldChg chg="addSp delSp modSp add mod modShow modNotesTx">
        <pc:chgData name="Yu, He (T CED INW-CN)" userId="a2172827-2020-42c6-a557-b2cbb763b90c" providerId="ADAL" clId="{16F751BC-5A87-4751-86D5-BAA0F392A665}" dt="2023-10-08T07:06:13.390" v="7306" actId="729"/>
        <pc:sldMkLst>
          <pc:docMk/>
          <pc:sldMk cId="1762387677" sldId="396"/>
        </pc:sldMkLst>
        <pc:spChg chg="mod">
          <ac:chgData name="Yu, He (T CED INW-CN)" userId="a2172827-2020-42c6-a557-b2cbb763b90c" providerId="ADAL" clId="{16F751BC-5A87-4751-86D5-BAA0F392A665}" dt="2023-10-07T08:29:17.667" v="5592"/>
          <ac:spMkLst>
            <pc:docMk/>
            <pc:sldMk cId="1762387677" sldId="396"/>
            <ac:spMk id="2" creationId="{6A992315-394E-4C18-9361-5BBEA74C2FB1}"/>
          </ac:spMkLst>
        </pc:spChg>
        <pc:spChg chg="mod">
          <ac:chgData name="Yu, He (T CED INW-CN)" userId="a2172827-2020-42c6-a557-b2cbb763b90c" providerId="ADAL" clId="{16F751BC-5A87-4751-86D5-BAA0F392A665}" dt="2023-10-07T12:53:33.457" v="6275" actId="1076"/>
          <ac:spMkLst>
            <pc:docMk/>
            <pc:sldMk cId="1762387677" sldId="396"/>
            <ac:spMk id="3" creationId="{523C1701-F4D5-24DA-E708-BAC8D30723FF}"/>
          </ac:spMkLst>
        </pc:spChg>
        <pc:spChg chg="add mod">
          <ac:chgData name="Yu, He (T CED INW-CN)" userId="a2172827-2020-42c6-a557-b2cbb763b90c" providerId="ADAL" clId="{16F751BC-5A87-4751-86D5-BAA0F392A665}" dt="2023-10-07T08:42:07.091" v="5655" actId="14100"/>
          <ac:spMkLst>
            <pc:docMk/>
            <pc:sldMk cId="1762387677" sldId="396"/>
            <ac:spMk id="5" creationId="{890BF8EC-A89B-6D01-E937-2661ADA0D9B4}"/>
          </ac:spMkLst>
        </pc:spChg>
        <pc:spChg chg="add del mod">
          <ac:chgData name="Yu, He (T CED INW-CN)" userId="a2172827-2020-42c6-a557-b2cbb763b90c" providerId="ADAL" clId="{16F751BC-5A87-4751-86D5-BAA0F392A665}" dt="2023-10-07T08:31:24.731" v="5607" actId="478"/>
          <ac:spMkLst>
            <pc:docMk/>
            <pc:sldMk cId="1762387677" sldId="396"/>
            <ac:spMk id="7" creationId="{9667D98A-BF20-5971-47DB-CB933E0E318A}"/>
          </ac:spMkLst>
        </pc:spChg>
        <pc:spChg chg="del">
          <ac:chgData name="Yu, He (T CED INW-CN)" userId="a2172827-2020-42c6-a557-b2cbb763b90c" providerId="ADAL" clId="{16F751BC-5A87-4751-86D5-BAA0F392A665}" dt="2023-10-07T08:27:34.010" v="5549" actId="478"/>
          <ac:spMkLst>
            <pc:docMk/>
            <pc:sldMk cId="1762387677" sldId="396"/>
            <ac:spMk id="8" creationId="{680D784F-EB9B-BE50-1618-F67B1AA9FC1E}"/>
          </ac:spMkLst>
        </pc:spChg>
        <pc:spChg chg="del">
          <ac:chgData name="Yu, He (T CED INW-CN)" userId="a2172827-2020-42c6-a557-b2cbb763b90c" providerId="ADAL" clId="{16F751BC-5A87-4751-86D5-BAA0F392A665}" dt="2023-10-07T08:27:34.010" v="5549" actId="478"/>
          <ac:spMkLst>
            <pc:docMk/>
            <pc:sldMk cId="1762387677" sldId="396"/>
            <ac:spMk id="9" creationId="{CB476E76-DA50-6312-7147-F1CA406EA002}"/>
          </ac:spMkLst>
        </pc:spChg>
        <pc:spChg chg="del">
          <ac:chgData name="Yu, He (T CED INW-CN)" userId="a2172827-2020-42c6-a557-b2cbb763b90c" providerId="ADAL" clId="{16F751BC-5A87-4751-86D5-BAA0F392A665}" dt="2023-10-07T08:27:34.010" v="5549" actId="478"/>
          <ac:spMkLst>
            <pc:docMk/>
            <pc:sldMk cId="1762387677" sldId="396"/>
            <ac:spMk id="10" creationId="{97C704E4-4B2B-2389-7882-68C743D8C07F}"/>
          </ac:spMkLst>
        </pc:spChg>
        <pc:spChg chg="del">
          <ac:chgData name="Yu, He (T CED INW-CN)" userId="a2172827-2020-42c6-a557-b2cbb763b90c" providerId="ADAL" clId="{16F751BC-5A87-4751-86D5-BAA0F392A665}" dt="2023-10-07T08:27:34.010" v="5549" actId="478"/>
          <ac:spMkLst>
            <pc:docMk/>
            <pc:sldMk cId="1762387677" sldId="396"/>
            <ac:spMk id="11" creationId="{5695357B-6B8B-BABD-2FDE-6C9816292682}"/>
          </ac:spMkLst>
        </pc:spChg>
        <pc:spChg chg="mod">
          <ac:chgData name="Yu, He (T CED INW-CN)" userId="a2172827-2020-42c6-a557-b2cbb763b90c" providerId="ADAL" clId="{16F751BC-5A87-4751-86D5-BAA0F392A665}" dt="2023-10-08T02:15:13.851" v="7101" actId="20577"/>
          <ac:spMkLst>
            <pc:docMk/>
            <pc:sldMk cId="1762387677" sldId="396"/>
            <ac:spMk id="12" creationId="{AF013C8C-76D6-8394-1C2B-D4015EA9939A}"/>
          </ac:spMkLst>
        </pc:spChg>
        <pc:spChg chg="add mod">
          <ac:chgData name="Yu, He (T CED INW-CN)" userId="a2172827-2020-42c6-a557-b2cbb763b90c" providerId="ADAL" clId="{16F751BC-5A87-4751-86D5-BAA0F392A665}" dt="2023-10-07T08:41:54.897" v="5651" actId="20577"/>
          <ac:spMkLst>
            <pc:docMk/>
            <pc:sldMk cId="1762387677" sldId="396"/>
            <ac:spMk id="14" creationId="{D6DF73D3-1705-9ADC-F0D6-BC29305F7733}"/>
          </ac:spMkLst>
        </pc:spChg>
        <pc:spChg chg="add mod">
          <ac:chgData name="Yu, He (T CED INW-CN)" userId="a2172827-2020-42c6-a557-b2cbb763b90c" providerId="ADAL" clId="{16F751BC-5A87-4751-86D5-BAA0F392A665}" dt="2023-10-07T08:42:56.894" v="5691"/>
          <ac:spMkLst>
            <pc:docMk/>
            <pc:sldMk cId="1762387677" sldId="396"/>
            <ac:spMk id="16" creationId="{0B59D51D-C4AF-A8B7-D671-3B18BC48EBB7}"/>
          </ac:spMkLst>
        </pc:spChg>
        <pc:spChg chg="mod">
          <ac:chgData name="Yu, He (T CED INW-CN)" userId="a2172827-2020-42c6-a557-b2cbb763b90c" providerId="ADAL" clId="{16F751BC-5A87-4751-86D5-BAA0F392A665}" dt="2023-10-08T02:16:03.105" v="7105"/>
          <ac:spMkLst>
            <pc:docMk/>
            <pc:sldMk cId="1762387677" sldId="396"/>
            <ac:spMk id="18" creationId="{6B1BA229-0370-A16A-43FB-CF447254CAF0}"/>
          </ac:spMkLst>
        </pc:spChg>
        <pc:spChg chg="add mod">
          <ac:chgData name="Yu, He (T CED INW-CN)" userId="a2172827-2020-42c6-a557-b2cbb763b90c" providerId="ADAL" clId="{16F751BC-5A87-4751-86D5-BAA0F392A665}" dt="2023-10-08T01:17:45.224" v="6899" actId="1076"/>
          <ac:spMkLst>
            <pc:docMk/>
            <pc:sldMk cId="1762387677" sldId="396"/>
            <ac:spMk id="19" creationId="{F039C94E-C811-5FC6-7313-C0ABEB5D4F46}"/>
          </ac:spMkLst>
        </pc:spChg>
        <pc:spChg chg="add del mod">
          <ac:chgData name="Yu, He (T CED INW-CN)" userId="a2172827-2020-42c6-a557-b2cbb763b90c" providerId="ADAL" clId="{16F751BC-5A87-4751-86D5-BAA0F392A665}" dt="2023-10-07T09:21:37.539" v="6000" actId="478"/>
          <ac:spMkLst>
            <pc:docMk/>
            <pc:sldMk cId="1762387677" sldId="396"/>
            <ac:spMk id="20" creationId="{19227598-A264-B19E-6B39-ED1C530CF477}"/>
          </ac:spMkLst>
        </pc:spChg>
        <pc:spChg chg="add del mod">
          <ac:chgData name="Yu, He (T CED INW-CN)" userId="a2172827-2020-42c6-a557-b2cbb763b90c" providerId="ADAL" clId="{16F751BC-5A87-4751-86D5-BAA0F392A665}" dt="2023-10-07T09:21:40.463" v="6001" actId="478"/>
          <ac:spMkLst>
            <pc:docMk/>
            <pc:sldMk cId="1762387677" sldId="396"/>
            <ac:spMk id="21" creationId="{B41CC131-61C7-4DF8-3581-7839345088A3}"/>
          </ac:spMkLst>
        </pc:spChg>
        <pc:spChg chg="del">
          <ac:chgData name="Yu, He (T CED INW-CN)" userId="a2172827-2020-42c6-a557-b2cbb763b90c" providerId="ADAL" clId="{16F751BC-5A87-4751-86D5-BAA0F392A665}" dt="2023-10-07T08:27:40.991" v="5551" actId="478"/>
          <ac:spMkLst>
            <pc:docMk/>
            <pc:sldMk cId="1762387677" sldId="396"/>
            <ac:spMk id="22" creationId="{892B5A00-99CE-B883-F932-F5B1005AB603}"/>
          </ac:spMkLst>
        </pc:spChg>
        <pc:spChg chg="add del mod">
          <ac:chgData name="Yu, He (T CED INW-CN)" userId="a2172827-2020-42c6-a557-b2cbb763b90c" providerId="ADAL" clId="{16F751BC-5A87-4751-86D5-BAA0F392A665}" dt="2023-10-07T09:16:11.923" v="5937" actId="478"/>
          <ac:spMkLst>
            <pc:docMk/>
            <pc:sldMk cId="1762387677" sldId="396"/>
            <ac:spMk id="23" creationId="{529300EC-3C1D-154A-ED1F-564C62FBEDD7}"/>
          </ac:spMkLst>
        </pc:spChg>
        <pc:spChg chg="add del mod">
          <ac:chgData name="Yu, He (T CED INW-CN)" userId="a2172827-2020-42c6-a557-b2cbb763b90c" providerId="ADAL" clId="{16F751BC-5A87-4751-86D5-BAA0F392A665}" dt="2023-10-07T09:21:37.539" v="6000" actId="478"/>
          <ac:spMkLst>
            <pc:docMk/>
            <pc:sldMk cId="1762387677" sldId="396"/>
            <ac:spMk id="24" creationId="{41C9C245-0A45-665E-D62D-87C35E556A48}"/>
          </ac:spMkLst>
        </pc:spChg>
        <pc:spChg chg="add del mod">
          <ac:chgData name="Yu, He (T CED INW-CN)" userId="a2172827-2020-42c6-a557-b2cbb763b90c" providerId="ADAL" clId="{16F751BC-5A87-4751-86D5-BAA0F392A665}" dt="2023-10-07T09:21:54.497" v="6004" actId="478"/>
          <ac:spMkLst>
            <pc:docMk/>
            <pc:sldMk cId="1762387677" sldId="396"/>
            <ac:spMk id="25" creationId="{1D210D24-1426-0406-1A2A-76BA1826C0AE}"/>
          </ac:spMkLst>
        </pc:spChg>
        <pc:spChg chg="del">
          <ac:chgData name="Yu, He (T CED INW-CN)" userId="a2172827-2020-42c6-a557-b2cbb763b90c" providerId="ADAL" clId="{16F751BC-5A87-4751-86D5-BAA0F392A665}" dt="2023-10-07T08:27:34.010" v="5549" actId="478"/>
          <ac:spMkLst>
            <pc:docMk/>
            <pc:sldMk cId="1762387677" sldId="396"/>
            <ac:spMk id="26" creationId="{BC562864-D76C-FAB5-4F21-1DD0456A3CBD}"/>
          </ac:spMkLst>
        </pc:spChg>
        <pc:spChg chg="del">
          <ac:chgData name="Yu, He (T CED INW-CN)" userId="a2172827-2020-42c6-a557-b2cbb763b90c" providerId="ADAL" clId="{16F751BC-5A87-4751-86D5-BAA0F392A665}" dt="2023-10-07T08:27:34.010" v="5549" actId="478"/>
          <ac:spMkLst>
            <pc:docMk/>
            <pc:sldMk cId="1762387677" sldId="396"/>
            <ac:spMk id="27" creationId="{EF81ACA3-40BB-231E-8E33-17182F5E56DE}"/>
          </ac:spMkLst>
        </pc:spChg>
        <pc:spChg chg="del">
          <ac:chgData name="Yu, He (T CED INW-CN)" userId="a2172827-2020-42c6-a557-b2cbb763b90c" providerId="ADAL" clId="{16F751BC-5A87-4751-86D5-BAA0F392A665}" dt="2023-10-07T08:27:34.010" v="5549" actId="478"/>
          <ac:spMkLst>
            <pc:docMk/>
            <pc:sldMk cId="1762387677" sldId="396"/>
            <ac:spMk id="28" creationId="{00569D55-E489-FE35-FF3A-467F6E1DB7EB}"/>
          </ac:spMkLst>
        </pc:spChg>
        <pc:spChg chg="del">
          <ac:chgData name="Yu, He (T CED INW-CN)" userId="a2172827-2020-42c6-a557-b2cbb763b90c" providerId="ADAL" clId="{16F751BC-5A87-4751-86D5-BAA0F392A665}" dt="2023-10-07T08:27:34.010" v="5549" actId="478"/>
          <ac:spMkLst>
            <pc:docMk/>
            <pc:sldMk cId="1762387677" sldId="396"/>
            <ac:spMk id="31" creationId="{FC393351-4872-D76B-0591-A167E610D44C}"/>
          </ac:spMkLst>
        </pc:spChg>
        <pc:spChg chg="add del">
          <ac:chgData name="Yu, He (T CED INW-CN)" userId="a2172827-2020-42c6-a557-b2cbb763b90c" providerId="ADAL" clId="{16F751BC-5A87-4751-86D5-BAA0F392A665}" dt="2023-10-07T09:23:43.881" v="6006" actId="22"/>
          <ac:spMkLst>
            <pc:docMk/>
            <pc:sldMk cId="1762387677" sldId="396"/>
            <ac:spMk id="33" creationId="{54BF6806-427B-F1EF-86E9-33D045DCFE8E}"/>
          </ac:spMkLst>
        </pc:spChg>
        <pc:spChg chg="add del mod">
          <ac:chgData name="Yu, He (T CED INW-CN)" userId="a2172827-2020-42c6-a557-b2cbb763b90c" providerId="ADAL" clId="{16F751BC-5A87-4751-86D5-BAA0F392A665}" dt="2023-10-07T09:27:45.370" v="6013" actId="478"/>
          <ac:spMkLst>
            <pc:docMk/>
            <pc:sldMk cId="1762387677" sldId="396"/>
            <ac:spMk id="34" creationId="{CB57202A-DF53-E698-8B8B-017369B1EE1F}"/>
          </ac:spMkLst>
        </pc:spChg>
        <pc:spChg chg="add del mod">
          <ac:chgData name="Yu, He (T CED INW-CN)" userId="a2172827-2020-42c6-a557-b2cbb763b90c" providerId="ADAL" clId="{16F751BC-5A87-4751-86D5-BAA0F392A665}" dt="2023-10-07T09:30:18.922" v="6050"/>
          <ac:spMkLst>
            <pc:docMk/>
            <pc:sldMk cId="1762387677" sldId="396"/>
            <ac:spMk id="35" creationId="{0D4AC296-46CE-BBA7-0A86-AF3F28D4A27A}"/>
          </ac:spMkLst>
        </pc:spChg>
        <pc:spChg chg="del">
          <ac:chgData name="Yu, He (T CED INW-CN)" userId="a2172827-2020-42c6-a557-b2cbb763b90c" providerId="ADAL" clId="{16F751BC-5A87-4751-86D5-BAA0F392A665}" dt="2023-10-07T08:27:34.010" v="5549" actId="478"/>
          <ac:spMkLst>
            <pc:docMk/>
            <pc:sldMk cId="1762387677" sldId="396"/>
            <ac:spMk id="36" creationId="{1AEFBA79-5CAF-D843-7148-2BAD179DAC14}"/>
          </ac:spMkLst>
        </pc:spChg>
        <pc:spChg chg="del">
          <ac:chgData name="Yu, He (T CED INW-CN)" userId="a2172827-2020-42c6-a557-b2cbb763b90c" providerId="ADAL" clId="{16F751BC-5A87-4751-86D5-BAA0F392A665}" dt="2023-10-07T08:27:34.010" v="5549" actId="478"/>
          <ac:spMkLst>
            <pc:docMk/>
            <pc:sldMk cId="1762387677" sldId="396"/>
            <ac:spMk id="37" creationId="{09AC511B-9838-D149-818F-F4BAF4198236}"/>
          </ac:spMkLst>
        </pc:spChg>
        <pc:spChg chg="del">
          <ac:chgData name="Yu, He (T CED INW-CN)" userId="a2172827-2020-42c6-a557-b2cbb763b90c" providerId="ADAL" clId="{16F751BC-5A87-4751-86D5-BAA0F392A665}" dt="2023-10-07T08:27:34.010" v="5549" actId="478"/>
          <ac:spMkLst>
            <pc:docMk/>
            <pc:sldMk cId="1762387677" sldId="396"/>
            <ac:spMk id="38" creationId="{18EC7DAF-0AD5-DFB8-53EC-35F902F53695}"/>
          </ac:spMkLst>
        </pc:spChg>
        <pc:spChg chg="add mod">
          <ac:chgData name="Yu, He (T CED INW-CN)" userId="a2172827-2020-42c6-a557-b2cbb763b90c" providerId="ADAL" clId="{16F751BC-5A87-4751-86D5-BAA0F392A665}" dt="2023-10-08T01:21:39.860" v="6941"/>
          <ac:spMkLst>
            <pc:docMk/>
            <pc:sldMk cId="1762387677" sldId="396"/>
            <ac:spMk id="39" creationId="{6DE4C4EC-BDEE-4915-70B8-22890F6329D8}"/>
          </ac:spMkLst>
        </pc:spChg>
        <pc:spChg chg="add mod">
          <ac:chgData name="Yu, He (T CED INW-CN)" userId="a2172827-2020-42c6-a557-b2cbb763b90c" providerId="ADAL" clId="{16F751BC-5A87-4751-86D5-BAA0F392A665}" dt="2023-10-08T01:20:35.350" v="6938" actId="1076"/>
          <ac:spMkLst>
            <pc:docMk/>
            <pc:sldMk cId="1762387677" sldId="396"/>
            <ac:spMk id="41" creationId="{6F646542-8EDB-6B64-0F4B-D46D42672892}"/>
          </ac:spMkLst>
        </pc:spChg>
        <pc:spChg chg="add mod">
          <ac:chgData name="Yu, He (T CED INW-CN)" userId="a2172827-2020-42c6-a557-b2cbb763b90c" providerId="ADAL" clId="{16F751BC-5A87-4751-86D5-BAA0F392A665}" dt="2023-10-08T01:18:35.844" v="6933"/>
          <ac:spMkLst>
            <pc:docMk/>
            <pc:sldMk cId="1762387677" sldId="396"/>
            <ac:spMk id="42" creationId="{21579718-C4CE-3DA3-4046-9B27991138E2}"/>
          </ac:spMkLst>
        </pc:spChg>
        <pc:spChg chg="add mod">
          <ac:chgData name="Yu, He (T CED INW-CN)" userId="a2172827-2020-42c6-a557-b2cbb763b90c" providerId="ADAL" clId="{16F751BC-5A87-4751-86D5-BAA0F392A665}" dt="2023-10-08T01:27:23.787" v="6954"/>
          <ac:spMkLst>
            <pc:docMk/>
            <pc:sldMk cId="1762387677" sldId="396"/>
            <ac:spMk id="43" creationId="{4E91A9A1-DD0D-5C2C-7121-3DF211AB6ACE}"/>
          </ac:spMkLst>
        </pc:spChg>
        <pc:spChg chg="add mod">
          <ac:chgData name="Yu, He (T CED INW-CN)" userId="a2172827-2020-42c6-a557-b2cbb763b90c" providerId="ADAL" clId="{16F751BC-5A87-4751-86D5-BAA0F392A665}" dt="2023-10-08T01:30:41.910" v="6999"/>
          <ac:spMkLst>
            <pc:docMk/>
            <pc:sldMk cId="1762387677" sldId="396"/>
            <ac:spMk id="44" creationId="{9C049A3C-15B6-AFEF-B2EF-90860B3B063E}"/>
          </ac:spMkLst>
        </pc:spChg>
        <pc:spChg chg="add mod">
          <ac:chgData name="Yu, He (T CED INW-CN)" userId="a2172827-2020-42c6-a557-b2cbb763b90c" providerId="ADAL" clId="{16F751BC-5A87-4751-86D5-BAA0F392A665}" dt="2023-10-08T01:30:44.746" v="7000"/>
          <ac:spMkLst>
            <pc:docMk/>
            <pc:sldMk cId="1762387677" sldId="396"/>
            <ac:spMk id="45" creationId="{3C295BD9-DFF5-28C7-E7FF-C07FEB3477BA}"/>
          </ac:spMkLst>
        </pc:spChg>
        <pc:spChg chg="add mod">
          <ac:chgData name="Yu, He (T CED INW-CN)" userId="a2172827-2020-42c6-a557-b2cbb763b90c" providerId="ADAL" clId="{16F751BC-5A87-4751-86D5-BAA0F392A665}" dt="2023-10-08T01:33:34.346" v="7024" actId="1076"/>
          <ac:spMkLst>
            <pc:docMk/>
            <pc:sldMk cId="1762387677" sldId="396"/>
            <ac:spMk id="46" creationId="{C7AD4A6F-E111-B685-536C-DBA3AB351423}"/>
          </ac:spMkLst>
        </pc:spChg>
        <pc:spChg chg="add mod">
          <ac:chgData name="Yu, He (T CED INW-CN)" userId="a2172827-2020-42c6-a557-b2cbb763b90c" providerId="ADAL" clId="{16F751BC-5A87-4751-86D5-BAA0F392A665}" dt="2023-10-08T01:34:45.576" v="7042" actId="20577"/>
          <ac:spMkLst>
            <pc:docMk/>
            <pc:sldMk cId="1762387677" sldId="396"/>
            <ac:spMk id="47" creationId="{D7BA55F9-6563-2C95-EA3C-F3A6CB78989E}"/>
          </ac:spMkLst>
        </pc:spChg>
        <pc:spChg chg="add del mod">
          <ac:chgData name="Yu, He (T CED INW-CN)" userId="a2172827-2020-42c6-a557-b2cbb763b90c" providerId="ADAL" clId="{16F751BC-5A87-4751-86D5-BAA0F392A665}" dt="2023-10-08T01:35:41.392" v="7053" actId="478"/>
          <ac:spMkLst>
            <pc:docMk/>
            <pc:sldMk cId="1762387677" sldId="396"/>
            <ac:spMk id="49" creationId="{D6EAC029-8C82-0295-7C0F-69C9B4199D1C}"/>
          </ac:spMkLst>
        </pc:spChg>
        <pc:spChg chg="add mod">
          <ac:chgData name="Yu, He (T CED INW-CN)" userId="a2172827-2020-42c6-a557-b2cbb763b90c" providerId="ADAL" clId="{16F751BC-5A87-4751-86D5-BAA0F392A665}" dt="2023-10-08T01:35:57.904" v="7057" actId="1076"/>
          <ac:spMkLst>
            <pc:docMk/>
            <pc:sldMk cId="1762387677" sldId="396"/>
            <ac:spMk id="51" creationId="{2DD0D375-E654-B8CE-7E37-2A5CB54D648C}"/>
          </ac:spMkLst>
        </pc:spChg>
        <pc:spChg chg="add del mod">
          <ac:chgData name="Yu, He (T CED INW-CN)" userId="a2172827-2020-42c6-a557-b2cbb763b90c" providerId="ADAL" clId="{16F751BC-5A87-4751-86D5-BAA0F392A665}" dt="2023-10-08T01:56:23.203" v="7074" actId="478"/>
          <ac:spMkLst>
            <pc:docMk/>
            <pc:sldMk cId="1762387677" sldId="396"/>
            <ac:spMk id="52" creationId="{F837428E-9555-A78B-DCCA-0C118C8EBEF5}"/>
          </ac:spMkLst>
        </pc:spChg>
        <pc:spChg chg="add mod">
          <ac:chgData name="Yu, He (T CED INW-CN)" userId="a2172827-2020-42c6-a557-b2cbb763b90c" providerId="ADAL" clId="{16F751BC-5A87-4751-86D5-BAA0F392A665}" dt="2023-10-08T01:36:27.566" v="7063" actId="1076"/>
          <ac:spMkLst>
            <pc:docMk/>
            <pc:sldMk cId="1762387677" sldId="396"/>
            <ac:spMk id="54" creationId="{2C481F58-9D15-5E2B-D652-1EA08590A80C}"/>
          </ac:spMkLst>
        </pc:spChg>
        <pc:spChg chg="add mod">
          <ac:chgData name="Yu, He (T CED INW-CN)" userId="a2172827-2020-42c6-a557-b2cbb763b90c" providerId="ADAL" clId="{16F751BC-5A87-4751-86D5-BAA0F392A665}" dt="2023-10-08T01:36:56.143" v="7071" actId="1076"/>
          <ac:spMkLst>
            <pc:docMk/>
            <pc:sldMk cId="1762387677" sldId="396"/>
            <ac:spMk id="56" creationId="{FA582EA7-362A-88E4-EBB3-1B07A086697C}"/>
          </ac:spMkLst>
        </pc:spChg>
        <pc:spChg chg="add mod">
          <ac:chgData name="Yu, He (T CED INW-CN)" userId="a2172827-2020-42c6-a557-b2cbb763b90c" providerId="ADAL" clId="{16F751BC-5A87-4751-86D5-BAA0F392A665}" dt="2023-10-08T04:03:56.073" v="7179" actId="20577"/>
          <ac:spMkLst>
            <pc:docMk/>
            <pc:sldMk cId="1762387677" sldId="396"/>
            <ac:spMk id="57" creationId="{18E692FC-4DA8-8DC9-25D8-40887A0D5679}"/>
          </ac:spMkLst>
        </pc:spChg>
        <pc:spChg chg="del">
          <ac:chgData name="Yu, He (T CED INW-CN)" userId="a2172827-2020-42c6-a557-b2cbb763b90c" providerId="ADAL" clId="{16F751BC-5A87-4751-86D5-BAA0F392A665}" dt="2023-10-07T08:27:43.658" v="5552" actId="478"/>
          <ac:spMkLst>
            <pc:docMk/>
            <pc:sldMk cId="1762387677" sldId="396"/>
            <ac:spMk id="84" creationId="{E460D040-8A5F-DCCB-FCB4-1B2A351C3A44}"/>
          </ac:spMkLst>
        </pc:spChg>
        <pc:spChg chg="del">
          <ac:chgData name="Yu, He (T CED INW-CN)" userId="a2172827-2020-42c6-a557-b2cbb763b90c" providerId="ADAL" clId="{16F751BC-5A87-4751-86D5-BAA0F392A665}" dt="2023-10-07T08:27:34.010" v="5549" actId="478"/>
          <ac:spMkLst>
            <pc:docMk/>
            <pc:sldMk cId="1762387677" sldId="396"/>
            <ac:spMk id="85" creationId="{20C6C532-2F4E-93CD-F83C-1C5B1D8074C4}"/>
          </ac:spMkLst>
        </pc:spChg>
        <pc:picChg chg="del">
          <ac:chgData name="Yu, He (T CED INW-CN)" userId="a2172827-2020-42c6-a557-b2cbb763b90c" providerId="ADAL" clId="{16F751BC-5A87-4751-86D5-BAA0F392A665}" dt="2023-10-07T08:27:37.959" v="5550" actId="478"/>
          <ac:picMkLst>
            <pc:docMk/>
            <pc:sldMk cId="1762387677" sldId="396"/>
            <ac:picMk id="13" creationId="{EE3D524D-9C11-49ED-5480-8B36B019F73B}"/>
          </ac:picMkLst>
        </pc:picChg>
        <pc:cxnChg chg="del mod">
          <ac:chgData name="Yu, He (T CED INW-CN)" userId="a2172827-2020-42c6-a557-b2cbb763b90c" providerId="ADAL" clId="{16F751BC-5A87-4751-86D5-BAA0F392A665}" dt="2023-10-07T08:27:34.010" v="5549" actId="478"/>
          <ac:cxnSpMkLst>
            <pc:docMk/>
            <pc:sldMk cId="1762387677" sldId="396"/>
            <ac:cxnSpMk id="15" creationId="{4B916574-1CAB-276D-4575-4788625F39B2}"/>
          </ac:cxnSpMkLst>
        </pc:cxnChg>
        <pc:cxnChg chg="del mod">
          <ac:chgData name="Yu, He (T CED INW-CN)" userId="a2172827-2020-42c6-a557-b2cbb763b90c" providerId="ADAL" clId="{16F751BC-5A87-4751-86D5-BAA0F392A665}" dt="2023-10-07T08:27:34.010" v="5549" actId="478"/>
          <ac:cxnSpMkLst>
            <pc:docMk/>
            <pc:sldMk cId="1762387677" sldId="396"/>
            <ac:cxnSpMk id="17" creationId="{AF26F775-A901-E71F-28E6-E660C21C3215}"/>
          </ac:cxnSpMkLst>
        </pc:cxnChg>
        <pc:cxnChg chg="del">
          <ac:chgData name="Yu, He (T CED INW-CN)" userId="a2172827-2020-42c6-a557-b2cbb763b90c" providerId="ADAL" clId="{16F751BC-5A87-4751-86D5-BAA0F392A665}" dt="2023-10-07T08:27:34.010" v="5549" actId="478"/>
          <ac:cxnSpMkLst>
            <pc:docMk/>
            <pc:sldMk cId="1762387677" sldId="396"/>
            <ac:cxnSpMk id="30" creationId="{84F98C2C-EBD2-46C4-9935-A7C2F1E6E96C}"/>
          </ac:cxnSpMkLst>
        </pc:cxnChg>
        <pc:cxnChg chg="del">
          <ac:chgData name="Yu, He (T CED INW-CN)" userId="a2172827-2020-42c6-a557-b2cbb763b90c" providerId="ADAL" clId="{16F751BC-5A87-4751-86D5-BAA0F392A665}" dt="2023-10-07T08:27:34.010" v="5549" actId="478"/>
          <ac:cxnSpMkLst>
            <pc:docMk/>
            <pc:sldMk cId="1762387677" sldId="396"/>
            <ac:cxnSpMk id="32" creationId="{9A070CE7-3EB0-E6A7-E7C4-7843223CA987}"/>
          </ac:cxnSpMkLst>
        </pc:cxnChg>
      </pc:sldChg>
      <pc:sldChg chg="addSp delSp modSp add mod modNotesTx">
        <pc:chgData name="Yu, He (T CED INW-CN)" userId="a2172827-2020-42c6-a557-b2cbb763b90c" providerId="ADAL" clId="{16F751BC-5A87-4751-86D5-BAA0F392A665}" dt="2023-10-23T22:59:10.734" v="7452" actId="20577"/>
        <pc:sldMkLst>
          <pc:docMk/>
          <pc:sldMk cId="1273064989" sldId="397"/>
        </pc:sldMkLst>
        <pc:spChg chg="mod">
          <ac:chgData name="Yu, He (T CED INW-CN)" userId="a2172827-2020-42c6-a557-b2cbb763b90c" providerId="ADAL" clId="{16F751BC-5A87-4751-86D5-BAA0F392A665}" dt="2023-10-08T00:33:22.182" v="6323"/>
          <ac:spMkLst>
            <pc:docMk/>
            <pc:sldMk cId="1273064989" sldId="397"/>
            <ac:spMk id="2" creationId="{6A992315-394E-4C18-9361-5BBEA74C2FB1}"/>
          </ac:spMkLst>
        </pc:spChg>
        <pc:spChg chg="mod">
          <ac:chgData name="Yu, He (T CED INW-CN)" userId="a2172827-2020-42c6-a557-b2cbb763b90c" providerId="ADAL" clId="{16F751BC-5A87-4751-86D5-BAA0F392A665}" dt="2023-10-08T00:49:33.371" v="6542" actId="1076"/>
          <ac:spMkLst>
            <pc:docMk/>
            <pc:sldMk cId="1273064989" sldId="397"/>
            <ac:spMk id="3" creationId="{523C1701-F4D5-24DA-E708-BAC8D30723FF}"/>
          </ac:spMkLst>
        </pc:spChg>
        <pc:spChg chg="add mod">
          <ac:chgData name="Yu, He (T CED INW-CN)" userId="a2172827-2020-42c6-a557-b2cbb763b90c" providerId="ADAL" clId="{16F751BC-5A87-4751-86D5-BAA0F392A665}" dt="2023-10-08T01:06:34.513" v="6750" actId="1076"/>
          <ac:spMkLst>
            <pc:docMk/>
            <pc:sldMk cId="1273064989" sldId="397"/>
            <ac:spMk id="5" creationId="{9722F09F-5296-D415-D3C6-23607B27105C}"/>
          </ac:spMkLst>
        </pc:spChg>
        <pc:spChg chg="add mod">
          <ac:chgData name="Yu, He (T CED INW-CN)" userId="a2172827-2020-42c6-a557-b2cbb763b90c" providerId="ADAL" clId="{16F751BC-5A87-4751-86D5-BAA0F392A665}" dt="2023-10-08T01:06:34.513" v="6750" actId="1076"/>
          <ac:spMkLst>
            <pc:docMk/>
            <pc:sldMk cId="1273064989" sldId="397"/>
            <ac:spMk id="7" creationId="{5984084D-E977-6189-636A-065ADE3A529F}"/>
          </ac:spMkLst>
        </pc:spChg>
        <pc:spChg chg="del">
          <ac:chgData name="Yu, He (T CED INW-CN)" userId="a2172827-2020-42c6-a557-b2cbb763b90c" providerId="ADAL" clId="{16F751BC-5A87-4751-86D5-BAA0F392A665}" dt="2023-10-08T00:32:15.339" v="6279" actId="478"/>
          <ac:spMkLst>
            <pc:docMk/>
            <pc:sldMk cId="1273064989" sldId="397"/>
            <ac:spMk id="19" creationId="{E0C0D582-3853-4455-AE96-7065266A79B3}"/>
          </ac:spMkLst>
        </pc:spChg>
        <pc:spChg chg="del">
          <ac:chgData name="Yu, He (T CED INW-CN)" userId="a2172827-2020-42c6-a557-b2cbb763b90c" providerId="ADAL" clId="{16F751BC-5A87-4751-86D5-BAA0F392A665}" dt="2023-10-08T00:32:15.339" v="6279" actId="478"/>
          <ac:spMkLst>
            <pc:docMk/>
            <pc:sldMk cId="1273064989" sldId="397"/>
            <ac:spMk id="25" creationId="{F2D1F630-1E78-48E4-B1E9-ADDA3A1E9A52}"/>
          </ac:spMkLst>
        </pc:spChg>
        <pc:spChg chg="del">
          <ac:chgData name="Yu, He (T CED INW-CN)" userId="a2172827-2020-42c6-a557-b2cbb763b90c" providerId="ADAL" clId="{16F751BC-5A87-4751-86D5-BAA0F392A665}" dt="2023-10-08T00:32:15.339" v="6279" actId="478"/>
          <ac:spMkLst>
            <pc:docMk/>
            <pc:sldMk cId="1273064989" sldId="397"/>
            <ac:spMk id="26" creationId="{DBA43A4A-C183-4503-A57F-9E54DB308B69}"/>
          </ac:spMkLst>
        </pc:spChg>
        <pc:spChg chg="add mod">
          <ac:chgData name="Yu, He (T CED INW-CN)" userId="a2172827-2020-42c6-a557-b2cbb763b90c" providerId="ADAL" clId="{16F751BC-5A87-4751-86D5-BAA0F392A665}" dt="2023-10-08T01:06:34.513" v="6750" actId="1076"/>
          <ac:spMkLst>
            <pc:docMk/>
            <pc:sldMk cId="1273064989" sldId="397"/>
            <ac:spMk id="28" creationId="{C56CABCC-1B1E-A3E5-7C0F-59A0485294F1}"/>
          </ac:spMkLst>
        </pc:spChg>
        <pc:spChg chg="add mod">
          <ac:chgData name="Yu, He (T CED INW-CN)" userId="a2172827-2020-42c6-a557-b2cbb763b90c" providerId="ADAL" clId="{16F751BC-5A87-4751-86D5-BAA0F392A665}" dt="2023-10-08T01:06:34.513" v="6750" actId="1076"/>
          <ac:spMkLst>
            <pc:docMk/>
            <pc:sldMk cId="1273064989" sldId="397"/>
            <ac:spMk id="29" creationId="{62B01F4B-D942-0E66-B9B7-2D17D8EC6789}"/>
          </ac:spMkLst>
        </pc:spChg>
        <pc:spChg chg="add del mod">
          <ac:chgData name="Yu, He (T CED INW-CN)" userId="a2172827-2020-42c6-a557-b2cbb763b90c" providerId="ADAL" clId="{16F751BC-5A87-4751-86D5-BAA0F392A665}" dt="2023-10-08T00:45:33.767" v="6437" actId="478"/>
          <ac:spMkLst>
            <pc:docMk/>
            <pc:sldMk cId="1273064989" sldId="397"/>
            <ac:spMk id="30" creationId="{9FDDA284-28FC-44E6-4FD8-E0B6D92A21A5}"/>
          </ac:spMkLst>
        </pc:spChg>
        <pc:spChg chg="add mod">
          <ac:chgData name="Yu, He (T CED INW-CN)" userId="a2172827-2020-42c6-a557-b2cbb763b90c" providerId="ADAL" clId="{16F751BC-5A87-4751-86D5-BAA0F392A665}" dt="2023-10-08T01:06:34.513" v="6750" actId="1076"/>
          <ac:spMkLst>
            <pc:docMk/>
            <pc:sldMk cId="1273064989" sldId="397"/>
            <ac:spMk id="31" creationId="{7116C5E2-53B4-05C1-F573-037A092C8330}"/>
          </ac:spMkLst>
        </pc:spChg>
        <pc:spChg chg="add mod">
          <ac:chgData name="Yu, He (T CED INW-CN)" userId="a2172827-2020-42c6-a557-b2cbb763b90c" providerId="ADAL" clId="{16F751BC-5A87-4751-86D5-BAA0F392A665}" dt="2023-10-08T01:06:34.513" v="6750" actId="1076"/>
          <ac:spMkLst>
            <pc:docMk/>
            <pc:sldMk cId="1273064989" sldId="397"/>
            <ac:spMk id="32" creationId="{73DE31BA-116A-2EA4-F6DF-0904B84F9221}"/>
          </ac:spMkLst>
        </pc:spChg>
        <pc:spChg chg="add mod">
          <ac:chgData name="Yu, He (T CED INW-CN)" userId="a2172827-2020-42c6-a557-b2cbb763b90c" providerId="ADAL" clId="{16F751BC-5A87-4751-86D5-BAA0F392A665}" dt="2023-10-08T01:06:34.513" v="6750" actId="1076"/>
          <ac:spMkLst>
            <pc:docMk/>
            <pc:sldMk cId="1273064989" sldId="397"/>
            <ac:spMk id="33" creationId="{8DDD6DF3-69C8-3B8E-AF39-AFEBA00EA7A3}"/>
          </ac:spMkLst>
        </pc:spChg>
        <pc:spChg chg="add mod">
          <ac:chgData name="Yu, He (T CED INW-CN)" userId="a2172827-2020-42c6-a557-b2cbb763b90c" providerId="ADAL" clId="{16F751BC-5A87-4751-86D5-BAA0F392A665}" dt="2023-10-08T01:06:34.513" v="6750" actId="1076"/>
          <ac:spMkLst>
            <pc:docMk/>
            <pc:sldMk cId="1273064989" sldId="397"/>
            <ac:spMk id="34" creationId="{A8FC4E86-3F03-7AEC-ACB7-60F1A58CD8CB}"/>
          </ac:spMkLst>
        </pc:spChg>
        <pc:spChg chg="add mod">
          <ac:chgData name="Yu, He (T CED INW-CN)" userId="a2172827-2020-42c6-a557-b2cbb763b90c" providerId="ADAL" clId="{16F751BC-5A87-4751-86D5-BAA0F392A665}" dt="2023-10-08T01:06:34.513" v="6750" actId="1076"/>
          <ac:spMkLst>
            <pc:docMk/>
            <pc:sldMk cId="1273064989" sldId="397"/>
            <ac:spMk id="35" creationId="{AB1B43CB-05EA-A372-7CE9-19F30CF70A3D}"/>
          </ac:spMkLst>
        </pc:spChg>
        <pc:spChg chg="add mod">
          <ac:chgData name="Yu, He (T CED INW-CN)" userId="a2172827-2020-42c6-a557-b2cbb763b90c" providerId="ADAL" clId="{16F751BC-5A87-4751-86D5-BAA0F392A665}" dt="2023-10-08T01:06:34.513" v="6750" actId="1076"/>
          <ac:spMkLst>
            <pc:docMk/>
            <pc:sldMk cId="1273064989" sldId="397"/>
            <ac:spMk id="36" creationId="{D5FA844A-9598-7475-34AF-98ED1EEA2885}"/>
          </ac:spMkLst>
        </pc:spChg>
        <pc:spChg chg="add mod">
          <ac:chgData name="Yu, He (T CED INW-CN)" userId="a2172827-2020-42c6-a557-b2cbb763b90c" providerId="ADAL" clId="{16F751BC-5A87-4751-86D5-BAA0F392A665}" dt="2023-10-08T01:06:34.513" v="6750" actId="1076"/>
          <ac:spMkLst>
            <pc:docMk/>
            <pc:sldMk cId="1273064989" sldId="397"/>
            <ac:spMk id="37" creationId="{C27A6FB6-D29D-0402-4FB9-58389F2ABAC0}"/>
          </ac:spMkLst>
        </pc:spChg>
        <pc:spChg chg="add mod">
          <ac:chgData name="Yu, He (T CED INW-CN)" userId="a2172827-2020-42c6-a557-b2cbb763b90c" providerId="ADAL" clId="{16F751BC-5A87-4751-86D5-BAA0F392A665}" dt="2023-10-08T01:06:34.513" v="6750" actId="1076"/>
          <ac:spMkLst>
            <pc:docMk/>
            <pc:sldMk cId="1273064989" sldId="397"/>
            <ac:spMk id="38" creationId="{2FCC5AE4-B6A3-FFE1-2C2E-33E18283803D}"/>
          </ac:spMkLst>
        </pc:spChg>
        <pc:spChg chg="add mod">
          <ac:chgData name="Yu, He (T CED INW-CN)" userId="a2172827-2020-42c6-a557-b2cbb763b90c" providerId="ADAL" clId="{16F751BC-5A87-4751-86D5-BAA0F392A665}" dt="2023-10-08T01:06:34.513" v="6750" actId="1076"/>
          <ac:spMkLst>
            <pc:docMk/>
            <pc:sldMk cId="1273064989" sldId="397"/>
            <ac:spMk id="39" creationId="{7DAF8413-08D1-E959-9F7B-A884152232BF}"/>
          </ac:spMkLst>
        </pc:spChg>
        <pc:spChg chg="add mod">
          <ac:chgData name="Yu, He (T CED INW-CN)" userId="a2172827-2020-42c6-a557-b2cbb763b90c" providerId="ADAL" clId="{16F751BC-5A87-4751-86D5-BAA0F392A665}" dt="2023-10-08T01:06:34.513" v="6750" actId="1076"/>
          <ac:spMkLst>
            <pc:docMk/>
            <pc:sldMk cId="1273064989" sldId="397"/>
            <ac:spMk id="40" creationId="{ECC5D04B-208C-7973-5C65-0F81370E44D7}"/>
          </ac:spMkLst>
        </pc:spChg>
        <pc:spChg chg="add mod">
          <ac:chgData name="Yu, He (T CED INW-CN)" userId="a2172827-2020-42c6-a557-b2cbb763b90c" providerId="ADAL" clId="{16F751BC-5A87-4751-86D5-BAA0F392A665}" dt="2023-10-08T04:04:55.448" v="7185"/>
          <ac:spMkLst>
            <pc:docMk/>
            <pc:sldMk cId="1273064989" sldId="397"/>
            <ac:spMk id="41" creationId="{A261E5E6-1345-D53D-07F5-22595F324EB6}"/>
          </ac:spMkLst>
        </pc:spChg>
        <pc:spChg chg="add mod">
          <ac:chgData name="Yu, He (T CED INW-CN)" userId="a2172827-2020-42c6-a557-b2cbb763b90c" providerId="ADAL" clId="{16F751BC-5A87-4751-86D5-BAA0F392A665}" dt="2023-10-08T04:04:59.177" v="7188"/>
          <ac:spMkLst>
            <pc:docMk/>
            <pc:sldMk cId="1273064989" sldId="397"/>
            <ac:spMk id="42" creationId="{C96DF5E6-4AA4-F180-F3E0-64AFE977F997}"/>
          </ac:spMkLst>
        </pc:spChg>
        <pc:grpChg chg="del">
          <ac:chgData name="Yu, He (T CED INW-CN)" userId="a2172827-2020-42c6-a557-b2cbb763b90c" providerId="ADAL" clId="{16F751BC-5A87-4751-86D5-BAA0F392A665}" dt="2023-10-08T00:32:15.339" v="6279" actId="478"/>
          <ac:grpSpMkLst>
            <pc:docMk/>
            <pc:sldMk cId="1273064989" sldId="397"/>
            <ac:grpSpMk id="8" creationId="{B9CB8987-C015-51CE-5CF3-C9F012E4B285}"/>
          </ac:grpSpMkLst>
        </pc:grpChg>
        <pc:grpChg chg="del">
          <ac:chgData name="Yu, He (T CED INW-CN)" userId="a2172827-2020-42c6-a557-b2cbb763b90c" providerId="ADAL" clId="{16F751BC-5A87-4751-86D5-BAA0F392A665}" dt="2023-10-08T00:32:15.339" v="6279" actId="478"/>
          <ac:grpSpMkLst>
            <pc:docMk/>
            <pc:sldMk cId="1273064989" sldId="397"/>
            <ac:grpSpMk id="10" creationId="{D5884969-5F5B-447E-BC0C-7B5FE1BF5A44}"/>
          </ac:grpSpMkLst>
        </pc:grpChg>
        <pc:grpChg chg="del">
          <ac:chgData name="Yu, He (T CED INW-CN)" userId="a2172827-2020-42c6-a557-b2cbb763b90c" providerId="ADAL" clId="{16F751BC-5A87-4751-86D5-BAA0F392A665}" dt="2023-10-08T00:32:15.339" v="6279" actId="478"/>
          <ac:grpSpMkLst>
            <pc:docMk/>
            <pc:sldMk cId="1273064989" sldId="397"/>
            <ac:grpSpMk id="15" creationId="{03CBF961-CD05-6C4F-A551-D67930221456}"/>
          </ac:grpSpMkLst>
        </pc:grpChg>
        <pc:grpChg chg="del">
          <ac:chgData name="Yu, He (T CED INW-CN)" userId="a2172827-2020-42c6-a557-b2cbb763b90c" providerId="ADAL" clId="{16F751BC-5A87-4751-86D5-BAA0F392A665}" dt="2023-10-08T00:32:15.339" v="6279" actId="478"/>
          <ac:grpSpMkLst>
            <pc:docMk/>
            <pc:sldMk cId="1273064989" sldId="397"/>
            <ac:grpSpMk id="20" creationId="{89C943F6-9CA8-4117-ADB9-0B4E3F90B652}"/>
          </ac:grpSpMkLst>
        </pc:grpChg>
        <pc:picChg chg="del">
          <ac:chgData name="Yu, He (T CED INW-CN)" userId="a2172827-2020-42c6-a557-b2cbb763b90c" providerId="ADAL" clId="{16F751BC-5A87-4751-86D5-BAA0F392A665}" dt="2023-10-08T00:32:15.339" v="6279" actId="478"/>
          <ac:picMkLst>
            <pc:docMk/>
            <pc:sldMk cId="1273064989" sldId="397"/>
            <ac:picMk id="27" creationId="{A5E2B9A7-A851-F897-8F72-AC96590FD3B9}"/>
          </ac:picMkLst>
        </pc:picChg>
      </pc:sldChg>
      <pc:sldChg chg="addSp delSp modSp add del mod delAnim">
        <pc:chgData name="Yu, He (T CED INW-CN)" userId="a2172827-2020-42c6-a557-b2cbb763b90c" providerId="ADAL" clId="{16F751BC-5A87-4751-86D5-BAA0F392A665}" dt="2023-10-08T01:09:24.630" v="6864" actId="2696"/>
        <pc:sldMkLst>
          <pc:docMk/>
          <pc:sldMk cId="3253308688" sldId="560"/>
        </pc:sldMkLst>
        <pc:spChg chg="del">
          <ac:chgData name="Yu, He (T CED INW-CN)" userId="a2172827-2020-42c6-a557-b2cbb763b90c" providerId="ADAL" clId="{16F751BC-5A87-4751-86D5-BAA0F392A665}" dt="2023-10-08T00:40:40.505" v="6346" actId="478"/>
          <ac:spMkLst>
            <pc:docMk/>
            <pc:sldMk cId="3253308688" sldId="560"/>
            <ac:spMk id="7" creationId="{00000000-0000-0000-0000-000000000000}"/>
          </ac:spMkLst>
        </pc:spChg>
        <pc:spChg chg="mod">
          <ac:chgData name="Yu, He (T CED INW-CN)" userId="a2172827-2020-42c6-a557-b2cbb763b90c" providerId="ADAL" clId="{16F751BC-5A87-4751-86D5-BAA0F392A665}" dt="2023-10-08T00:46:08.575" v="6462" actId="207"/>
          <ac:spMkLst>
            <pc:docMk/>
            <pc:sldMk cId="3253308688" sldId="560"/>
            <ac:spMk id="68" creationId="{861B5133-9508-4D29-86CC-8CD1092F9F80}"/>
          </ac:spMkLst>
        </pc:spChg>
        <pc:picChg chg="add del mod">
          <ac:chgData name="Yu, He (T CED INW-CN)" userId="a2172827-2020-42c6-a557-b2cbb763b90c" providerId="ADAL" clId="{16F751BC-5A87-4751-86D5-BAA0F392A665}" dt="2023-10-08T01:06:16.047" v="6747" actId="207"/>
          <ac:picMkLst>
            <pc:docMk/>
            <pc:sldMk cId="3253308688" sldId="560"/>
            <ac:picMk id="8" creationId="{00000000-0000-0000-0000-000000000000}"/>
          </ac:picMkLst>
        </pc:picChg>
      </pc:sldChg>
      <pc:sldChg chg="del">
        <pc:chgData name="Yu, He (T CED INW-CN)" userId="a2172827-2020-42c6-a557-b2cbb763b90c" providerId="ADAL" clId="{16F751BC-5A87-4751-86D5-BAA0F392A665}" dt="2023-09-30T06:50:49.941" v="53" actId="47"/>
        <pc:sldMkLst>
          <pc:docMk/>
          <pc:sldMk cId="3289095215" sldId="1023"/>
        </pc:sldMkLst>
      </pc:sldChg>
      <pc:sldChg chg="del">
        <pc:chgData name="Yu, He (T CED INW-CN)" userId="a2172827-2020-42c6-a557-b2cbb763b90c" providerId="ADAL" clId="{16F751BC-5A87-4751-86D5-BAA0F392A665}" dt="2023-09-30T06:50:50.219" v="54" actId="47"/>
        <pc:sldMkLst>
          <pc:docMk/>
          <pc:sldMk cId="3372542266" sldId="1024"/>
        </pc:sldMkLst>
      </pc:sldChg>
      <pc:sldChg chg="del">
        <pc:chgData name="Yu, He (T CED INW-CN)" userId="a2172827-2020-42c6-a557-b2cbb763b90c" providerId="ADAL" clId="{16F751BC-5A87-4751-86D5-BAA0F392A665}" dt="2023-09-30T06:50:50.531" v="55" actId="47"/>
        <pc:sldMkLst>
          <pc:docMk/>
          <pc:sldMk cId="521785525" sldId="1025"/>
        </pc:sldMkLst>
      </pc:sldChg>
      <pc:sldChg chg="del">
        <pc:chgData name="Yu, He (T CED INW-CN)" userId="a2172827-2020-42c6-a557-b2cbb763b90c" providerId="ADAL" clId="{16F751BC-5A87-4751-86D5-BAA0F392A665}" dt="2023-09-30T06:50:51.537" v="57" actId="47"/>
        <pc:sldMkLst>
          <pc:docMk/>
          <pc:sldMk cId="4091533890" sldId="1026"/>
        </pc:sldMkLst>
      </pc:sldChg>
      <pc:sldChg chg="del">
        <pc:chgData name="Yu, He (T CED INW-CN)" userId="a2172827-2020-42c6-a557-b2cbb763b90c" providerId="ADAL" clId="{16F751BC-5A87-4751-86D5-BAA0F392A665}" dt="2023-09-30T06:50:51.123" v="56" actId="47"/>
        <pc:sldMkLst>
          <pc:docMk/>
          <pc:sldMk cId="1474360973" sldId="1027"/>
        </pc:sldMkLst>
      </pc:sldChg>
      <pc:sldChg chg="del">
        <pc:chgData name="Yu, He (T CED INW-CN)" userId="a2172827-2020-42c6-a557-b2cbb763b90c" providerId="ADAL" clId="{16F751BC-5A87-4751-86D5-BAA0F392A665}" dt="2023-09-30T06:50:51.997" v="58" actId="47"/>
        <pc:sldMkLst>
          <pc:docMk/>
          <pc:sldMk cId="3944868411" sldId="1028"/>
        </pc:sldMkLst>
      </pc:sldChg>
      <pc:sldChg chg="del">
        <pc:chgData name="Yu, He (T CED INW-CN)" userId="a2172827-2020-42c6-a557-b2cbb763b90c" providerId="ADAL" clId="{16F751BC-5A87-4751-86D5-BAA0F392A665}" dt="2023-09-30T06:50:52.523" v="59" actId="47"/>
        <pc:sldMkLst>
          <pc:docMk/>
          <pc:sldMk cId="3630951009" sldId="1029"/>
        </pc:sldMkLst>
      </pc:sldChg>
      <pc:sldMasterChg chg="delSldLayout">
        <pc:chgData name="Yu, He (T CED INW-CN)" userId="a2172827-2020-42c6-a557-b2cbb763b90c" providerId="ADAL" clId="{16F751BC-5A87-4751-86D5-BAA0F392A665}" dt="2023-10-08T01:09:24.630" v="6864" actId="2696"/>
        <pc:sldMasterMkLst>
          <pc:docMk/>
          <pc:sldMasterMk cId="1698585145" sldId="2147483648"/>
        </pc:sldMasterMkLst>
        <pc:sldLayoutChg chg="del">
          <pc:chgData name="Yu, He (T CED INW-CN)" userId="a2172827-2020-42c6-a557-b2cbb763b90c" providerId="ADAL" clId="{16F751BC-5A87-4751-86D5-BAA0F392A665}" dt="2023-10-08T01:09:24.630" v="6864" actId="2696"/>
          <pc:sldLayoutMkLst>
            <pc:docMk/>
            <pc:sldMasterMk cId="1698585145" sldId="2147483648"/>
            <pc:sldLayoutMk cId="3044658651" sldId="2147483799"/>
          </pc:sldLayoutMkLst>
        </pc:sldLayoutChg>
      </pc:sldMasterChg>
    </pc:docChg>
  </pc:docChgLst>
  <pc:docChgLst>
    <pc:chgData name="Yu, He (T CED INW-CN)" userId="a2172827-2020-42c6-a557-b2cbb763b90c" providerId="ADAL" clId="{0D89A207-BD51-42CD-BE57-FDB347139C51}"/>
    <pc:docChg chg="delSld modSld">
      <pc:chgData name="Yu, He (T CED INW-CN)" userId="a2172827-2020-42c6-a557-b2cbb763b90c" providerId="ADAL" clId="{0D89A207-BD51-42CD-BE57-FDB347139C51}" dt="2023-10-25T03:08:18.252" v="39" actId="20577"/>
      <pc:docMkLst>
        <pc:docMk/>
      </pc:docMkLst>
      <pc:sldChg chg="modSp mod">
        <pc:chgData name="Yu, He (T CED INW-CN)" userId="a2172827-2020-42c6-a557-b2cbb763b90c" providerId="ADAL" clId="{0D89A207-BD51-42CD-BE57-FDB347139C51}" dt="2023-10-25T03:07:44.600" v="21" actId="20577"/>
        <pc:sldMkLst>
          <pc:docMk/>
          <pc:sldMk cId="1925302015" sldId="256"/>
        </pc:sldMkLst>
        <pc:spChg chg="mod">
          <ac:chgData name="Yu, He (T CED INW-CN)" userId="a2172827-2020-42c6-a557-b2cbb763b90c" providerId="ADAL" clId="{0D89A207-BD51-42CD-BE57-FDB347139C51}" dt="2023-10-25T02:56:04.674" v="9" actId="20577"/>
          <ac:spMkLst>
            <pc:docMk/>
            <pc:sldMk cId="1925302015" sldId="256"/>
            <ac:spMk id="3" creationId="{C585BCCE-5C40-7A79-FAF0-7C9166610DAD}"/>
          </ac:spMkLst>
        </pc:spChg>
        <pc:spChg chg="mod">
          <ac:chgData name="Yu, He (T CED INW-CN)" userId="a2172827-2020-42c6-a557-b2cbb763b90c" providerId="ADAL" clId="{0D89A207-BD51-42CD-BE57-FDB347139C51}" dt="2023-10-25T03:07:44.600" v="21" actId="20577"/>
          <ac:spMkLst>
            <pc:docMk/>
            <pc:sldMk cId="1925302015" sldId="256"/>
            <ac:spMk id="4" creationId="{367CA1AD-BBBE-D33F-F25A-496ED208FE4B}"/>
          </ac:spMkLst>
        </pc:spChg>
      </pc:sldChg>
      <pc:sldChg chg="del">
        <pc:chgData name="Yu, He (T CED INW-CN)" userId="a2172827-2020-42c6-a557-b2cbb763b90c" providerId="ADAL" clId="{0D89A207-BD51-42CD-BE57-FDB347139C51}" dt="2023-10-25T02:55:34.894" v="0" actId="47"/>
        <pc:sldMkLst>
          <pc:docMk/>
          <pc:sldMk cId="4185596964" sldId="389"/>
        </pc:sldMkLst>
      </pc:sldChg>
      <pc:sldChg chg="modSp mod">
        <pc:chgData name="Yu, He (T CED INW-CN)" userId="a2172827-2020-42c6-a557-b2cbb763b90c" providerId="ADAL" clId="{0D89A207-BD51-42CD-BE57-FDB347139C51}" dt="2023-10-25T03:08:18.252" v="39" actId="20577"/>
        <pc:sldMkLst>
          <pc:docMk/>
          <pc:sldMk cId="1152923230" sldId="391"/>
        </pc:sldMkLst>
        <pc:spChg chg="mod">
          <ac:chgData name="Yu, He (T CED INW-CN)" userId="a2172827-2020-42c6-a557-b2cbb763b90c" providerId="ADAL" clId="{0D89A207-BD51-42CD-BE57-FDB347139C51}" dt="2023-10-25T03:08:18.252" v="39" actId="20577"/>
          <ac:spMkLst>
            <pc:docMk/>
            <pc:sldMk cId="1152923230" sldId="391"/>
            <ac:spMk id="4" creationId="{A5F15C2C-EBE3-A542-61B1-34BE23ECC4E6}"/>
          </ac:spMkLst>
        </pc:spChg>
      </pc:sldChg>
      <pc:sldChg chg="modSp mod">
        <pc:chgData name="Yu, He (T CED INW-CN)" userId="a2172827-2020-42c6-a557-b2cbb763b90c" providerId="ADAL" clId="{0D89A207-BD51-42CD-BE57-FDB347139C51}" dt="2023-10-25T03:08:01.661" v="30" actId="20577"/>
        <pc:sldMkLst>
          <pc:docMk/>
          <pc:sldMk cId="3202592440" sldId="392"/>
        </pc:sldMkLst>
        <pc:spChg chg="mod">
          <ac:chgData name="Yu, He (T CED INW-CN)" userId="a2172827-2020-42c6-a557-b2cbb763b90c" providerId="ADAL" clId="{0D89A207-BD51-42CD-BE57-FDB347139C51}" dt="2023-10-25T03:08:01.661" v="30" actId="20577"/>
          <ac:spMkLst>
            <pc:docMk/>
            <pc:sldMk cId="3202592440" sldId="392"/>
            <ac:spMk id="3" creationId="{523C1701-F4D5-24DA-E708-BAC8D30723FF}"/>
          </ac:spMkLst>
        </pc:spChg>
      </pc:sldChg>
      <pc:sldChg chg="modSp mod">
        <pc:chgData name="Yu, He (T CED INW-CN)" userId="a2172827-2020-42c6-a557-b2cbb763b90c" providerId="ADAL" clId="{0D89A207-BD51-42CD-BE57-FDB347139C51}" dt="2023-10-25T03:08:11.300" v="36" actId="6549"/>
        <pc:sldMkLst>
          <pc:docMk/>
          <pc:sldMk cId="2740838802" sldId="393"/>
        </pc:sldMkLst>
        <pc:spChg chg="mod">
          <ac:chgData name="Yu, He (T CED INW-CN)" userId="a2172827-2020-42c6-a557-b2cbb763b90c" providerId="ADAL" clId="{0D89A207-BD51-42CD-BE57-FDB347139C51}" dt="2023-10-25T03:08:11.300" v="36" actId="6549"/>
          <ac:spMkLst>
            <pc:docMk/>
            <pc:sldMk cId="2740838802" sldId="393"/>
            <ac:spMk id="3" creationId="{523C1701-F4D5-24DA-E708-BAC8D30723FF}"/>
          </ac:spMkLst>
        </pc:spChg>
      </pc:sldChg>
      <pc:sldChg chg="modSp mod modNotesTx">
        <pc:chgData name="Yu, He (T CED INW-CN)" userId="a2172827-2020-42c6-a557-b2cbb763b90c" providerId="ADAL" clId="{0D89A207-BD51-42CD-BE57-FDB347139C51}" dt="2023-10-25T03:07:57.067" v="27" actId="20577"/>
        <pc:sldMkLst>
          <pc:docMk/>
          <pc:sldMk cId="1671735676" sldId="394"/>
        </pc:sldMkLst>
        <pc:spChg chg="mod">
          <ac:chgData name="Yu, He (T CED INW-CN)" userId="a2172827-2020-42c6-a557-b2cbb763b90c" providerId="ADAL" clId="{0D89A207-BD51-42CD-BE57-FDB347139C51}" dt="2023-10-25T03:07:57.067" v="27" actId="20577"/>
          <ac:spMkLst>
            <pc:docMk/>
            <pc:sldMk cId="1671735676" sldId="394"/>
            <ac:spMk id="3" creationId="{523C1701-F4D5-24DA-E708-BAC8D30723FF}"/>
          </ac:spMkLst>
        </pc:spChg>
      </pc:sldChg>
      <pc:sldChg chg="modSp mod">
        <pc:chgData name="Yu, He (T CED INW-CN)" userId="a2172827-2020-42c6-a557-b2cbb763b90c" providerId="ADAL" clId="{0D89A207-BD51-42CD-BE57-FDB347139C51}" dt="2023-10-25T03:08:05.848" v="33" actId="20577"/>
        <pc:sldMkLst>
          <pc:docMk/>
          <pc:sldMk cId="1260130244" sldId="395"/>
        </pc:sldMkLst>
        <pc:spChg chg="mod">
          <ac:chgData name="Yu, He (T CED INW-CN)" userId="a2172827-2020-42c6-a557-b2cbb763b90c" providerId="ADAL" clId="{0D89A207-BD51-42CD-BE57-FDB347139C51}" dt="2023-10-25T03:08:05.848" v="33" actId="20577"/>
          <ac:spMkLst>
            <pc:docMk/>
            <pc:sldMk cId="1260130244" sldId="395"/>
            <ac:spMk id="3" creationId="{523C1701-F4D5-24DA-E708-BAC8D30723FF}"/>
          </ac:spMkLst>
        </pc:spChg>
      </pc:sldChg>
      <pc:sldChg chg="del">
        <pc:chgData name="Yu, He (T CED INW-CN)" userId="a2172827-2020-42c6-a557-b2cbb763b90c" providerId="ADAL" clId="{0D89A207-BD51-42CD-BE57-FDB347139C51}" dt="2023-10-25T02:56:32.778" v="11" actId="2696"/>
        <pc:sldMkLst>
          <pc:docMk/>
          <pc:sldMk cId="1762387677" sldId="396"/>
        </pc:sldMkLst>
      </pc:sldChg>
      <pc:sldChg chg="modSp mod modNotesTx">
        <pc:chgData name="Yu, He (T CED INW-CN)" userId="a2172827-2020-42c6-a557-b2cbb763b90c" providerId="ADAL" clId="{0D89A207-BD51-42CD-BE57-FDB347139C51}" dt="2023-10-25T03:07:50.935" v="24" actId="20577"/>
        <pc:sldMkLst>
          <pc:docMk/>
          <pc:sldMk cId="1273064989" sldId="397"/>
        </pc:sldMkLst>
        <pc:spChg chg="mod">
          <ac:chgData name="Yu, He (T CED INW-CN)" userId="a2172827-2020-42c6-a557-b2cbb763b90c" providerId="ADAL" clId="{0D89A207-BD51-42CD-BE57-FDB347139C51}" dt="2023-10-25T03:07:50.935" v="24" actId="20577"/>
          <ac:spMkLst>
            <pc:docMk/>
            <pc:sldMk cId="1273064989" sldId="397"/>
            <ac:spMk id="3" creationId="{523C1701-F4D5-24DA-E708-BAC8D30723FF}"/>
          </ac:spMkLst>
        </pc:spChg>
      </pc:sldChg>
    </pc:docChg>
  </pc:docChgLst>
  <pc:docChgLst>
    <pc:chgData name="Wang, Yang - Gavin (T CED INW-CN)" userId="3bfd8117-d247-4416-84f8-c693ddb0b51a" providerId="ADAL" clId="{4A046D7D-B91E-4988-8531-DC1FC341E87C}"/>
    <pc:docChg chg="undo custSel addSld modSld replTag">
      <pc:chgData name="Wang, Yang - Gavin (T CED INW-CN)" userId="3bfd8117-d247-4416-84f8-c693ddb0b51a" providerId="ADAL" clId="{4A046D7D-B91E-4988-8531-DC1FC341E87C}" dt="2023-06-09T06:49:36.868" v="294"/>
      <pc:docMkLst>
        <pc:docMk/>
      </pc:docMkLst>
      <pc:sldChg chg="addSp delSp modSp mod">
        <pc:chgData name="Wang, Yang - Gavin (T CED INW-CN)" userId="3bfd8117-d247-4416-84f8-c693ddb0b51a" providerId="ADAL" clId="{4A046D7D-B91E-4988-8531-DC1FC341E87C}" dt="2023-06-09T06:49:36.868" v="294"/>
        <pc:sldMkLst>
          <pc:docMk/>
          <pc:sldMk cId="1925302015" sldId="256"/>
        </pc:sldMkLst>
        <pc:spChg chg="mod">
          <ac:chgData name="Wang, Yang - Gavin (T CED INW-CN)" userId="3bfd8117-d247-4416-84f8-c693ddb0b51a" providerId="ADAL" clId="{4A046D7D-B91E-4988-8531-DC1FC341E87C}" dt="2023-06-09T06:49:36.852" v="268" actId="948"/>
          <ac:spMkLst>
            <pc:docMk/>
            <pc:sldMk cId="1925302015" sldId="256"/>
            <ac:spMk id="2" creationId="{EA0E952D-E9A6-F68A-ED05-16A0CF2AC0E0}"/>
          </ac:spMkLst>
        </pc:spChg>
        <pc:spChg chg="add del mod modVis">
          <ac:chgData name="Wang, Yang - Gavin (T CED INW-CN)" userId="3bfd8117-d247-4416-84f8-c693ddb0b51a" providerId="ADAL" clId="{4A046D7D-B91E-4988-8531-DC1FC341E87C}" dt="2023-06-09T06:49:20.852" v="121"/>
          <ac:spMkLst>
            <pc:docMk/>
            <pc:sldMk cId="1925302015" sldId="256"/>
            <ac:spMk id="5" creationId="{4F37ED34-FAFB-8D26-9C1E-B242BF7D7788}"/>
          </ac:spMkLst>
        </pc:spChg>
        <pc:spChg chg="add del mod modVis">
          <ac:chgData name="Wang, Yang - Gavin (T CED INW-CN)" userId="3bfd8117-d247-4416-84f8-c693ddb0b51a" providerId="ADAL" clId="{4A046D7D-B91E-4988-8531-DC1FC341E87C}" dt="2023-06-09T06:49:25.870" v="150"/>
          <ac:spMkLst>
            <pc:docMk/>
            <pc:sldMk cId="1925302015" sldId="256"/>
            <ac:spMk id="6" creationId="{57170DFB-ED5B-CF44-2C56-6DC69D52BD35}"/>
          </ac:spMkLst>
        </pc:spChg>
        <pc:spChg chg="add del mod modVis">
          <ac:chgData name="Wang, Yang - Gavin (T CED INW-CN)" userId="3bfd8117-d247-4416-84f8-c693ddb0b51a" providerId="ADAL" clId="{4A046D7D-B91E-4988-8531-DC1FC341E87C}" dt="2023-06-09T06:49:27.953" v="179"/>
          <ac:spMkLst>
            <pc:docMk/>
            <pc:sldMk cId="1925302015" sldId="256"/>
            <ac:spMk id="8" creationId="{DA4587E5-DFBD-8167-874F-6DD2050ACAEE}"/>
          </ac:spMkLst>
        </pc:spChg>
        <pc:spChg chg="add del mod modVis">
          <ac:chgData name="Wang, Yang - Gavin (T CED INW-CN)" userId="3bfd8117-d247-4416-84f8-c693ddb0b51a" providerId="ADAL" clId="{4A046D7D-B91E-4988-8531-DC1FC341E87C}" dt="2023-06-09T06:49:30.421" v="208"/>
          <ac:spMkLst>
            <pc:docMk/>
            <pc:sldMk cId="1925302015" sldId="256"/>
            <ac:spMk id="9" creationId="{2B163407-3466-45AB-A169-62C3A988FA9E}"/>
          </ac:spMkLst>
        </pc:spChg>
        <pc:spChg chg="add del mod modVis">
          <ac:chgData name="Wang, Yang - Gavin (T CED INW-CN)" userId="3bfd8117-d247-4416-84f8-c693ddb0b51a" providerId="ADAL" clId="{4A046D7D-B91E-4988-8531-DC1FC341E87C}" dt="2023-06-09T06:49:34.535" v="236"/>
          <ac:spMkLst>
            <pc:docMk/>
            <pc:sldMk cId="1925302015" sldId="256"/>
            <ac:spMk id="10" creationId="{A787C55C-9913-6A6E-793E-D428D9FE1B5F}"/>
          </ac:spMkLst>
        </pc:spChg>
        <pc:spChg chg="add del mod modVis">
          <ac:chgData name="Wang, Yang - Gavin (T CED INW-CN)" userId="3bfd8117-d247-4416-84f8-c693ddb0b51a" providerId="ADAL" clId="{4A046D7D-B91E-4988-8531-DC1FC341E87C}" dt="2023-06-09T06:49:35.735" v="264"/>
          <ac:spMkLst>
            <pc:docMk/>
            <pc:sldMk cId="1925302015" sldId="256"/>
            <ac:spMk id="11" creationId="{0490006C-6C88-ED70-AAC7-62F5AE8FC842}"/>
          </ac:spMkLst>
        </pc:spChg>
        <pc:spChg chg="add del mod modVis">
          <ac:chgData name="Wang, Yang - Gavin (T CED INW-CN)" userId="3bfd8117-d247-4416-84f8-c693ddb0b51a" providerId="ADAL" clId="{4A046D7D-B91E-4988-8531-DC1FC341E87C}" dt="2023-06-09T06:49:36.868" v="292"/>
          <ac:spMkLst>
            <pc:docMk/>
            <pc:sldMk cId="1925302015" sldId="256"/>
            <ac:spMk id="12" creationId="{18265554-07E9-6EC8-AE15-C731D90954C9}"/>
          </ac:spMkLst>
        </pc:spChg>
        <pc:graphicFrameChg chg="mod">
          <ac:chgData name="Wang, Yang - Gavin (T CED INW-CN)" userId="3bfd8117-d247-4416-84f8-c693ddb0b51a" providerId="ADAL" clId="{4A046D7D-B91E-4988-8531-DC1FC341E87C}" dt="2023-06-09T06:49:36.868" v="294"/>
          <ac:graphicFrameMkLst>
            <pc:docMk/>
            <pc:sldMk cId="1925302015" sldId="256"/>
            <ac:graphicFrameMk id="7" creationId="{A26BD26E-B78A-7DDA-9CD9-1D93B2B5277E}"/>
          </ac:graphicFrameMkLst>
        </pc:graphicFrameChg>
      </pc:sldChg>
      <pc:sldChg chg="modSp mod">
        <pc:chgData name="Wang, Yang - Gavin (T CED INW-CN)" userId="3bfd8117-d247-4416-84f8-c693ddb0b51a" providerId="ADAL" clId="{4A046D7D-B91E-4988-8531-DC1FC341E87C}" dt="2023-06-09T06:36:55.989" v="4" actId="20577"/>
        <pc:sldMkLst>
          <pc:docMk/>
          <pc:sldMk cId="3416584685" sldId="393"/>
        </pc:sldMkLst>
        <pc:spChg chg="mod">
          <ac:chgData name="Wang, Yang - Gavin (T CED INW-CN)" userId="3bfd8117-d247-4416-84f8-c693ddb0b51a" providerId="ADAL" clId="{4A046D7D-B91E-4988-8531-DC1FC341E87C}" dt="2023-06-09T06:36:55.989" v="4" actId="20577"/>
          <ac:spMkLst>
            <pc:docMk/>
            <pc:sldMk cId="3416584685" sldId="393"/>
            <ac:spMk id="81" creationId="{EEB292B8-90A2-4760-E00D-7906B9E6B394}"/>
          </ac:spMkLst>
        </pc:spChg>
      </pc:sldChg>
      <pc:sldChg chg="modSp mod">
        <pc:chgData name="Wang, Yang - Gavin (T CED INW-CN)" userId="3bfd8117-d247-4416-84f8-c693ddb0b51a" providerId="ADAL" clId="{4A046D7D-B91E-4988-8531-DC1FC341E87C}" dt="2023-06-09T06:45:42.481" v="95" actId="20577"/>
        <pc:sldMkLst>
          <pc:docMk/>
          <pc:sldMk cId="3372542266" sldId="1024"/>
        </pc:sldMkLst>
        <pc:spChg chg="mod">
          <ac:chgData name="Wang, Yang - Gavin (T CED INW-CN)" userId="3bfd8117-d247-4416-84f8-c693ddb0b51a" providerId="ADAL" clId="{4A046D7D-B91E-4988-8531-DC1FC341E87C}" dt="2023-06-09T06:45:42.481" v="95" actId="20577"/>
          <ac:spMkLst>
            <pc:docMk/>
            <pc:sldMk cId="3372542266" sldId="1024"/>
            <ac:spMk id="200" creationId="{DC3B55E5-64FF-4B32-39D4-F3AD16795933}"/>
          </ac:spMkLst>
        </pc:spChg>
      </pc:sldChg>
      <pc:sldChg chg="modSp mod">
        <pc:chgData name="Wang, Yang - Gavin (T CED INW-CN)" userId="3bfd8117-d247-4416-84f8-c693ddb0b51a" providerId="ADAL" clId="{4A046D7D-B91E-4988-8531-DC1FC341E87C}" dt="2023-06-09T06:35:26.619" v="0" actId="20577"/>
        <pc:sldMkLst>
          <pc:docMk/>
          <pc:sldMk cId="521785525" sldId="1025"/>
        </pc:sldMkLst>
        <pc:spChg chg="mod">
          <ac:chgData name="Wang, Yang - Gavin (T CED INW-CN)" userId="3bfd8117-d247-4416-84f8-c693ddb0b51a" providerId="ADAL" clId="{4A046D7D-B91E-4988-8531-DC1FC341E87C}" dt="2023-06-09T06:35:26.619" v="0" actId="20577"/>
          <ac:spMkLst>
            <pc:docMk/>
            <pc:sldMk cId="521785525" sldId="1025"/>
            <ac:spMk id="81" creationId="{EEB292B8-90A2-4760-E00D-7906B9E6B394}"/>
          </ac:spMkLst>
        </pc:spChg>
      </pc:sldChg>
      <pc:sldChg chg="addSp delSp modSp add mod">
        <pc:chgData name="Wang, Yang - Gavin (T CED INW-CN)" userId="3bfd8117-d247-4416-84f8-c693ddb0b51a" providerId="ADAL" clId="{4A046D7D-B91E-4988-8531-DC1FC341E87C}" dt="2023-06-09T06:40:10.294" v="91"/>
        <pc:sldMkLst>
          <pc:docMk/>
          <pc:sldMk cId="4091533890" sldId="1026"/>
        </pc:sldMkLst>
        <pc:spChg chg="mod">
          <ac:chgData name="Wang, Yang - Gavin (T CED INW-CN)" userId="3bfd8117-d247-4416-84f8-c693ddb0b51a" providerId="ADAL" clId="{4A046D7D-B91E-4988-8531-DC1FC341E87C}" dt="2023-06-09T06:40:10.278" v="64" actId="948"/>
          <ac:spMkLst>
            <pc:docMk/>
            <pc:sldMk cId="4091533890" sldId="1026"/>
            <ac:spMk id="2" creationId="{973FE4C4-A3A8-B687-1FEF-987F4D2F3B0C}"/>
          </ac:spMkLst>
        </pc:spChg>
        <pc:spChg chg="del">
          <ac:chgData name="Wang, Yang - Gavin (T CED INW-CN)" userId="3bfd8117-d247-4416-84f8-c693ddb0b51a" providerId="ADAL" clId="{4A046D7D-B91E-4988-8531-DC1FC341E87C}" dt="2023-06-09T06:39:49.240" v="6" actId="478"/>
          <ac:spMkLst>
            <pc:docMk/>
            <pc:sldMk cId="4091533890" sldId="1026"/>
            <ac:spMk id="5" creationId="{4EB14FC8-DF39-E127-F6A1-63ED15A4EA2F}"/>
          </ac:spMkLst>
        </pc:spChg>
        <pc:spChg chg="del">
          <ac:chgData name="Wang, Yang - Gavin (T CED INW-CN)" userId="3bfd8117-d247-4416-84f8-c693ddb0b51a" providerId="ADAL" clId="{4A046D7D-B91E-4988-8531-DC1FC341E87C}" dt="2023-06-09T06:39:49.240" v="6" actId="478"/>
          <ac:spMkLst>
            <pc:docMk/>
            <pc:sldMk cId="4091533890" sldId="1026"/>
            <ac:spMk id="6" creationId="{9130183A-8FB7-A218-4407-B327CCCEB346}"/>
          </ac:spMkLst>
        </pc:spChg>
        <pc:spChg chg="del">
          <ac:chgData name="Wang, Yang - Gavin (T CED INW-CN)" userId="3bfd8117-d247-4416-84f8-c693ddb0b51a" providerId="ADAL" clId="{4A046D7D-B91E-4988-8531-DC1FC341E87C}" dt="2023-06-09T06:39:49.240" v="6" actId="478"/>
          <ac:spMkLst>
            <pc:docMk/>
            <pc:sldMk cId="4091533890" sldId="1026"/>
            <ac:spMk id="7" creationId="{D9E54DB9-695F-66B3-0721-040B6F033E05}"/>
          </ac:spMkLst>
        </pc:spChg>
        <pc:spChg chg="del">
          <ac:chgData name="Wang, Yang - Gavin (T CED INW-CN)" userId="3bfd8117-d247-4416-84f8-c693ddb0b51a" providerId="ADAL" clId="{4A046D7D-B91E-4988-8531-DC1FC341E87C}" dt="2023-06-09T06:39:49.240" v="6" actId="478"/>
          <ac:spMkLst>
            <pc:docMk/>
            <pc:sldMk cId="4091533890" sldId="1026"/>
            <ac:spMk id="9" creationId="{F97717C0-647B-7D9B-5157-B952C4134DDE}"/>
          </ac:spMkLst>
        </pc:spChg>
        <pc:spChg chg="del">
          <ac:chgData name="Wang, Yang - Gavin (T CED INW-CN)" userId="3bfd8117-d247-4416-84f8-c693ddb0b51a" providerId="ADAL" clId="{4A046D7D-B91E-4988-8531-DC1FC341E87C}" dt="2023-06-09T06:39:49.240" v="6" actId="478"/>
          <ac:spMkLst>
            <pc:docMk/>
            <pc:sldMk cId="4091533890" sldId="1026"/>
            <ac:spMk id="10" creationId="{D420CC60-6C97-3CF0-B525-C2C456278D5A}"/>
          </ac:spMkLst>
        </pc:spChg>
        <pc:spChg chg="del">
          <ac:chgData name="Wang, Yang - Gavin (T CED INW-CN)" userId="3bfd8117-d247-4416-84f8-c693ddb0b51a" providerId="ADAL" clId="{4A046D7D-B91E-4988-8531-DC1FC341E87C}" dt="2023-06-09T06:39:49.240" v="6" actId="478"/>
          <ac:spMkLst>
            <pc:docMk/>
            <pc:sldMk cId="4091533890" sldId="1026"/>
            <ac:spMk id="11" creationId="{2B10E461-8EFE-8602-3F33-FB4CC392ED6B}"/>
          </ac:spMkLst>
        </pc:spChg>
        <pc:spChg chg="del">
          <ac:chgData name="Wang, Yang - Gavin (T CED INW-CN)" userId="3bfd8117-d247-4416-84f8-c693ddb0b51a" providerId="ADAL" clId="{4A046D7D-B91E-4988-8531-DC1FC341E87C}" dt="2023-06-09T06:39:49.240" v="6" actId="478"/>
          <ac:spMkLst>
            <pc:docMk/>
            <pc:sldMk cId="4091533890" sldId="1026"/>
            <ac:spMk id="12" creationId="{828D760F-2D7E-99AE-E2F7-BE7FC5C5CB7B}"/>
          </ac:spMkLst>
        </pc:spChg>
        <pc:spChg chg="del">
          <ac:chgData name="Wang, Yang - Gavin (T CED INW-CN)" userId="3bfd8117-d247-4416-84f8-c693ddb0b51a" providerId="ADAL" clId="{4A046D7D-B91E-4988-8531-DC1FC341E87C}" dt="2023-06-09T06:39:49.240" v="6" actId="478"/>
          <ac:spMkLst>
            <pc:docMk/>
            <pc:sldMk cId="4091533890" sldId="1026"/>
            <ac:spMk id="13" creationId="{A7E8E6E4-010C-292C-E6A6-BFD0C5A93E00}"/>
          </ac:spMkLst>
        </pc:spChg>
        <pc:spChg chg="del">
          <ac:chgData name="Wang, Yang - Gavin (T CED INW-CN)" userId="3bfd8117-d247-4416-84f8-c693ddb0b51a" providerId="ADAL" clId="{4A046D7D-B91E-4988-8531-DC1FC341E87C}" dt="2023-06-09T06:39:49.240" v="6" actId="478"/>
          <ac:spMkLst>
            <pc:docMk/>
            <pc:sldMk cId="4091533890" sldId="1026"/>
            <ac:spMk id="14" creationId="{0064A15E-06D7-E747-6BC3-A5E5F5D78C46}"/>
          </ac:spMkLst>
        </pc:spChg>
        <pc:spChg chg="del">
          <ac:chgData name="Wang, Yang - Gavin (T CED INW-CN)" userId="3bfd8117-d247-4416-84f8-c693ddb0b51a" providerId="ADAL" clId="{4A046D7D-B91E-4988-8531-DC1FC341E87C}" dt="2023-06-09T06:39:49.240" v="6" actId="478"/>
          <ac:spMkLst>
            <pc:docMk/>
            <pc:sldMk cId="4091533890" sldId="1026"/>
            <ac:spMk id="15" creationId="{1AE2F7A5-4277-BC6B-8375-3CD7D0741197}"/>
          </ac:spMkLst>
        </pc:spChg>
        <pc:spChg chg="del">
          <ac:chgData name="Wang, Yang - Gavin (T CED INW-CN)" userId="3bfd8117-d247-4416-84f8-c693ddb0b51a" providerId="ADAL" clId="{4A046D7D-B91E-4988-8531-DC1FC341E87C}" dt="2023-06-09T06:39:49.240" v="6" actId="478"/>
          <ac:spMkLst>
            <pc:docMk/>
            <pc:sldMk cId="4091533890" sldId="1026"/>
            <ac:spMk id="16" creationId="{457AF562-F911-94D6-5F27-D3DF0E68BC96}"/>
          </ac:spMkLst>
        </pc:spChg>
        <pc:spChg chg="del">
          <ac:chgData name="Wang, Yang - Gavin (T CED INW-CN)" userId="3bfd8117-d247-4416-84f8-c693ddb0b51a" providerId="ADAL" clId="{4A046D7D-B91E-4988-8531-DC1FC341E87C}" dt="2023-06-09T06:39:49.240" v="6" actId="478"/>
          <ac:spMkLst>
            <pc:docMk/>
            <pc:sldMk cId="4091533890" sldId="1026"/>
            <ac:spMk id="17" creationId="{B877D411-2E0A-AF93-6D2B-C4E36C750438}"/>
          </ac:spMkLst>
        </pc:spChg>
        <pc:spChg chg="del">
          <ac:chgData name="Wang, Yang - Gavin (T CED INW-CN)" userId="3bfd8117-d247-4416-84f8-c693ddb0b51a" providerId="ADAL" clId="{4A046D7D-B91E-4988-8531-DC1FC341E87C}" dt="2023-06-09T06:39:49.240" v="6" actId="478"/>
          <ac:spMkLst>
            <pc:docMk/>
            <pc:sldMk cId="4091533890" sldId="1026"/>
            <ac:spMk id="18" creationId="{126DFFE0-6463-79E4-8BAA-0B679BA39140}"/>
          </ac:spMkLst>
        </pc:spChg>
        <pc:spChg chg="del">
          <ac:chgData name="Wang, Yang - Gavin (T CED INW-CN)" userId="3bfd8117-d247-4416-84f8-c693ddb0b51a" providerId="ADAL" clId="{4A046D7D-B91E-4988-8531-DC1FC341E87C}" dt="2023-06-09T06:39:49.240" v="6" actId="478"/>
          <ac:spMkLst>
            <pc:docMk/>
            <pc:sldMk cId="4091533890" sldId="1026"/>
            <ac:spMk id="19" creationId="{2F0BF2B0-7D16-C3C2-45FE-70BDC9BAF9A5}"/>
          </ac:spMkLst>
        </pc:spChg>
        <pc:spChg chg="del">
          <ac:chgData name="Wang, Yang - Gavin (T CED INW-CN)" userId="3bfd8117-d247-4416-84f8-c693ddb0b51a" providerId="ADAL" clId="{4A046D7D-B91E-4988-8531-DC1FC341E87C}" dt="2023-06-09T06:39:49.240" v="6" actId="478"/>
          <ac:spMkLst>
            <pc:docMk/>
            <pc:sldMk cId="4091533890" sldId="1026"/>
            <ac:spMk id="20" creationId="{A566B339-39F6-161F-4FD6-176F11A947F2}"/>
          </ac:spMkLst>
        </pc:spChg>
        <pc:spChg chg="add del mod modVis">
          <ac:chgData name="Wang, Yang - Gavin (T CED INW-CN)" userId="3bfd8117-d247-4416-84f8-c693ddb0b51a" providerId="ADAL" clId="{4A046D7D-B91E-4988-8531-DC1FC341E87C}" dt="2023-06-09T06:40:07.607" v="58" actId="962"/>
          <ac:spMkLst>
            <pc:docMk/>
            <pc:sldMk cId="4091533890" sldId="1026"/>
            <ac:spMk id="21" creationId="{869BF320-1454-C0C2-D595-261F37B62FFB}"/>
          </ac:spMkLst>
        </pc:spChg>
        <pc:spChg chg="del">
          <ac:chgData name="Wang, Yang - Gavin (T CED INW-CN)" userId="3bfd8117-d247-4416-84f8-c693ddb0b51a" providerId="ADAL" clId="{4A046D7D-B91E-4988-8531-DC1FC341E87C}" dt="2023-06-09T06:39:49.240" v="6" actId="478"/>
          <ac:spMkLst>
            <pc:docMk/>
            <pc:sldMk cId="4091533890" sldId="1026"/>
            <ac:spMk id="23" creationId="{AF03852F-B9AB-BE7A-4B74-753A47CB8AAB}"/>
          </ac:spMkLst>
        </pc:spChg>
        <pc:spChg chg="add del mod modVis">
          <ac:chgData name="Wang, Yang - Gavin (T CED INW-CN)" userId="3bfd8117-d247-4416-84f8-c693ddb0b51a" providerId="ADAL" clId="{4A046D7D-B91E-4988-8531-DC1FC341E87C}" dt="2023-06-09T06:40:10.294" v="89"/>
          <ac:spMkLst>
            <pc:docMk/>
            <pc:sldMk cId="4091533890" sldId="1026"/>
            <ac:spMk id="24" creationId="{D9F186D2-5040-0E26-A7DD-7EE6F8389940}"/>
          </ac:spMkLst>
        </pc:spChg>
        <pc:spChg chg="del">
          <ac:chgData name="Wang, Yang - Gavin (T CED INW-CN)" userId="3bfd8117-d247-4416-84f8-c693ddb0b51a" providerId="ADAL" clId="{4A046D7D-B91E-4988-8531-DC1FC341E87C}" dt="2023-06-09T06:39:49.240" v="6" actId="478"/>
          <ac:spMkLst>
            <pc:docMk/>
            <pc:sldMk cId="4091533890" sldId="1026"/>
            <ac:spMk id="74" creationId="{6B10C045-E406-DDF6-C04E-27BC64B4A1F4}"/>
          </ac:spMkLst>
        </pc:spChg>
        <pc:spChg chg="del">
          <ac:chgData name="Wang, Yang - Gavin (T CED INW-CN)" userId="3bfd8117-d247-4416-84f8-c693ddb0b51a" providerId="ADAL" clId="{4A046D7D-B91E-4988-8531-DC1FC341E87C}" dt="2023-06-09T06:39:49.240" v="6" actId="478"/>
          <ac:spMkLst>
            <pc:docMk/>
            <pc:sldMk cId="4091533890" sldId="1026"/>
            <ac:spMk id="81" creationId="{EEB292B8-90A2-4760-E00D-7906B9E6B394}"/>
          </ac:spMkLst>
        </pc:spChg>
        <pc:spChg chg="del">
          <ac:chgData name="Wang, Yang - Gavin (T CED INW-CN)" userId="3bfd8117-d247-4416-84f8-c693ddb0b51a" providerId="ADAL" clId="{4A046D7D-B91E-4988-8531-DC1FC341E87C}" dt="2023-06-09T06:39:49.240" v="6" actId="478"/>
          <ac:spMkLst>
            <pc:docMk/>
            <pc:sldMk cId="4091533890" sldId="1026"/>
            <ac:spMk id="88" creationId="{88CE796D-3D7B-79A1-37B0-75B9C232F780}"/>
          </ac:spMkLst>
        </pc:spChg>
        <pc:spChg chg="del">
          <ac:chgData name="Wang, Yang - Gavin (T CED INW-CN)" userId="3bfd8117-d247-4416-84f8-c693ddb0b51a" providerId="ADAL" clId="{4A046D7D-B91E-4988-8531-DC1FC341E87C}" dt="2023-06-09T06:39:49.240" v="6" actId="478"/>
          <ac:spMkLst>
            <pc:docMk/>
            <pc:sldMk cId="4091533890" sldId="1026"/>
            <ac:spMk id="89" creationId="{A5E25D66-6AA7-752D-D5DA-CCED9C8777A3}"/>
          </ac:spMkLst>
        </pc:spChg>
        <pc:grpChg chg="del">
          <ac:chgData name="Wang, Yang - Gavin (T CED INW-CN)" userId="3bfd8117-d247-4416-84f8-c693ddb0b51a" providerId="ADAL" clId="{4A046D7D-B91E-4988-8531-DC1FC341E87C}" dt="2023-06-09T06:39:49.240" v="6" actId="478"/>
          <ac:grpSpMkLst>
            <pc:docMk/>
            <pc:sldMk cId="4091533890" sldId="1026"/>
            <ac:grpSpMk id="152" creationId="{3D382775-2375-3828-6845-6CA2F0BD9193}"/>
          </ac:grpSpMkLst>
        </pc:grpChg>
        <pc:grpChg chg="del">
          <ac:chgData name="Wang, Yang - Gavin (T CED INW-CN)" userId="3bfd8117-d247-4416-84f8-c693ddb0b51a" providerId="ADAL" clId="{4A046D7D-B91E-4988-8531-DC1FC341E87C}" dt="2023-06-09T06:39:49.240" v="6" actId="478"/>
          <ac:grpSpMkLst>
            <pc:docMk/>
            <pc:sldMk cId="4091533890" sldId="1026"/>
            <ac:grpSpMk id="161" creationId="{C40E8D2B-761C-ACCF-70A7-B6AEDD5382E1}"/>
          </ac:grpSpMkLst>
        </pc:grpChg>
        <pc:grpChg chg="del">
          <ac:chgData name="Wang, Yang - Gavin (T CED INW-CN)" userId="3bfd8117-d247-4416-84f8-c693ddb0b51a" providerId="ADAL" clId="{4A046D7D-B91E-4988-8531-DC1FC341E87C}" dt="2023-06-09T06:39:49.240" v="6" actId="478"/>
          <ac:grpSpMkLst>
            <pc:docMk/>
            <pc:sldMk cId="4091533890" sldId="1026"/>
            <ac:grpSpMk id="162" creationId="{31244905-DF02-EEA6-A394-BE4CFE719AFF}"/>
          </ac:grpSpMkLst>
        </pc:grpChg>
        <pc:grpChg chg="del">
          <ac:chgData name="Wang, Yang - Gavin (T CED INW-CN)" userId="3bfd8117-d247-4416-84f8-c693ddb0b51a" providerId="ADAL" clId="{4A046D7D-B91E-4988-8531-DC1FC341E87C}" dt="2023-06-09T06:39:49.240" v="6" actId="478"/>
          <ac:grpSpMkLst>
            <pc:docMk/>
            <pc:sldMk cId="4091533890" sldId="1026"/>
            <ac:grpSpMk id="163" creationId="{781936DC-DBE7-D83A-DFD3-D97C1A258898}"/>
          </ac:grpSpMkLst>
        </pc:grpChg>
        <pc:grpChg chg="del">
          <ac:chgData name="Wang, Yang - Gavin (T CED INW-CN)" userId="3bfd8117-d247-4416-84f8-c693ddb0b51a" providerId="ADAL" clId="{4A046D7D-B91E-4988-8531-DC1FC341E87C}" dt="2023-06-09T06:39:49.240" v="6" actId="478"/>
          <ac:grpSpMkLst>
            <pc:docMk/>
            <pc:sldMk cId="4091533890" sldId="1026"/>
            <ac:grpSpMk id="168" creationId="{8E2E3A1C-62C9-9DB4-46FE-059D2DE7B1C9}"/>
          </ac:grpSpMkLst>
        </pc:grpChg>
        <pc:graphicFrameChg chg="mod">
          <ac:chgData name="Wang, Yang - Gavin (T CED INW-CN)" userId="3bfd8117-d247-4416-84f8-c693ddb0b51a" providerId="ADAL" clId="{4A046D7D-B91E-4988-8531-DC1FC341E87C}" dt="2023-06-09T06:40:10.294" v="91"/>
          <ac:graphicFrameMkLst>
            <pc:docMk/>
            <pc:sldMk cId="4091533890" sldId="1026"/>
            <ac:graphicFrameMk id="83" creationId="{633F392D-9D41-F2B7-2FBE-BF99B1C5EC39}"/>
          </ac:graphicFrameMkLst>
        </pc:graphicFrameChg>
        <pc:picChg chg="del">
          <ac:chgData name="Wang, Yang - Gavin (T CED INW-CN)" userId="3bfd8117-d247-4416-84f8-c693ddb0b51a" providerId="ADAL" clId="{4A046D7D-B91E-4988-8531-DC1FC341E87C}" dt="2023-06-09T06:39:49.240" v="6" actId="478"/>
          <ac:picMkLst>
            <pc:docMk/>
            <pc:sldMk cId="4091533890" sldId="1026"/>
            <ac:picMk id="22" creationId="{B0A8767D-2257-62AF-E5E2-F15E14D8C602}"/>
          </ac:picMkLst>
        </pc:picChg>
        <pc:picChg chg="del">
          <ac:chgData name="Wang, Yang - Gavin (T CED INW-CN)" userId="3bfd8117-d247-4416-84f8-c693ddb0b51a" providerId="ADAL" clId="{4A046D7D-B91E-4988-8531-DC1FC341E87C}" dt="2023-06-09T06:39:49.240" v="6" actId="478"/>
          <ac:picMkLst>
            <pc:docMk/>
            <pc:sldMk cId="4091533890" sldId="1026"/>
            <ac:picMk id="134" creationId="{024A88CB-C9E5-7C04-4BDD-642268187B6D}"/>
          </ac:picMkLst>
        </pc:picChg>
        <pc:picChg chg="del">
          <ac:chgData name="Wang, Yang - Gavin (T CED INW-CN)" userId="3bfd8117-d247-4416-84f8-c693ddb0b51a" providerId="ADAL" clId="{4A046D7D-B91E-4988-8531-DC1FC341E87C}" dt="2023-06-09T06:39:49.240" v="6" actId="478"/>
          <ac:picMkLst>
            <pc:docMk/>
            <pc:sldMk cId="4091533890" sldId="1026"/>
            <ac:picMk id="135" creationId="{1D7DD561-732C-CCD5-CFB1-4CC07E7C28CB}"/>
          </ac:picMkLst>
        </pc:picChg>
        <pc:cxnChg chg="del">
          <ac:chgData name="Wang, Yang - Gavin (T CED INW-CN)" userId="3bfd8117-d247-4416-84f8-c693ddb0b51a" providerId="ADAL" clId="{4A046D7D-B91E-4988-8531-DC1FC341E87C}" dt="2023-06-09T06:39:49.240" v="6" actId="478"/>
          <ac:cxnSpMkLst>
            <pc:docMk/>
            <pc:sldMk cId="4091533890" sldId="1026"/>
            <ac:cxnSpMk id="8" creationId="{39648923-90B5-2EC9-3F32-3572D993F15A}"/>
          </ac:cxnSpMkLst>
        </pc:cxn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>
            <a:extLst>
              <a:ext uri="{FF2B5EF4-FFF2-40B4-BE49-F238E27FC236}">
                <a16:creationId xmlns:a16="http://schemas.microsoft.com/office/drawing/2014/main" id="{9A8492AF-21D1-4EA9-B88E-2B2469E5B0B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4363200" cy="3600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sz="1050" b="1" dirty="0">
              <a:solidFill>
                <a:schemeClr val="tx2"/>
              </a:solidFill>
              <a:latin typeface="+mn-lt"/>
            </a:endParaRPr>
          </a:p>
        </p:txBody>
      </p:sp>
      <p:sp>
        <p:nvSpPr>
          <p:cNvPr id="3" name="Date">
            <a:extLst>
              <a:ext uri="{FF2B5EF4-FFF2-40B4-BE49-F238E27FC236}">
                <a16:creationId xmlns:a16="http://schemas.microsoft.com/office/drawing/2014/main" id="{F2C5CF11-9AB8-4366-83D6-4A911EAE67AA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5086800" y="0"/>
            <a:ext cx="1771200" cy="3600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EF1F2B9-B350-4061-A6D1-2A3340A8623F}" type="datetimeFigureOut">
              <a:rPr lang="en-US" sz="1050" smtClean="0">
                <a:solidFill>
                  <a:schemeClr val="tx2"/>
                </a:solidFill>
                <a:latin typeface="+mn-lt"/>
              </a:rPr>
              <a:t>10/25/2023</a:t>
            </a:fld>
            <a:endParaRPr lang="en-US" sz="1050" dirty="0">
              <a:solidFill>
                <a:schemeClr val="tx2"/>
              </a:solidFill>
              <a:latin typeface="+mn-lt"/>
            </a:endParaRPr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9797856F-D8D3-4EDB-AD63-B3F84321424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784000"/>
            <a:ext cx="4363200" cy="360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sz="1050" dirty="0">
              <a:solidFill>
                <a:schemeClr val="tx2"/>
              </a:solidFill>
              <a:latin typeface="+mn-lt"/>
            </a:endParaRPr>
          </a:p>
        </p:txBody>
      </p:sp>
      <p:sp>
        <p:nvSpPr>
          <p:cNvPr id="5" name="Slide Number Placeholder">
            <a:extLst>
              <a:ext uri="{FF2B5EF4-FFF2-40B4-BE49-F238E27FC236}">
                <a16:creationId xmlns:a16="http://schemas.microsoft.com/office/drawing/2014/main" id="{DA566997-7A2F-418F-AC55-BAC678F9F13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5086800" y="8784000"/>
            <a:ext cx="1771200" cy="360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en-US" sz="1050" b="1" dirty="0">
                <a:solidFill>
                  <a:schemeClr val="accent2"/>
                </a:solidFill>
                <a:latin typeface="+mn-lt"/>
              </a:rPr>
              <a:t>Hand out</a:t>
            </a:r>
            <a:r>
              <a:rPr lang="en-US" sz="1050" dirty="0">
                <a:solidFill>
                  <a:schemeClr val="accent2"/>
                </a:solidFill>
                <a:latin typeface="+mn-lt"/>
              </a:rPr>
              <a:t> </a:t>
            </a:r>
            <a:fld id="{C92BABF8-1341-4DCB-864A-D83C08BEEAE4}" type="slidenum">
              <a:rPr lang="en-US" sz="1050" smtClean="0">
                <a:solidFill>
                  <a:schemeClr val="tx2"/>
                </a:solidFill>
                <a:latin typeface="+mn-lt"/>
              </a:rPr>
              <a:t>‹#›</a:t>
            </a:fld>
            <a:endParaRPr lang="en-US" sz="1050" dirty="0">
              <a:solidFill>
                <a:schemeClr val="tx2"/>
              </a:solidFill>
              <a:latin typeface="+mn-lt"/>
            </a:endParaRPr>
          </a:p>
        </p:txBody>
      </p:sp>
      <p:pic>
        <p:nvPicPr>
          <p:cNvPr id="6" name="Siemens logo">
            <a:extLst>
              <a:ext uri="{FF2B5EF4-FFF2-40B4-BE49-F238E27FC236}">
                <a16:creationId xmlns:a16="http://schemas.microsoft.com/office/drawing/2014/main" id="{C5A460D9-E760-498F-8A06-286EB0B001C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853000" y="550800"/>
            <a:ext cx="1152000" cy="183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9783409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363200" cy="3600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050" b="1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3" name="Date"/>
          <p:cNvSpPr>
            <a:spLocks noGrp="1"/>
          </p:cNvSpPr>
          <p:nvPr>
            <p:ph type="dt" idx="1"/>
          </p:nvPr>
        </p:nvSpPr>
        <p:spPr>
          <a:xfrm>
            <a:off x="5086800" y="0"/>
            <a:ext cx="1771200" cy="3600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050">
                <a:solidFill>
                  <a:schemeClr val="tx2"/>
                </a:solidFill>
              </a:defRPr>
            </a:lvl1pPr>
          </a:lstStyle>
          <a:p>
            <a:fld id="{76FBC1AF-E4C9-412F-9B6D-66CD520F95DB}" type="datetimeFigureOut">
              <a:rPr lang="en-US" smtClean="0"/>
              <a:pPr/>
              <a:t>10/25/2023</a:t>
            </a:fld>
            <a:endParaRPr lang="en-US" dirty="0"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xfrm>
            <a:off x="406800" y="619200"/>
            <a:ext cx="6048000" cy="3402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xfrm>
            <a:off x="406800" y="4575600"/>
            <a:ext cx="6048000" cy="3960000"/>
          </a:xfrm>
          <a:prstGeom prst="rect">
            <a:avLst/>
          </a:prstGeom>
        </p:spPr>
        <p:txBody>
          <a:bodyPr vert="horz" lIns="0" tIns="0" rIns="0" bIns="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dirty="0"/>
              <a:t>Seventh level</a:t>
            </a:r>
          </a:p>
          <a:p>
            <a:pPr lvl="7"/>
            <a:r>
              <a:rPr lang="en-US" dirty="0"/>
              <a:t>Eight level</a:t>
            </a:r>
          </a:p>
          <a:p>
            <a:pPr lvl="8"/>
            <a:r>
              <a:rPr lang="en-US" dirty="0"/>
              <a:t>Ninth level</a:t>
            </a:r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xfrm>
            <a:off x="0" y="8784000"/>
            <a:ext cx="4363200" cy="360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5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xfrm>
            <a:off x="5086800" y="8784000"/>
            <a:ext cx="1771200" cy="360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50"/>
            </a:lvl1pPr>
          </a:lstStyle>
          <a:p>
            <a:r>
              <a:rPr lang="en-US" b="1" dirty="0">
                <a:solidFill>
                  <a:schemeClr val="accent2"/>
                </a:solidFill>
              </a:rPr>
              <a:t>Notes</a:t>
            </a:r>
            <a:r>
              <a:rPr lang="en-US" dirty="0"/>
              <a:t> </a:t>
            </a:r>
            <a:fld id="{E76C657F-0E32-4130-ADDA-66B81138A76A}" type="slidenum">
              <a:rPr lang="en-US" smtClean="0">
                <a:solidFill>
                  <a:schemeClr val="tx2"/>
                </a:solidFill>
              </a:rPr>
              <a:pPr/>
              <a:t>‹#›</a:t>
            </a:fld>
            <a:endParaRPr lang="en-US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273060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spcAft>
        <a:spcPts val="60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144000" indent="-144000" algn="l" defTabSz="914400" rtl="0" eaLnBrk="1" latinLnBrk="0" hangingPunct="1">
      <a:spcAft>
        <a:spcPts val="300"/>
      </a:spcAft>
      <a:buClr>
        <a:schemeClr val="accent1"/>
      </a:buClr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288000" indent="-144000" algn="l" defTabSz="914400" rtl="0" eaLnBrk="1" latinLnBrk="0" hangingPunct="1">
      <a:spcAft>
        <a:spcPts val="300"/>
      </a:spcAft>
      <a:buClr>
        <a:schemeClr val="accent1"/>
      </a:buClr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432000" indent="-144000" algn="l" defTabSz="914400" rtl="0" eaLnBrk="1" latinLnBrk="0" hangingPunct="1">
      <a:spcAft>
        <a:spcPts val="300"/>
      </a:spcAft>
      <a:buClr>
        <a:schemeClr val="accent1"/>
      </a:buClr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576000" indent="-144000" algn="l" defTabSz="914400" rtl="0" eaLnBrk="1" latinLnBrk="0" hangingPunct="1">
      <a:spcAft>
        <a:spcPts val="300"/>
      </a:spcAft>
      <a:buClr>
        <a:schemeClr val="accent1"/>
      </a:buClr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720000" indent="-144000" algn="l" defTabSz="914400" rtl="0" eaLnBrk="1" latinLnBrk="0" hangingPunct="1">
      <a:spcAft>
        <a:spcPts val="300"/>
      </a:spcAft>
      <a:buClr>
        <a:schemeClr val="accent1"/>
      </a:buClr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864000" indent="-144000" algn="l" defTabSz="914400" rtl="0" eaLnBrk="1" latinLnBrk="0" hangingPunct="1">
      <a:spcAft>
        <a:spcPts val="300"/>
      </a:spcAft>
      <a:buClr>
        <a:schemeClr val="accent1"/>
      </a:buClr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1008000" indent="-144000" algn="l" defTabSz="914400" rtl="0" eaLnBrk="1" latinLnBrk="0" hangingPunct="1">
      <a:spcAft>
        <a:spcPts val="300"/>
      </a:spcAft>
      <a:buClr>
        <a:schemeClr val="accent1"/>
      </a:buClr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1152000" indent="-144000" algn="l" defTabSz="914400" rtl="0" eaLnBrk="1" latinLnBrk="0" hangingPunct="1">
      <a:spcAft>
        <a:spcPts val="300"/>
      </a:spcAft>
      <a:buClr>
        <a:schemeClr val="accent1"/>
      </a:buClr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06400" y="619125"/>
            <a:ext cx="6048375" cy="340201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As </a:t>
            </a:r>
            <a:r>
              <a:rPr lang="en-US" altLang="zh-CN" dirty="0" err="1"/>
              <a:t>SiPlant</a:t>
            </a:r>
            <a:r>
              <a:rPr lang="en-US" altLang="zh-CN" dirty="0"/>
              <a:t> </a:t>
            </a:r>
            <a:r>
              <a:rPr lang="en-US" altLang="zh-CN" dirty="0" err="1"/>
              <a:t>AddON</a:t>
            </a:r>
            <a:r>
              <a:rPr lang="en-US" altLang="zh-CN" dirty="0"/>
              <a:t> Service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r>
              <a:rPr lang="en-US" b="1">
                <a:solidFill>
                  <a:schemeClr val="accent2"/>
                </a:solidFill>
              </a:rPr>
              <a:t>Notes</a:t>
            </a:r>
            <a:r>
              <a:rPr lang="en-US"/>
              <a:t> </a:t>
            </a:r>
            <a:fld id="{E76C657F-0E32-4130-ADDA-66B81138A76A}" type="slidenum">
              <a:rPr lang="en-US" smtClean="0">
                <a:solidFill>
                  <a:schemeClr val="tx2"/>
                </a:solidFill>
              </a:rPr>
              <a:pPr/>
              <a:t>1</a:t>
            </a:fld>
            <a:endParaRPr lang="en-US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628886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06400" y="619125"/>
            <a:ext cx="6048375" cy="340201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6E0020C-34B3-4644-B138-3A9503ECB28E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154847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06400" y="619125"/>
            <a:ext cx="6048375" cy="340201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6E0020C-34B3-4644-B138-3A9503ECB28E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360733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06400" y="619125"/>
            <a:ext cx="6048375" cy="340201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6E0020C-34B3-4644-B138-3A9503ECB28E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630602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06400" y="619125"/>
            <a:ext cx="6048375" cy="340201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6E0020C-34B3-4644-B138-3A9503ECB28E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148800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06400" y="619125"/>
            <a:ext cx="6048375" cy="340201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6E0020C-34B3-4644-B138-3A9503ECB28E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17075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1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1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1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2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2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2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Deep Blue 80p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B3CAAA86-26BD-41E0-A26A-7AF592C3A3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410400" y="1414464"/>
            <a:ext cx="11376788" cy="2462213"/>
          </a:xfrm>
          <a:noFill/>
        </p:spPr>
        <p:txBody>
          <a:bodyPr wrap="square" rIns="0" bIns="0" anchor="b" anchorCtr="0">
            <a:spAutoFit/>
          </a:bodyPr>
          <a:lstStyle>
            <a:lvl1pPr marL="0">
              <a:lnSpc>
                <a:spcPct val="100000"/>
              </a:lnSpc>
              <a:defRPr sz="8000" b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Title chart, </a:t>
            </a:r>
            <a:br>
              <a:rPr lang="en-US" dirty="0"/>
            </a:br>
            <a:r>
              <a:rPr lang="en-US" dirty="0"/>
              <a:t>Arial, 80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3" name="Subhead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411162" y="3876677"/>
            <a:ext cx="9286875" cy="1930398"/>
          </a:xfrm>
          <a:prstGeom prst="rect">
            <a:avLst/>
          </a:prstGeom>
        </p:spPr>
        <p:txBody>
          <a:bodyPr lIns="0" tIns="370800">
            <a:noAutofit/>
          </a:bodyPr>
          <a:lstStyle>
            <a:lvl1pPr marL="0" indent="0" algn="l">
              <a:spcAft>
                <a:spcPts val="300"/>
              </a:spcAft>
              <a:buNone/>
              <a:defRPr sz="3200">
                <a:solidFill>
                  <a:schemeClr val="tx1"/>
                </a:solidFill>
              </a:defRPr>
            </a:lvl1pPr>
            <a:lvl2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2400"/>
            </a:lvl2pPr>
            <a:lvl3pPr marL="0" indent="0" algn="l">
              <a:spcAft>
                <a:spcPts val="300"/>
              </a:spcAft>
              <a:buNone/>
              <a:defRPr sz="1600"/>
            </a:lvl3pPr>
            <a:lvl4pPr marL="0" indent="0" algn="l">
              <a:buNone/>
              <a:defRPr sz="1600"/>
            </a:lvl4pPr>
            <a:lvl5pPr marL="0" indent="0" algn="l">
              <a:buNone/>
              <a:defRPr sz="1600"/>
            </a:lvl5pPr>
            <a:lvl6pPr marL="0" indent="0" algn="l">
              <a:buNone/>
              <a:defRPr sz="1600"/>
            </a:lvl6pPr>
            <a:lvl7pPr marL="0" indent="0" algn="l">
              <a:buNone/>
              <a:defRPr sz="1600"/>
            </a:lvl7pPr>
            <a:lvl8pPr marL="0" indent="0" algn="l">
              <a:buNone/>
              <a:defRPr sz="1600"/>
            </a:lvl8pPr>
            <a:lvl9pPr marL="0" indent="0" algn="l">
              <a:buNone/>
              <a:defRPr sz="1600"/>
            </a:lvl9pPr>
          </a:lstStyle>
          <a:p>
            <a:r>
              <a:rPr lang="en-US" dirty="0"/>
              <a:t>Subhead for headline size 80 </a:t>
            </a:r>
            <a:r>
              <a:rPr lang="en-US" dirty="0" err="1"/>
              <a:t>pt</a:t>
            </a:r>
            <a:endParaRPr lang="en-US" dirty="0"/>
          </a:p>
        </p:txBody>
      </p:sp>
      <p:pic>
        <p:nvPicPr>
          <p:cNvPr id="7" name="Siemens Logo">
            <a:extLst>
              <a:ext uri="{FF2B5EF4-FFF2-40B4-BE49-F238E27FC236}">
                <a16:creationId xmlns:a16="http://schemas.microsoft.com/office/drawing/2014/main" id="{670C6E6A-0191-4020-A084-BB23C7AE6B0D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 bwMode="black">
          <a:xfrm>
            <a:off x="10274400" y="6364800"/>
            <a:ext cx="1512000" cy="240408"/>
          </a:xfrm>
          <a:prstGeom prst="rect">
            <a:avLst/>
          </a:prstGeom>
        </p:spPr>
      </p:pic>
      <p:sp>
        <p:nvSpPr>
          <p:cNvPr id="2" name="Footer Placeholder">
            <a:extLst>
              <a:ext uri="{FF2B5EF4-FFF2-40B4-BE49-F238E27FC236}">
                <a16:creationId xmlns:a16="http://schemas.microsoft.com/office/drawing/2014/main" id="{36983F93-FD6F-4DAC-8F23-D4EF00A0420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 bwMode="black">
          <a:xfrm>
            <a:off x="411163" y="6310800"/>
            <a:ext cx="9288000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</p:spTree>
    <p:extLst>
      <p:ext uri="{BB962C8B-B14F-4D97-AF65-F5344CB8AC3E}">
        <p14:creationId xmlns:p14="http://schemas.microsoft.com/office/powerpoint/2010/main" val="202625059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3" pos="6109">
          <p15:clr>
            <a:srgbClr val="65CEFF"/>
          </p15:clr>
        </p15:guide>
        <p15:guide id="4" pos="7425">
          <p15:clr>
            <a:srgbClr val="65CEFF"/>
          </p15:clr>
        </p15:guide>
        <p15:guide id="5" orient="horz" pos="891">
          <p15:clr>
            <a:srgbClr val="65CEFF"/>
          </p15:clr>
        </p15:guide>
        <p15:guide id="6" orient="horz" pos="3658">
          <p15:clr>
            <a:srgbClr val="65CEFF"/>
          </p15:clr>
        </p15:guide>
        <p15:guide id="7" orient="horz" pos="4157">
          <p15:clr>
            <a:srgbClr val="65CEFF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Deep Blue 60p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B3CAAA86-26BD-41E0-A26A-7AF592C3A3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410400" y="1414463"/>
            <a:ext cx="11376000" cy="2769989"/>
          </a:xfrm>
          <a:noFill/>
        </p:spPr>
        <p:txBody>
          <a:bodyPr wrap="square" rIns="0" bIns="0" anchor="b" anchorCtr="0">
            <a:spAutoFit/>
          </a:bodyPr>
          <a:lstStyle>
            <a:lvl1pPr marL="0">
              <a:lnSpc>
                <a:spcPct val="100000"/>
              </a:lnSpc>
              <a:defRPr sz="6000" b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Title chart, </a:t>
            </a:r>
            <a:br>
              <a:rPr lang="en-US" dirty="0"/>
            </a:br>
            <a:r>
              <a:rPr lang="en-US" dirty="0"/>
              <a:t>Arial Regular, 60 </a:t>
            </a:r>
            <a:r>
              <a:rPr lang="en-US" dirty="0" err="1"/>
              <a:t>pt</a:t>
            </a:r>
            <a:r>
              <a:rPr lang="en-US" dirty="0"/>
              <a:t>,</a:t>
            </a:r>
            <a:br>
              <a:rPr lang="en-US" dirty="0"/>
            </a:br>
            <a:r>
              <a:rPr lang="en-US" dirty="0"/>
              <a:t>3 lines</a:t>
            </a:r>
          </a:p>
        </p:txBody>
      </p:sp>
      <p:sp>
        <p:nvSpPr>
          <p:cNvPr id="3" name="Subhead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411163" y="4184453"/>
            <a:ext cx="9288000" cy="1622622"/>
          </a:xfrm>
          <a:prstGeom prst="rect">
            <a:avLst/>
          </a:prstGeom>
        </p:spPr>
        <p:txBody>
          <a:bodyPr lIns="0" tIns="370800">
            <a:noAutofit/>
          </a:bodyPr>
          <a:lstStyle>
            <a:lvl1pPr marL="0" indent="0" algn="l">
              <a:spcAft>
                <a:spcPts val="300"/>
              </a:spcAft>
              <a:buNone/>
              <a:defRPr sz="2400">
                <a:solidFill>
                  <a:schemeClr val="tx1"/>
                </a:solidFill>
              </a:defRPr>
            </a:lvl1pPr>
            <a:lvl2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2400"/>
            </a:lvl2pPr>
            <a:lvl3pPr marL="0" indent="0" algn="l">
              <a:spcAft>
                <a:spcPts val="300"/>
              </a:spcAft>
              <a:buNone/>
              <a:defRPr sz="1600"/>
            </a:lvl3pPr>
            <a:lvl4pPr marL="0" indent="0" algn="l">
              <a:buNone/>
              <a:defRPr sz="1600"/>
            </a:lvl4pPr>
            <a:lvl5pPr marL="0" indent="0" algn="l">
              <a:buNone/>
              <a:defRPr sz="1600"/>
            </a:lvl5pPr>
            <a:lvl6pPr marL="0" indent="0" algn="l">
              <a:buNone/>
              <a:defRPr sz="1600"/>
            </a:lvl6pPr>
            <a:lvl7pPr marL="0" indent="0" algn="l">
              <a:buNone/>
              <a:defRPr sz="1600"/>
            </a:lvl7pPr>
            <a:lvl8pPr marL="0" indent="0" algn="l">
              <a:buNone/>
              <a:defRPr sz="1600"/>
            </a:lvl8pPr>
            <a:lvl9pPr marL="0" indent="0" algn="l">
              <a:buNone/>
              <a:defRPr sz="1600"/>
            </a:lvl9pPr>
          </a:lstStyle>
          <a:p>
            <a:pPr lvl="0"/>
            <a:r>
              <a:rPr lang="en-US" dirty="0"/>
              <a:t>Subhead for headline size 60 </a:t>
            </a:r>
            <a:r>
              <a:rPr lang="en-US" dirty="0" err="1"/>
              <a:t>pt</a:t>
            </a:r>
            <a:endParaRPr lang="en-US" dirty="0"/>
          </a:p>
        </p:txBody>
      </p:sp>
      <p:pic>
        <p:nvPicPr>
          <p:cNvPr id="7" name="Siemens Logo">
            <a:extLst>
              <a:ext uri="{FF2B5EF4-FFF2-40B4-BE49-F238E27FC236}">
                <a16:creationId xmlns:a16="http://schemas.microsoft.com/office/drawing/2014/main" id="{092D1760-10AA-43FB-AC0B-074FF5007194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 bwMode="black">
          <a:xfrm>
            <a:off x="10274400" y="6364800"/>
            <a:ext cx="1512000" cy="240408"/>
          </a:xfrm>
          <a:prstGeom prst="rect">
            <a:avLst/>
          </a:prstGeom>
        </p:spPr>
      </p:pic>
      <p:sp>
        <p:nvSpPr>
          <p:cNvPr id="2" name="Footer Placeholder">
            <a:extLst>
              <a:ext uri="{FF2B5EF4-FFF2-40B4-BE49-F238E27FC236}">
                <a16:creationId xmlns:a16="http://schemas.microsoft.com/office/drawing/2014/main" id="{36983F93-FD6F-4DAC-8F23-D4EF00A0420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 bwMode="black">
          <a:xfrm>
            <a:off x="411163" y="6310800"/>
            <a:ext cx="9288000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</p:spTree>
    <p:extLst>
      <p:ext uri="{BB962C8B-B14F-4D97-AF65-F5344CB8AC3E}">
        <p14:creationId xmlns:p14="http://schemas.microsoft.com/office/powerpoint/2010/main" val="127311794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3" pos="6109">
          <p15:clr>
            <a:srgbClr val="65CEFF"/>
          </p15:clr>
        </p15:guide>
        <p15:guide id="4" pos="7425">
          <p15:clr>
            <a:srgbClr val="65CEFF"/>
          </p15:clr>
        </p15:guide>
        <p15:guide id="5" orient="horz" pos="891">
          <p15:clr>
            <a:srgbClr val="65CEFF"/>
          </p15:clr>
        </p15:guide>
        <p15:guide id="6" orient="horz" pos="3658">
          <p15:clr>
            <a:srgbClr val="65CEFF"/>
          </p15:clr>
        </p15:guide>
        <p15:guide id="7" orient="horz" pos="4157">
          <p15:clr>
            <a:srgbClr val="65CEFF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Deep Blue 40p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B3CAAA86-26BD-41E0-A26A-7AF592C3A3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410400" y="1414464"/>
            <a:ext cx="9288000" cy="2462213"/>
          </a:xfrm>
          <a:noFill/>
        </p:spPr>
        <p:txBody>
          <a:bodyPr wrap="square" rIns="0" bIns="0" anchor="b" anchorCtr="0">
            <a:spAutoFit/>
          </a:bodyPr>
          <a:lstStyle>
            <a:lvl1pPr marL="0">
              <a:lnSpc>
                <a:spcPct val="100000"/>
              </a:lnSpc>
              <a:defRPr sz="4000" b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Title chart, </a:t>
            </a:r>
            <a:br>
              <a:rPr lang="en-US" dirty="0"/>
            </a:br>
            <a:r>
              <a:rPr lang="en-US" dirty="0"/>
              <a:t>Arial Regular, 40 </a:t>
            </a:r>
            <a:r>
              <a:rPr lang="en-US" dirty="0" err="1"/>
              <a:t>pt</a:t>
            </a:r>
            <a:r>
              <a:rPr lang="en-US" dirty="0"/>
              <a:t>, </a:t>
            </a:r>
            <a:br>
              <a:rPr lang="en-US" dirty="0"/>
            </a:br>
            <a:r>
              <a:rPr lang="en-US" dirty="0"/>
              <a:t>extra long headlines,</a:t>
            </a:r>
            <a:br>
              <a:rPr lang="en-US" dirty="0"/>
            </a:br>
            <a:r>
              <a:rPr lang="en-US" dirty="0"/>
              <a:t>4 lines</a:t>
            </a:r>
          </a:p>
        </p:txBody>
      </p:sp>
      <p:sp>
        <p:nvSpPr>
          <p:cNvPr id="3" name="Subhead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411163" y="3876675"/>
            <a:ext cx="9288000" cy="1930123"/>
          </a:xfrm>
          <a:prstGeom prst="rect">
            <a:avLst/>
          </a:prstGeom>
        </p:spPr>
        <p:txBody>
          <a:bodyPr lIns="0" tIns="370800">
            <a:noAutofit/>
          </a:bodyPr>
          <a:lstStyle>
            <a:lvl1pPr marL="0" indent="0" algn="l">
              <a:spcAft>
                <a:spcPts val="300"/>
              </a:spcAft>
              <a:buNone/>
              <a:defRPr sz="1600">
                <a:solidFill>
                  <a:schemeClr val="tx1"/>
                </a:solidFill>
              </a:defRPr>
            </a:lvl1pPr>
            <a:lvl2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1600"/>
            </a:lvl2pPr>
            <a:lvl3pPr marL="0" indent="0" algn="l">
              <a:spcAft>
                <a:spcPts val="300"/>
              </a:spcAft>
              <a:buNone/>
              <a:defRPr sz="1600"/>
            </a:lvl3pPr>
            <a:lvl4pPr marL="0" indent="0" algn="l">
              <a:buNone/>
              <a:defRPr sz="1600"/>
            </a:lvl4pPr>
            <a:lvl5pPr marL="0" indent="0" algn="l">
              <a:buNone/>
              <a:defRPr sz="1600"/>
            </a:lvl5pPr>
            <a:lvl6pPr marL="0" indent="0" algn="l">
              <a:buNone/>
              <a:defRPr sz="1600"/>
            </a:lvl6pPr>
            <a:lvl7pPr marL="0" indent="0" algn="l">
              <a:buNone/>
              <a:defRPr sz="1600"/>
            </a:lvl7pPr>
            <a:lvl8pPr marL="0" indent="0" algn="l">
              <a:buNone/>
              <a:defRPr sz="1600"/>
            </a:lvl8pPr>
            <a:lvl9pPr marL="0" indent="0" algn="l">
              <a:buNone/>
              <a:defRPr sz="1600"/>
            </a:lvl9pPr>
          </a:lstStyle>
          <a:p>
            <a:pPr lvl="0"/>
            <a:r>
              <a:rPr lang="en-US" dirty="0"/>
              <a:t>Subhead for headline size 40 </a:t>
            </a:r>
            <a:r>
              <a:rPr lang="en-US" dirty="0" err="1"/>
              <a:t>pt</a:t>
            </a:r>
            <a:endParaRPr lang="en-US" dirty="0"/>
          </a:p>
        </p:txBody>
      </p:sp>
      <p:pic>
        <p:nvPicPr>
          <p:cNvPr id="7" name="Siemens Logo">
            <a:extLst>
              <a:ext uri="{FF2B5EF4-FFF2-40B4-BE49-F238E27FC236}">
                <a16:creationId xmlns:a16="http://schemas.microsoft.com/office/drawing/2014/main" id="{BC293230-94BC-41FA-A2D9-E9259B125F84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 bwMode="black">
          <a:xfrm>
            <a:off x="10274400" y="6364800"/>
            <a:ext cx="1512000" cy="240408"/>
          </a:xfrm>
          <a:prstGeom prst="rect">
            <a:avLst/>
          </a:prstGeom>
        </p:spPr>
      </p:pic>
      <p:sp>
        <p:nvSpPr>
          <p:cNvPr id="2" name="Footer Placeholder">
            <a:extLst>
              <a:ext uri="{FF2B5EF4-FFF2-40B4-BE49-F238E27FC236}">
                <a16:creationId xmlns:a16="http://schemas.microsoft.com/office/drawing/2014/main" id="{36983F93-FD6F-4DAC-8F23-D4EF00A0420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 bwMode="black">
          <a:xfrm>
            <a:off x="411163" y="6310800"/>
            <a:ext cx="9288000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</p:spTree>
    <p:extLst>
      <p:ext uri="{BB962C8B-B14F-4D97-AF65-F5344CB8AC3E}">
        <p14:creationId xmlns:p14="http://schemas.microsoft.com/office/powerpoint/2010/main" val="202496156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3" pos="6109">
          <p15:clr>
            <a:srgbClr val="65CEFF"/>
          </p15:clr>
        </p15:guide>
        <p15:guide id="4" pos="7425">
          <p15:clr>
            <a:srgbClr val="65CEFF"/>
          </p15:clr>
        </p15:guide>
        <p15:guide id="5" orient="horz" pos="891">
          <p15:clr>
            <a:srgbClr val="65CEFF"/>
          </p15:clr>
        </p15:guide>
        <p15:guide id="6" orient="horz" pos="3658">
          <p15:clr>
            <a:srgbClr val="65CEFF"/>
          </p15:clr>
        </p15:guide>
        <p15:guide id="7" orient="horz" pos="4157">
          <p15:clr>
            <a:srgbClr val="65CEFF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mask&amp;blur Transformation 80pt (motif 1)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B3CAAA86-26BD-41E0-A26A-7AF592C3A3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410400" y="1414464"/>
            <a:ext cx="11376788" cy="2462213"/>
          </a:xfrm>
          <a:noFill/>
        </p:spPr>
        <p:txBody>
          <a:bodyPr wrap="square" rIns="0" bIns="0" anchor="b" anchorCtr="0">
            <a:spAutoFit/>
          </a:bodyPr>
          <a:lstStyle>
            <a:lvl1pPr marL="0">
              <a:lnSpc>
                <a:spcPct val="100000"/>
              </a:lnSpc>
              <a:defRPr sz="8000" b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Title chart, </a:t>
            </a:r>
            <a:br>
              <a:rPr lang="en-US" dirty="0"/>
            </a:br>
            <a:r>
              <a:rPr lang="en-US" dirty="0"/>
              <a:t>Arial, 80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3" name="Subhead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411162" y="3876677"/>
            <a:ext cx="9286875" cy="1930398"/>
          </a:xfrm>
          <a:prstGeom prst="rect">
            <a:avLst/>
          </a:prstGeom>
        </p:spPr>
        <p:txBody>
          <a:bodyPr lIns="0" tIns="370800">
            <a:noAutofit/>
          </a:bodyPr>
          <a:lstStyle>
            <a:lvl1pPr marL="0" indent="0" algn="l">
              <a:spcAft>
                <a:spcPts val="300"/>
              </a:spcAft>
              <a:buNone/>
              <a:defRPr sz="3200">
                <a:solidFill>
                  <a:schemeClr val="tx1"/>
                </a:solidFill>
              </a:defRPr>
            </a:lvl1pPr>
            <a:lvl2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2400"/>
            </a:lvl2pPr>
            <a:lvl3pPr marL="0" indent="0" algn="l">
              <a:spcAft>
                <a:spcPts val="300"/>
              </a:spcAft>
              <a:buNone/>
              <a:defRPr sz="1600"/>
            </a:lvl3pPr>
            <a:lvl4pPr marL="0" indent="0" algn="l">
              <a:buNone/>
              <a:defRPr sz="1600"/>
            </a:lvl4pPr>
            <a:lvl5pPr marL="0" indent="0" algn="l">
              <a:buNone/>
              <a:defRPr sz="1600"/>
            </a:lvl5pPr>
            <a:lvl6pPr marL="0" indent="0" algn="l">
              <a:buNone/>
              <a:defRPr sz="1600"/>
            </a:lvl6pPr>
            <a:lvl7pPr marL="0" indent="0" algn="l">
              <a:buNone/>
              <a:defRPr sz="1600"/>
            </a:lvl7pPr>
            <a:lvl8pPr marL="0" indent="0" algn="l">
              <a:buNone/>
              <a:defRPr sz="1600"/>
            </a:lvl8pPr>
            <a:lvl9pPr marL="0" indent="0" algn="l">
              <a:buNone/>
              <a:defRPr sz="1600"/>
            </a:lvl9pPr>
          </a:lstStyle>
          <a:p>
            <a:r>
              <a:rPr lang="en-US" dirty="0"/>
              <a:t>Subhead for headline size 80 </a:t>
            </a:r>
            <a:r>
              <a:rPr lang="en-US" dirty="0" err="1"/>
              <a:t>pt</a:t>
            </a:r>
            <a:endParaRPr lang="en-US" dirty="0"/>
          </a:p>
        </p:txBody>
      </p:sp>
      <p:pic>
        <p:nvPicPr>
          <p:cNvPr id="10" name="Siemens Logo">
            <a:extLst>
              <a:ext uri="{FF2B5EF4-FFF2-40B4-BE49-F238E27FC236}">
                <a16:creationId xmlns:a16="http://schemas.microsoft.com/office/drawing/2014/main" id="{9A561178-96D2-407A-94C5-91A37401F657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 bwMode="black">
          <a:xfrm>
            <a:off x="10274400" y="6364800"/>
            <a:ext cx="1512000" cy="240408"/>
          </a:xfrm>
          <a:prstGeom prst="rect">
            <a:avLst/>
          </a:prstGeom>
        </p:spPr>
      </p:pic>
      <p:sp>
        <p:nvSpPr>
          <p:cNvPr id="2" name="Footer Placeholder">
            <a:extLst>
              <a:ext uri="{FF2B5EF4-FFF2-40B4-BE49-F238E27FC236}">
                <a16:creationId xmlns:a16="http://schemas.microsoft.com/office/drawing/2014/main" id="{36983F93-FD6F-4DAC-8F23-D4EF00A0420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 bwMode="black">
          <a:xfrm>
            <a:off x="411163" y="6310800"/>
            <a:ext cx="9288000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</p:spTree>
    <p:extLst>
      <p:ext uri="{BB962C8B-B14F-4D97-AF65-F5344CB8AC3E}">
        <p14:creationId xmlns:p14="http://schemas.microsoft.com/office/powerpoint/2010/main" val="424627924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3" pos="6109">
          <p15:clr>
            <a:srgbClr val="65CEFF"/>
          </p15:clr>
        </p15:guide>
        <p15:guide id="4" pos="7425">
          <p15:clr>
            <a:srgbClr val="65CEFF"/>
          </p15:clr>
        </p15:guide>
        <p15:guide id="5" orient="horz" pos="891">
          <p15:clr>
            <a:srgbClr val="65CEFF"/>
          </p15:clr>
        </p15:guide>
        <p15:guide id="6" orient="horz" pos="3658">
          <p15:clr>
            <a:srgbClr val="65CEFF"/>
          </p15:clr>
        </p15:guide>
        <p15:guide id="7" orient="horz" pos="4157">
          <p15:clr>
            <a:srgbClr val="65CEFF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mask&amp;blur Transformation 60pt (motif 1)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B3CAAA86-26BD-41E0-A26A-7AF592C3A3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410400" y="1414463"/>
            <a:ext cx="11376000" cy="2769989"/>
          </a:xfrm>
          <a:noFill/>
        </p:spPr>
        <p:txBody>
          <a:bodyPr wrap="square" rIns="0" bIns="0" anchor="b" anchorCtr="0">
            <a:spAutoFit/>
          </a:bodyPr>
          <a:lstStyle>
            <a:lvl1pPr marL="0">
              <a:lnSpc>
                <a:spcPct val="100000"/>
              </a:lnSpc>
              <a:defRPr sz="6000" b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Title chart, </a:t>
            </a:r>
            <a:br>
              <a:rPr lang="en-US" dirty="0"/>
            </a:br>
            <a:r>
              <a:rPr lang="en-US" dirty="0"/>
              <a:t>Arial Regular, 60 </a:t>
            </a:r>
            <a:r>
              <a:rPr lang="en-US" dirty="0" err="1"/>
              <a:t>pt</a:t>
            </a:r>
            <a:r>
              <a:rPr lang="en-US" dirty="0"/>
              <a:t>,</a:t>
            </a:r>
            <a:br>
              <a:rPr lang="en-US" dirty="0"/>
            </a:br>
            <a:r>
              <a:rPr lang="en-US" dirty="0"/>
              <a:t>3 lines</a:t>
            </a:r>
          </a:p>
        </p:txBody>
      </p:sp>
      <p:sp>
        <p:nvSpPr>
          <p:cNvPr id="3" name="Subhead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411163" y="4184453"/>
            <a:ext cx="9288000" cy="1622622"/>
          </a:xfrm>
          <a:prstGeom prst="rect">
            <a:avLst/>
          </a:prstGeom>
        </p:spPr>
        <p:txBody>
          <a:bodyPr lIns="0" tIns="370800">
            <a:noAutofit/>
          </a:bodyPr>
          <a:lstStyle>
            <a:lvl1pPr marL="0" indent="0" algn="l">
              <a:spcAft>
                <a:spcPts val="300"/>
              </a:spcAft>
              <a:buNone/>
              <a:defRPr sz="2400">
                <a:solidFill>
                  <a:schemeClr val="tx1"/>
                </a:solidFill>
              </a:defRPr>
            </a:lvl1pPr>
            <a:lvl2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2400"/>
            </a:lvl2pPr>
            <a:lvl3pPr marL="0" indent="0" algn="l">
              <a:spcAft>
                <a:spcPts val="300"/>
              </a:spcAft>
              <a:buNone/>
              <a:defRPr sz="1600"/>
            </a:lvl3pPr>
            <a:lvl4pPr marL="0" indent="0" algn="l">
              <a:buNone/>
              <a:defRPr sz="1600"/>
            </a:lvl4pPr>
            <a:lvl5pPr marL="0" indent="0" algn="l">
              <a:buNone/>
              <a:defRPr sz="1600"/>
            </a:lvl5pPr>
            <a:lvl6pPr marL="0" indent="0" algn="l">
              <a:buNone/>
              <a:defRPr sz="1600"/>
            </a:lvl6pPr>
            <a:lvl7pPr marL="0" indent="0" algn="l">
              <a:buNone/>
              <a:defRPr sz="1600"/>
            </a:lvl7pPr>
            <a:lvl8pPr marL="0" indent="0" algn="l">
              <a:buNone/>
              <a:defRPr sz="1600"/>
            </a:lvl8pPr>
            <a:lvl9pPr marL="0" indent="0" algn="l">
              <a:buNone/>
              <a:defRPr sz="1600"/>
            </a:lvl9pPr>
          </a:lstStyle>
          <a:p>
            <a:pPr lvl="0"/>
            <a:r>
              <a:rPr lang="en-US" dirty="0"/>
              <a:t>Subhead for headline size 60 </a:t>
            </a:r>
            <a:r>
              <a:rPr lang="en-US" dirty="0" err="1"/>
              <a:t>pt</a:t>
            </a:r>
            <a:endParaRPr lang="en-US" dirty="0"/>
          </a:p>
        </p:txBody>
      </p:sp>
      <p:pic>
        <p:nvPicPr>
          <p:cNvPr id="10" name="Siemens Logo">
            <a:extLst>
              <a:ext uri="{FF2B5EF4-FFF2-40B4-BE49-F238E27FC236}">
                <a16:creationId xmlns:a16="http://schemas.microsoft.com/office/drawing/2014/main" id="{9A561178-96D2-407A-94C5-91A37401F657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 bwMode="black">
          <a:xfrm>
            <a:off x="10274400" y="6364800"/>
            <a:ext cx="1512000" cy="240408"/>
          </a:xfrm>
          <a:prstGeom prst="rect">
            <a:avLst/>
          </a:prstGeom>
        </p:spPr>
      </p:pic>
      <p:sp>
        <p:nvSpPr>
          <p:cNvPr id="2" name="Footer Placeholder">
            <a:extLst>
              <a:ext uri="{FF2B5EF4-FFF2-40B4-BE49-F238E27FC236}">
                <a16:creationId xmlns:a16="http://schemas.microsoft.com/office/drawing/2014/main" id="{36983F93-FD6F-4DAC-8F23-D4EF00A0420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 bwMode="black">
          <a:xfrm>
            <a:off x="411163" y="6310800"/>
            <a:ext cx="9288000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</p:spTree>
    <p:extLst>
      <p:ext uri="{BB962C8B-B14F-4D97-AF65-F5344CB8AC3E}">
        <p14:creationId xmlns:p14="http://schemas.microsoft.com/office/powerpoint/2010/main" val="11513641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3" pos="6109">
          <p15:clr>
            <a:srgbClr val="65CEFF"/>
          </p15:clr>
        </p15:guide>
        <p15:guide id="4" pos="7425">
          <p15:clr>
            <a:srgbClr val="65CEFF"/>
          </p15:clr>
        </p15:guide>
        <p15:guide id="5" orient="horz" pos="891">
          <p15:clr>
            <a:srgbClr val="65CEFF"/>
          </p15:clr>
        </p15:guide>
        <p15:guide id="6" orient="horz" pos="3658">
          <p15:clr>
            <a:srgbClr val="65CEFF"/>
          </p15:clr>
        </p15:guide>
        <p15:guide id="7" orient="horz" pos="4157">
          <p15:clr>
            <a:srgbClr val="65CEFF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mask&amp;blur Transformation 40pt (motif 1)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B3CAAA86-26BD-41E0-A26A-7AF592C3A3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410400" y="1414464"/>
            <a:ext cx="9288000" cy="2462213"/>
          </a:xfrm>
          <a:noFill/>
        </p:spPr>
        <p:txBody>
          <a:bodyPr wrap="square" rIns="0" bIns="0" anchor="b" anchorCtr="0">
            <a:spAutoFit/>
          </a:bodyPr>
          <a:lstStyle>
            <a:lvl1pPr marL="0">
              <a:lnSpc>
                <a:spcPct val="100000"/>
              </a:lnSpc>
              <a:defRPr sz="4000" b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Title chart, </a:t>
            </a:r>
            <a:br>
              <a:rPr lang="en-US" dirty="0"/>
            </a:br>
            <a:r>
              <a:rPr lang="en-US" dirty="0"/>
              <a:t>Arial Regular, 40 </a:t>
            </a:r>
            <a:r>
              <a:rPr lang="en-US" dirty="0" err="1"/>
              <a:t>pt</a:t>
            </a:r>
            <a:r>
              <a:rPr lang="en-US" dirty="0"/>
              <a:t>, </a:t>
            </a:r>
            <a:br>
              <a:rPr lang="en-US" dirty="0"/>
            </a:br>
            <a:r>
              <a:rPr lang="en-US" dirty="0"/>
              <a:t>extra long headlines,</a:t>
            </a:r>
            <a:br>
              <a:rPr lang="en-US" dirty="0"/>
            </a:br>
            <a:r>
              <a:rPr lang="en-US" dirty="0"/>
              <a:t>4 lines</a:t>
            </a:r>
          </a:p>
        </p:txBody>
      </p:sp>
      <p:sp>
        <p:nvSpPr>
          <p:cNvPr id="3" name="Subhead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411163" y="3876675"/>
            <a:ext cx="9288000" cy="1930123"/>
          </a:xfrm>
          <a:prstGeom prst="rect">
            <a:avLst/>
          </a:prstGeom>
        </p:spPr>
        <p:txBody>
          <a:bodyPr lIns="0" tIns="370800">
            <a:noAutofit/>
          </a:bodyPr>
          <a:lstStyle>
            <a:lvl1pPr marL="0" indent="0" algn="l">
              <a:spcAft>
                <a:spcPts val="300"/>
              </a:spcAft>
              <a:buNone/>
              <a:defRPr sz="1600">
                <a:solidFill>
                  <a:schemeClr val="tx1"/>
                </a:solidFill>
              </a:defRPr>
            </a:lvl1pPr>
            <a:lvl2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1600"/>
            </a:lvl2pPr>
            <a:lvl3pPr marL="0" indent="0" algn="l">
              <a:spcAft>
                <a:spcPts val="300"/>
              </a:spcAft>
              <a:buNone/>
              <a:defRPr sz="1600"/>
            </a:lvl3pPr>
            <a:lvl4pPr marL="0" indent="0" algn="l">
              <a:buNone/>
              <a:defRPr sz="1600"/>
            </a:lvl4pPr>
            <a:lvl5pPr marL="0" indent="0" algn="l">
              <a:buNone/>
              <a:defRPr sz="1600"/>
            </a:lvl5pPr>
            <a:lvl6pPr marL="0" indent="0" algn="l">
              <a:buNone/>
              <a:defRPr sz="1600"/>
            </a:lvl6pPr>
            <a:lvl7pPr marL="0" indent="0" algn="l">
              <a:buNone/>
              <a:defRPr sz="1600"/>
            </a:lvl7pPr>
            <a:lvl8pPr marL="0" indent="0" algn="l">
              <a:buNone/>
              <a:defRPr sz="1600"/>
            </a:lvl8pPr>
            <a:lvl9pPr marL="0" indent="0" algn="l">
              <a:buNone/>
              <a:defRPr sz="1600"/>
            </a:lvl9pPr>
          </a:lstStyle>
          <a:p>
            <a:pPr lvl="0"/>
            <a:r>
              <a:rPr lang="en-US" dirty="0"/>
              <a:t>Subhead for headline size 40 </a:t>
            </a:r>
            <a:r>
              <a:rPr lang="en-US" dirty="0" err="1"/>
              <a:t>pt</a:t>
            </a:r>
            <a:endParaRPr lang="en-US" dirty="0"/>
          </a:p>
        </p:txBody>
      </p:sp>
      <p:pic>
        <p:nvPicPr>
          <p:cNvPr id="10" name="Siemens Logo">
            <a:extLst>
              <a:ext uri="{FF2B5EF4-FFF2-40B4-BE49-F238E27FC236}">
                <a16:creationId xmlns:a16="http://schemas.microsoft.com/office/drawing/2014/main" id="{9A561178-96D2-407A-94C5-91A37401F657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 bwMode="black">
          <a:xfrm>
            <a:off x="10274400" y="6364800"/>
            <a:ext cx="1512000" cy="240408"/>
          </a:xfrm>
          <a:prstGeom prst="rect">
            <a:avLst/>
          </a:prstGeom>
        </p:spPr>
      </p:pic>
      <p:sp>
        <p:nvSpPr>
          <p:cNvPr id="2" name="Footer Placeholder">
            <a:extLst>
              <a:ext uri="{FF2B5EF4-FFF2-40B4-BE49-F238E27FC236}">
                <a16:creationId xmlns:a16="http://schemas.microsoft.com/office/drawing/2014/main" id="{36983F93-FD6F-4DAC-8F23-D4EF00A0420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 bwMode="black">
          <a:xfrm>
            <a:off x="411163" y="6310800"/>
            <a:ext cx="9288000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</p:spTree>
    <p:extLst>
      <p:ext uri="{BB962C8B-B14F-4D97-AF65-F5344CB8AC3E}">
        <p14:creationId xmlns:p14="http://schemas.microsoft.com/office/powerpoint/2010/main" val="292087435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3" pos="6109">
          <p15:clr>
            <a:srgbClr val="65CEFF"/>
          </p15:clr>
        </p15:guide>
        <p15:guide id="4" pos="7425">
          <p15:clr>
            <a:srgbClr val="65CEFF"/>
          </p15:clr>
        </p15:guide>
        <p15:guide id="5" orient="horz" pos="891">
          <p15:clr>
            <a:srgbClr val="65CEFF"/>
          </p15:clr>
        </p15:guide>
        <p15:guide id="6" orient="horz" pos="3658">
          <p15:clr>
            <a:srgbClr val="65CEFF"/>
          </p15:clr>
        </p15:guide>
        <p15:guide id="7" orient="horz" pos="4157">
          <p15:clr>
            <a:srgbClr val="65CEFF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mask&amp;blur Transformation 80pt (motif 2)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B3CAAA86-26BD-41E0-A26A-7AF592C3A3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410400" y="1414464"/>
            <a:ext cx="11376788" cy="2462213"/>
          </a:xfrm>
          <a:noFill/>
        </p:spPr>
        <p:txBody>
          <a:bodyPr wrap="square" rIns="0" bIns="0" anchor="b" anchorCtr="0">
            <a:spAutoFit/>
          </a:bodyPr>
          <a:lstStyle>
            <a:lvl1pPr marL="0">
              <a:lnSpc>
                <a:spcPct val="100000"/>
              </a:lnSpc>
              <a:defRPr sz="8000" b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Title chart, </a:t>
            </a:r>
            <a:br>
              <a:rPr lang="en-US" dirty="0"/>
            </a:br>
            <a:r>
              <a:rPr lang="en-US" dirty="0"/>
              <a:t>Arial, 80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3" name="Subhead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411162" y="3876677"/>
            <a:ext cx="9286875" cy="1930398"/>
          </a:xfrm>
          <a:prstGeom prst="rect">
            <a:avLst/>
          </a:prstGeom>
        </p:spPr>
        <p:txBody>
          <a:bodyPr lIns="0" tIns="370800">
            <a:noAutofit/>
          </a:bodyPr>
          <a:lstStyle>
            <a:lvl1pPr marL="0" indent="0" algn="l">
              <a:spcAft>
                <a:spcPts val="300"/>
              </a:spcAft>
              <a:buNone/>
              <a:defRPr sz="3200">
                <a:solidFill>
                  <a:schemeClr val="tx1"/>
                </a:solidFill>
              </a:defRPr>
            </a:lvl1pPr>
            <a:lvl2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2400"/>
            </a:lvl2pPr>
            <a:lvl3pPr marL="0" indent="0" algn="l">
              <a:spcAft>
                <a:spcPts val="300"/>
              </a:spcAft>
              <a:buNone/>
              <a:defRPr sz="1600"/>
            </a:lvl3pPr>
            <a:lvl4pPr marL="0" indent="0" algn="l">
              <a:buNone/>
              <a:defRPr sz="1600"/>
            </a:lvl4pPr>
            <a:lvl5pPr marL="0" indent="0" algn="l">
              <a:buNone/>
              <a:defRPr sz="1600"/>
            </a:lvl5pPr>
            <a:lvl6pPr marL="0" indent="0" algn="l">
              <a:buNone/>
              <a:defRPr sz="1600"/>
            </a:lvl6pPr>
            <a:lvl7pPr marL="0" indent="0" algn="l">
              <a:buNone/>
              <a:defRPr sz="1600"/>
            </a:lvl7pPr>
            <a:lvl8pPr marL="0" indent="0" algn="l">
              <a:buNone/>
              <a:defRPr sz="1600"/>
            </a:lvl8pPr>
            <a:lvl9pPr marL="0" indent="0" algn="l">
              <a:buNone/>
              <a:defRPr sz="1600"/>
            </a:lvl9pPr>
          </a:lstStyle>
          <a:p>
            <a:r>
              <a:rPr lang="en-US" dirty="0"/>
              <a:t>Subhead for headline size 80 </a:t>
            </a:r>
            <a:r>
              <a:rPr lang="en-US" dirty="0" err="1"/>
              <a:t>pt</a:t>
            </a:r>
            <a:endParaRPr lang="en-US" dirty="0"/>
          </a:p>
        </p:txBody>
      </p:sp>
      <p:pic>
        <p:nvPicPr>
          <p:cNvPr id="10" name="Siemens Logo">
            <a:extLst>
              <a:ext uri="{FF2B5EF4-FFF2-40B4-BE49-F238E27FC236}">
                <a16:creationId xmlns:a16="http://schemas.microsoft.com/office/drawing/2014/main" id="{9A561178-96D2-407A-94C5-91A37401F657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 bwMode="black">
          <a:xfrm>
            <a:off x="10274400" y="6364800"/>
            <a:ext cx="1512000" cy="240408"/>
          </a:xfrm>
          <a:prstGeom prst="rect">
            <a:avLst/>
          </a:prstGeom>
        </p:spPr>
      </p:pic>
      <p:sp>
        <p:nvSpPr>
          <p:cNvPr id="2" name="Footer Placeholder">
            <a:extLst>
              <a:ext uri="{FF2B5EF4-FFF2-40B4-BE49-F238E27FC236}">
                <a16:creationId xmlns:a16="http://schemas.microsoft.com/office/drawing/2014/main" id="{36983F93-FD6F-4DAC-8F23-D4EF00A0420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 bwMode="black">
          <a:xfrm>
            <a:off x="411163" y="6310800"/>
            <a:ext cx="9288000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</p:spTree>
    <p:extLst>
      <p:ext uri="{BB962C8B-B14F-4D97-AF65-F5344CB8AC3E}">
        <p14:creationId xmlns:p14="http://schemas.microsoft.com/office/powerpoint/2010/main" val="129160578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3" pos="6109">
          <p15:clr>
            <a:srgbClr val="65CEFF"/>
          </p15:clr>
        </p15:guide>
        <p15:guide id="4" pos="7425">
          <p15:clr>
            <a:srgbClr val="65CEFF"/>
          </p15:clr>
        </p15:guide>
        <p15:guide id="5" orient="horz" pos="891">
          <p15:clr>
            <a:srgbClr val="65CEFF"/>
          </p15:clr>
        </p15:guide>
        <p15:guide id="6" orient="horz" pos="3658">
          <p15:clr>
            <a:srgbClr val="65CEFF"/>
          </p15:clr>
        </p15:guide>
        <p15:guide id="7" orient="horz" pos="4157">
          <p15:clr>
            <a:srgbClr val="65CEFF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mask&amp;blur Transformation 60pt (motif 2)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B3CAAA86-26BD-41E0-A26A-7AF592C3A3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410400" y="1414463"/>
            <a:ext cx="11376000" cy="2769989"/>
          </a:xfrm>
          <a:noFill/>
        </p:spPr>
        <p:txBody>
          <a:bodyPr wrap="square" rIns="0" bIns="0" anchor="b" anchorCtr="0">
            <a:spAutoFit/>
          </a:bodyPr>
          <a:lstStyle>
            <a:lvl1pPr marL="0">
              <a:lnSpc>
                <a:spcPct val="100000"/>
              </a:lnSpc>
              <a:defRPr sz="6000" b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Title chart, </a:t>
            </a:r>
            <a:br>
              <a:rPr lang="en-US" dirty="0"/>
            </a:br>
            <a:r>
              <a:rPr lang="en-US" dirty="0"/>
              <a:t>Arial Regular, 60 </a:t>
            </a:r>
            <a:r>
              <a:rPr lang="en-US" dirty="0" err="1"/>
              <a:t>pt</a:t>
            </a:r>
            <a:r>
              <a:rPr lang="en-US" dirty="0"/>
              <a:t>,</a:t>
            </a:r>
            <a:br>
              <a:rPr lang="en-US" dirty="0"/>
            </a:br>
            <a:r>
              <a:rPr lang="en-US" dirty="0"/>
              <a:t>3 lines</a:t>
            </a:r>
          </a:p>
        </p:txBody>
      </p:sp>
      <p:sp>
        <p:nvSpPr>
          <p:cNvPr id="3" name="Subhead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411163" y="4184453"/>
            <a:ext cx="9288000" cy="1622622"/>
          </a:xfrm>
          <a:prstGeom prst="rect">
            <a:avLst/>
          </a:prstGeom>
        </p:spPr>
        <p:txBody>
          <a:bodyPr lIns="0" tIns="370800">
            <a:noAutofit/>
          </a:bodyPr>
          <a:lstStyle>
            <a:lvl1pPr marL="0" indent="0" algn="l">
              <a:spcAft>
                <a:spcPts val="300"/>
              </a:spcAft>
              <a:buNone/>
              <a:defRPr sz="2400">
                <a:solidFill>
                  <a:schemeClr val="tx1"/>
                </a:solidFill>
              </a:defRPr>
            </a:lvl1pPr>
            <a:lvl2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2400"/>
            </a:lvl2pPr>
            <a:lvl3pPr marL="0" indent="0" algn="l">
              <a:spcAft>
                <a:spcPts val="300"/>
              </a:spcAft>
              <a:buNone/>
              <a:defRPr sz="1600"/>
            </a:lvl3pPr>
            <a:lvl4pPr marL="0" indent="0" algn="l">
              <a:buNone/>
              <a:defRPr sz="1600"/>
            </a:lvl4pPr>
            <a:lvl5pPr marL="0" indent="0" algn="l">
              <a:buNone/>
              <a:defRPr sz="1600"/>
            </a:lvl5pPr>
            <a:lvl6pPr marL="0" indent="0" algn="l">
              <a:buNone/>
              <a:defRPr sz="1600"/>
            </a:lvl6pPr>
            <a:lvl7pPr marL="0" indent="0" algn="l">
              <a:buNone/>
              <a:defRPr sz="1600"/>
            </a:lvl7pPr>
            <a:lvl8pPr marL="0" indent="0" algn="l">
              <a:buNone/>
              <a:defRPr sz="1600"/>
            </a:lvl8pPr>
            <a:lvl9pPr marL="0" indent="0" algn="l">
              <a:buNone/>
              <a:defRPr sz="1600"/>
            </a:lvl9pPr>
          </a:lstStyle>
          <a:p>
            <a:pPr lvl="0"/>
            <a:r>
              <a:rPr lang="en-US" dirty="0"/>
              <a:t>Subhead for headline size 60 </a:t>
            </a:r>
            <a:r>
              <a:rPr lang="en-US" dirty="0" err="1"/>
              <a:t>pt</a:t>
            </a:r>
            <a:endParaRPr lang="en-US" dirty="0"/>
          </a:p>
        </p:txBody>
      </p:sp>
      <p:pic>
        <p:nvPicPr>
          <p:cNvPr id="10" name="Siemens Logo">
            <a:extLst>
              <a:ext uri="{FF2B5EF4-FFF2-40B4-BE49-F238E27FC236}">
                <a16:creationId xmlns:a16="http://schemas.microsoft.com/office/drawing/2014/main" id="{9A561178-96D2-407A-94C5-91A37401F657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 bwMode="black">
          <a:xfrm>
            <a:off x="10274400" y="6364800"/>
            <a:ext cx="1512000" cy="240408"/>
          </a:xfrm>
          <a:prstGeom prst="rect">
            <a:avLst/>
          </a:prstGeom>
        </p:spPr>
      </p:pic>
      <p:sp>
        <p:nvSpPr>
          <p:cNvPr id="2" name="Footer Placeholder">
            <a:extLst>
              <a:ext uri="{FF2B5EF4-FFF2-40B4-BE49-F238E27FC236}">
                <a16:creationId xmlns:a16="http://schemas.microsoft.com/office/drawing/2014/main" id="{36983F93-FD6F-4DAC-8F23-D4EF00A0420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 bwMode="black">
          <a:xfrm>
            <a:off x="411163" y="6310800"/>
            <a:ext cx="9288000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</p:spTree>
    <p:extLst>
      <p:ext uri="{BB962C8B-B14F-4D97-AF65-F5344CB8AC3E}">
        <p14:creationId xmlns:p14="http://schemas.microsoft.com/office/powerpoint/2010/main" val="415397850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3" pos="6109">
          <p15:clr>
            <a:srgbClr val="65CEFF"/>
          </p15:clr>
        </p15:guide>
        <p15:guide id="4" pos="7425">
          <p15:clr>
            <a:srgbClr val="65CEFF"/>
          </p15:clr>
        </p15:guide>
        <p15:guide id="5" orient="horz" pos="891">
          <p15:clr>
            <a:srgbClr val="65CEFF"/>
          </p15:clr>
        </p15:guide>
        <p15:guide id="6" orient="horz" pos="3658">
          <p15:clr>
            <a:srgbClr val="65CEFF"/>
          </p15:clr>
        </p15:guide>
        <p15:guide id="7" orient="horz" pos="4157">
          <p15:clr>
            <a:srgbClr val="65CEFF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mask&amp;blur Transformation 40pt (motif 2)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B3CAAA86-26BD-41E0-A26A-7AF592C3A3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410400" y="1414464"/>
            <a:ext cx="9288000" cy="2462213"/>
          </a:xfrm>
          <a:noFill/>
        </p:spPr>
        <p:txBody>
          <a:bodyPr wrap="square" rIns="0" bIns="0" anchor="b" anchorCtr="0">
            <a:spAutoFit/>
          </a:bodyPr>
          <a:lstStyle>
            <a:lvl1pPr marL="0">
              <a:lnSpc>
                <a:spcPct val="100000"/>
              </a:lnSpc>
              <a:defRPr sz="4000" b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Title chart, </a:t>
            </a:r>
            <a:br>
              <a:rPr lang="en-US" dirty="0"/>
            </a:br>
            <a:r>
              <a:rPr lang="en-US" dirty="0"/>
              <a:t>Arial Regular, 40 </a:t>
            </a:r>
            <a:r>
              <a:rPr lang="en-US" dirty="0" err="1"/>
              <a:t>pt</a:t>
            </a:r>
            <a:r>
              <a:rPr lang="en-US" dirty="0"/>
              <a:t>, </a:t>
            </a:r>
            <a:br>
              <a:rPr lang="en-US" dirty="0"/>
            </a:br>
            <a:r>
              <a:rPr lang="en-US" dirty="0"/>
              <a:t>extra long headlines,</a:t>
            </a:r>
            <a:br>
              <a:rPr lang="en-US" dirty="0"/>
            </a:br>
            <a:r>
              <a:rPr lang="en-US" dirty="0"/>
              <a:t>4 lines</a:t>
            </a:r>
          </a:p>
        </p:txBody>
      </p:sp>
      <p:sp>
        <p:nvSpPr>
          <p:cNvPr id="3" name="Subhead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411163" y="3876675"/>
            <a:ext cx="9288000" cy="1930123"/>
          </a:xfrm>
          <a:prstGeom prst="rect">
            <a:avLst/>
          </a:prstGeom>
        </p:spPr>
        <p:txBody>
          <a:bodyPr lIns="0" tIns="370800">
            <a:noAutofit/>
          </a:bodyPr>
          <a:lstStyle>
            <a:lvl1pPr marL="0" indent="0" algn="l">
              <a:spcAft>
                <a:spcPts val="300"/>
              </a:spcAft>
              <a:buNone/>
              <a:defRPr sz="1600">
                <a:solidFill>
                  <a:schemeClr val="tx1"/>
                </a:solidFill>
              </a:defRPr>
            </a:lvl1pPr>
            <a:lvl2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1600"/>
            </a:lvl2pPr>
            <a:lvl3pPr marL="0" indent="0" algn="l">
              <a:spcAft>
                <a:spcPts val="300"/>
              </a:spcAft>
              <a:buNone/>
              <a:defRPr sz="1600"/>
            </a:lvl3pPr>
            <a:lvl4pPr marL="0" indent="0" algn="l">
              <a:buNone/>
              <a:defRPr sz="1600"/>
            </a:lvl4pPr>
            <a:lvl5pPr marL="0" indent="0" algn="l">
              <a:buNone/>
              <a:defRPr sz="1600"/>
            </a:lvl5pPr>
            <a:lvl6pPr marL="0" indent="0" algn="l">
              <a:buNone/>
              <a:defRPr sz="1600"/>
            </a:lvl6pPr>
            <a:lvl7pPr marL="0" indent="0" algn="l">
              <a:buNone/>
              <a:defRPr sz="1600"/>
            </a:lvl7pPr>
            <a:lvl8pPr marL="0" indent="0" algn="l">
              <a:buNone/>
              <a:defRPr sz="1600"/>
            </a:lvl8pPr>
            <a:lvl9pPr marL="0" indent="0" algn="l">
              <a:buNone/>
              <a:defRPr sz="1600"/>
            </a:lvl9pPr>
          </a:lstStyle>
          <a:p>
            <a:pPr lvl="0"/>
            <a:r>
              <a:rPr lang="en-US" dirty="0"/>
              <a:t>Subhead for headline size 40 </a:t>
            </a:r>
            <a:r>
              <a:rPr lang="en-US" dirty="0" err="1"/>
              <a:t>pt</a:t>
            </a:r>
            <a:endParaRPr lang="en-US" dirty="0"/>
          </a:p>
        </p:txBody>
      </p:sp>
      <p:pic>
        <p:nvPicPr>
          <p:cNvPr id="10" name="Siemens Logo">
            <a:extLst>
              <a:ext uri="{FF2B5EF4-FFF2-40B4-BE49-F238E27FC236}">
                <a16:creationId xmlns:a16="http://schemas.microsoft.com/office/drawing/2014/main" id="{9A561178-96D2-407A-94C5-91A37401F657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 bwMode="black">
          <a:xfrm>
            <a:off x="10274400" y="6364800"/>
            <a:ext cx="1512000" cy="240408"/>
          </a:xfrm>
          <a:prstGeom prst="rect">
            <a:avLst/>
          </a:prstGeom>
        </p:spPr>
      </p:pic>
      <p:sp>
        <p:nvSpPr>
          <p:cNvPr id="2" name="Footer Placeholder">
            <a:extLst>
              <a:ext uri="{FF2B5EF4-FFF2-40B4-BE49-F238E27FC236}">
                <a16:creationId xmlns:a16="http://schemas.microsoft.com/office/drawing/2014/main" id="{36983F93-FD6F-4DAC-8F23-D4EF00A0420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 bwMode="black">
          <a:xfrm>
            <a:off x="411163" y="6310800"/>
            <a:ext cx="9288000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</p:spTree>
    <p:extLst>
      <p:ext uri="{BB962C8B-B14F-4D97-AF65-F5344CB8AC3E}">
        <p14:creationId xmlns:p14="http://schemas.microsoft.com/office/powerpoint/2010/main" val="336138543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3" pos="6109">
          <p15:clr>
            <a:srgbClr val="65CEFF"/>
          </p15:clr>
        </p15:guide>
        <p15:guide id="4" pos="7425">
          <p15:clr>
            <a:srgbClr val="65CEFF"/>
          </p15:clr>
        </p15:guide>
        <p15:guide id="5" orient="horz" pos="891">
          <p15:clr>
            <a:srgbClr val="65CEFF"/>
          </p15:clr>
        </p15:guide>
        <p15:guide id="6" orient="horz" pos="3658">
          <p15:clr>
            <a:srgbClr val="65CEFF"/>
          </p15:clr>
        </p15:guide>
        <p15:guide id="7" orient="horz" pos="4157">
          <p15:clr>
            <a:srgbClr val="65CEFF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mask&amp;blur Transformation 80pt (motif 3)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B3CAAA86-26BD-41E0-A26A-7AF592C3A3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410400" y="1414464"/>
            <a:ext cx="11376788" cy="2462213"/>
          </a:xfrm>
          <a:noFill/>
        </p:spPr>
        <p:txBody>
          <a:bodyPr wrap="square" rIns="0" bIns="0" anchor="b" anchorCtr="0">
            <a:spAutoFit/>
          </a:bodyPr>
          <a:lstStyle>
            <a:lvl1pPr marL="0">
              <a:lnSpc>
                <a:spcPct val="100000"/>
              </a:lnSpc>
              <a:defRPr sz="8000" b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Title chart, </a:t>
            </a:r>
            <a:br>
              <a:rPr lang="en-US" dirty="0"/>
            </a:br>
            <a:r>
              <a:rPr lang="en-US" dirty="0"/>
              <a:t>Arial, 80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3" name="Subhead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411162" y="3876677"/>
            <a:ext cx="9286875" cy="1930398"/>
          </a:xfrm>
          <a:prstGeom prst="rect">
            <a:avLst/>
          </a:prstGeom>
        </p:spPr>
        <p:txBody>
          <a:bodyPr lIns="0" tIns="370800">
            <a:noAutofit/>
          </a:bodyPr>
          <a:lstStyle>
            <a:lvl1pPr marL="0" indent="0" algn="l">
              <a:spcAft>
                <a:spcPts val="300"/>
              </a:spcAft>
              <a:buNone/>
              <a:defRPr sz="3200">
                <a:solidFill>
                  <a:schemeClr val="tx2"/>
                </a:solidFill>
              </a:defRPr>
            </a:lvl1pPr>
            <a:lvl2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2400"/>
            </a:lvl2pPr>
            <a:lvl3pPr marL="0" indent="0" algn="l">
              <a:spcAft>
                <a:spcPts val="300"/>
              </a:spcAft>
              <a:buNone/>
              <a:defRPr sz="1600"/>
            </a:lvl3pPr>
            <a:lvl4pPr marL="0" indent="0" algn="l">
              <a:buNone/>
              <a:defRPr sz="1600"/>
            </a:lvl4pPr>
            <a:lvl5pPr marL="0" indent="0" algn="l">
              <a:buNone/>
              <a:defRPr sz="1600"/>
            </a:lvl5pPr>
            <a:lvl6pPr marL="0" indent="0" algn="l">
              <a:buNone/>
              <a:defRPr sz="1600"/>
            </a:lvl6pPr>
            <a:lvl7pPr marL="0" indent="0" algn="l">
              <a:buNone/>
              <a:defRPr sz="1600"/>
            </a:lvl7pPr>
            <a:lvl8pPr marL="0" indent="0" algn="l">
              <a:buNone/>
              <a:defRPr sz="1600"/>
            </a:lvl8pPr>
            <a:lvl9pPr marL="0" indent="0" algn="l">
              <a:buNone/>
              <a:defRPr sz="1600"/>
            </a:lvl9pPr>
          </a:lstStyle>
          <a:p>
            <a:r>
              <a:rPr lang="en-US" dirty="0"/>
              <a:t>Subhead for headline size 80 </a:t>
            </a:r>
            <a:r>
              <a:rPr lang="en-US" dirty="0" err="1"/>
              <a:t>pt</a:t>
            </a:r>
            <a:endParaRPr lang="en-US" dirty="0"/>
          </a:p>
        </p:txBody>
      </p:sp>
      <p:pic>
        <p:nvPicPr>
          <p:cNvPr id="10" name="Siemens Logo">
            <a:extLst>
              <a:ext uri="{FF2B5EF4-FFF2-40B4-BE49-F238E27FC236}">
                <a16:creationId xmlns:a16="http://schemas.microsoft.com/office/drawing/2014/main" id="{9A561178-96D2-407A-94C5-91A37401F657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 bwMode="black">
          <a:xfrm>
            <a:off x="10274400" y="6364800"/>
            <a:ext cx="1512000" cy="240408"/>
          </a:xfrm>
          <a:prstGeom prst="rect">
            <a:avLst/>
          </a:prstGeom>
        </p:spPr>
      </p:pic>
      <p:sp>
        <p:nvSpPr>
          <p:cNvPr id="2" name="Footer Placeholder">
            <a:extLst>
              <a:ext uri="{FF2B5EF4-FFF2-40B4-BE49-F238E27FC236}">
                <a16:creationId xmlns:a16="http://schemas.microsoft.com/office/drawing/2014/main" id="{36983F93-FD6F-4DAC-8F23-D4EF00A0420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 bwMode="black">
          <a:xfrm>
            <a:off x="411163" y="6310800"/>
            <a:ext cx="9288000" cy="5472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Restricted | © Siemens 20XX | Author | Department | YYYY-MM-DD</a:t>
            </a:r>
          </a:p>
        </p:txBody>
      </p:sp>
    </p:spTree>
    <p:extLst>
      <p:ext uri="{BB962C8B-B14F-4D97-AF65-F5344CB8AC3E}">
        <p14:creationId xmlns:p14="http://schemas.microsoft.com/office/powerpoint/2010/main" val="266292237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3" pos="6109">
          <p15:clr>
            <a:srgbClr val="65CEFF"/>
          </p15:clr>
        </p15:guide>
        <p15:guide id="4" pos="7425">
          <p15:clr>
            <a:srgbClr val="65CEFF"/>
          </p15:clr>
        </p15:guide>
        <p15:guide id="5" orient="horz" pos="891">
          <p15:clr>
            <a:srgbClr val="65CEFF"/>
          </p15:clr>
        </p15:guide>
        <p15:guide id="6" orient="horz" pos="3658">
          <p15:clr>
            <a:srgbClr val="65CEFF"/>
          </p15:clr>
        </p15:guide>
        <p15:guide id="7" orient="horz" pos="4157">
          <p15:clr>
            <a:srgbClr val="65CEFF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mask&amp;blur Transformation 60pt (motif 3)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B3CAAA86-26BD-41E0-A26A-7AF592C3A3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410400" y="1414463"/>
            <a:ext cx="11376000" cy="2769989"/>
          </a:xfrm>
          <a:noFill/>
        </p:spPr>
        <p:txBody>
          <a:bodyPr wrap="square" rIns="0" bIns="0" anchor="b" anchorCtr="0">
            <a:spAutoFit/>
          </a:bodyPr>
          <a:lstStyle>
            <a:lvl1pPr marL="0">
              <a:lnSpc>
                <a:spcPct val="100000"/>
              </a:lnSpc>
              <a:defRPr sz="6000" b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Title chart, </a:t>
            </a:r>
            <a:br>
              <a:rPr lang="en-US" dirty="0"/>
            </a:br>
            <a:r>
              <a:rPr lang="en-US" dirty="0"/>
              <a:t>Arial Regular, 60 </a:t>
            </a:r>
            <a:r>
              <a:rPr lang="en-US" dirty="0" err="1"/>
              <a:t>pt</a:t>
            </a:r>
            <a:r>
              <a:rPr lang="en-US" dirty="0"/>
              <a:t>,</a:t>
            </a:r>
            <a:br>
              <a:rPr lang="en-US" dirty="0"/>
            </a:br>
            <a:r>
              <a:rPr lang="en-US" dirty="0"/>
              <a:t>3 lines</a:t>
            </a:r>
          </a:p>
        </p:txBody>
      </p:sp>
      <p:sp>
        <p:nvSpPr>
          <p:cNvPr id="3" name="Subhead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411163" y="4184453"/>
            <a:ext cx="9288000" cy="1622622"/>
          </a:xfrm>
          <a:prstGeom prst="rect">
            <a:avLst/>
          </a:prstGeom>
        </p:spPr>
        <p:txBody>
          <a:bodyPr lIns="0" tIns="370800">
            <a:noAutofit/>
          </a:bodyPr>
          <a:lstStyle>
            <a:lvl1pPr marL="0" indent="0" algn="l">
              <a:spcAft>
                <a:spcPts val="300"/>
              </a:spcAft>
              <a:buNone/>
              <a:defRPr sz="2400">
                <a:solidFill>
                  <a:schemeClr val="tx2"/>
                </a:solidFill>
              </a:defRPr>
            </a:lvl1pPr>
            <a:lvl2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2400"/>
            </a:lvl2pPr>
            <a:lvl3pPr marL="0" indent="0" algn="l">
              <a:spcAft>
                <a:spcPts val="300"/>
              </a:spcAft>
              <a:buNone/>
              <a:defRPr sz="1600"/>
            </a:lvl3pPr>
            <a:lvl4pPr marL="0" indent="0" algn="l">
              <a:buNone/>
              <a:defRPr sz="1600"/>
            </a:lvl4pPr>
            <a:lvl5pPr marL="0" indent="0" algn="l">
              <a:buNone/>
              <a:defRPr sz="1600"/>
            </a:lvl5pPr>
            <a:lvl6pPr marL="0" indent="0" algn="l">
              <a:buNone/>
              <a:defRPr sz="1600"/>
            </a:lvl6pPr>
            <a:lvl7pPr marL="0" indent="0" algn="l">
              <a:buNone/>
              <a:defRPr sz="1600"/>
            </a:lvl7pPr>
            <a:lvl8pPr marL="0" indent="0" algn="l">
              <a:buNone/>
              <a:defRPr sz="1600"/>
            </a:lvl8pPr>
            <a:lvl9pPr marL="0" indent="0" algn="l">
              <a:buNone/>
              <a:defRPr sz="1600"/>
            </a:lvl9pPr>
          </a:lstStyle>
          <a:p>
            <a:pPr lvl="0"/>
            <a:r>
              <a:rPr lang="en-US" dirty="0"/>
              <a:t>Subhead for headline size 60 </a:t>
            </a:r>
            <a:r>
              <a:rPr lang="en-US" dirty="0" err="1"/>
              <a:t>pt</a:t>
            </a:r>
            <a:endParaRPr lang="en-US" dirty="0"/>
          </a:p>
        </p:txBody>
      </p:sp>
      <p:pic>
        <p:nvPicPr>
          <p:cNvPr id="10" name="Siemens Logo">
            <a:extLst>
              <a:ext uri="{FF2B5EF4-FFF2-40B4-BE49-F238E27FC236}">
                <a16:creationId xmlns:a16="http://schemas.microsoft.com/office/drawing/2014/main" id="{9A561178-96D2-407A-94C5-91A37401F657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 bwMode="black">
          <a:xfrm>
            <a:off x="10274400" y="6364800"/>
            <a:ext cx="1512000" cy="240408"/>
          </a:xfrm>
          <a:prstGeom prst="rect">
            <a:avLst/>
          </a:prstGeom>
        </p:spPr>
      </p:pic>
      <p:sp>
        <p:nvSpPr>
          <p:cNvPr id="2" name="Footer Placeholder">
            <a:extLst>
              <a:ext uri="{FF2B5EF4-FFF2-40B4-BE49-F238E27FC236}">
                <a16:creationId xmlns:a16="http://schemas.microsoft.com/office/drawing/2014/main" id="{36983F93-FD6F-4DAC-8F23-D4EF00A0420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 bwMode="black">
          <a:xfrm>
            <a:off x="411163" y="6310800"/>
            <a:ext cx="9288000" cy="5472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Restricted | © Siemens 20XX | Author | Department | YYYY-MM-DD</a:t>
            </a:r>
          </a:p>
        </p:txBody>
      </p:sp>
    </p:spTree>
    <p:extLst>
      <p:ext uri="{BB962C8B-B14F-4D97-AF65-F5344CB8AC3E}">
        <p14:creationId xmlns:p14="http://schemas.microsoft.com/office/powerpoint/2010/main" val="379241370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3" pos="6109">
          <p15:clr>
            <a:srgbClr val="65CEFF"/>
          </p15:clr>
        </p15:guide>
        <p15:guide id="4" pos="7425">
          <p15:clr>
            <a:srgbClr val="65CEFF"/>
          </p15:clr>
        </p15:guide>
        <p15:guide id="5" orient="horz" pos="891">
          <p15:clr>
            <a:srgbClr val="65CEFF"/>
          </p15:clr>
        </p15:guide>
        <p15:guide id="6" orient="horz" pos="3658">
          <p15:clr>
            <a:srgbClr val="65CEFF"/>
          </p15:clr>
        </p15:guide>
        <p15:guide id="7" orient="horz" pos="4157">
          <p15:clr>
            <a:srgbClr val="65CEFF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mask&amp;blur Transformation 40pt (motif 3)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B3CAAA86-26BD-41E0-A26A-7AF592C3A3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410400" y="1414464"/>
            <a:ext cx="9288000" cy="2462213"/>
          </a:xfrm>
          <a:noFill/>
        </p:spPr>
        <p:txBody>
          <a:bodyPr wrap="square" rIns="0" bIns="0" anchor="b" anchorCtr="0">
            <a:spAutoFit/>
          </a:bodyPr>
          <a:lstStyle>
            <a:lvl1pPr marL="0">
              <a:lnSpc>
                <a:spcPct val="100000"/>
              </a:lnSpc>
              <a:defRPr sz="4000" b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Title chart, </a:t>
            </a:r>
            <a:br>
              <a:rPr lang="en-US" dirty="0"/>
            </a:br>
            <a:r>
              <a:rPr lang="en-US" dirty="0"/>
              <a:t>Arial Regular, 40 </a:t>
            </a:r>
            <a:r>
              <a:rPr lang="en-US" dirty="0" err="1"/>
              <a:t>pt</a:t>
            </a:r>
            <a:r>
              <a:rPr lang="en-US" dirty="0"/>
              <a:t>, </a:t>
            </a:r>
            <a:br>
              <a:rPr lang="en-US" dirty="0"/>
            </a:br>
            <a:r>
              <a:rPr lang="en-US" dirty="0"/>
              <a:t>extra long headlines,</a:t>
            </a:r>
            <a:br>
              <a:rPr lang="en-US" dirty="0"/>
            </a:br>
            <a:r>
              <a:rPr lang="en-US" dirty="0"/>
              <a:t>4 lines</a:t>
            </a:r>
          </a:p>
        </p:txBody>
      </p:sp>
      <p:sp>
        <p:nvSpPr>
          <p:cNvPr id="3" name="Subhead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411163" y="3876675"/>
            <a:ext cx="9288000" cy="1930123"/>
          </a:xfrm>
          <a:prstGeom prst="rect">
            <a:avLst/>
          </a:prstGeom>
        </p:spPr>
        <p:txBody>
          <a:bodyPr lIns="0" tIns="370800">
            <a:noAutofit/>
          </a:bodyPr>
          <a:lstStyle>
            <a:lvl1pPr marL="0" indent="0" algn="l">
              <a:spcAft>
                <a:spcPts val="300"/>
              </a:spcAft>
              <a:buNone/>
              <a:defRPr sz="1600">
                <a:solidFill>
                  <a:schemeClr val="tx2"/>
                </a:solidFill>
              </a:defRPr>
            </a:lvl1pPr>
            <a:lvl2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1600"/>
            </a:lvl2pPr>
            <a:lvl3pPr marL="0" indent="0" algn="l">
              <a:spcAft>
                <a:spcPts val="300"/>
              </a:spcAft>
              <a:buNone/>
              <a:defRPr sz="1600"/>
            </a:lvl3pPr>
            <a:lvl4pPr marL="0" indent="0" algn="l">
              <a:buNone/>
              <a:defRPr sz="1600"/>
            </a:lvl4pPr>
            <a:lvl5pPr marL="0" indent="0" algn="l">
              <a:buNone/>
              <a:defRPr sz="1600"/>
            </a:lvl5pPr>
            <a:lvl6pPr marL="0" indent="0" algn="l">
              <a:buNone/>
              <a:defRPr sz="1600"/>
            </a:lvl6pPr>
            <a:lvl7pPr marL="0" indent="0" algn="l">
              <a:buNone/>
              <a:defRPr sz="1600"/>
            </a:lvl7pPr>
            <a:lvl8pPr marL="0" indent="0" algn="l">
              <a:buNone/>
              <a:defRPr sz="1600"/>
            </a:lvl8pPr>
            <a:lvl9pPr marL="0" indent="0" algn="l">
              <a:buNone/>
              <a:defRPr sz="1600"/>
            </a:lvl9pPr>
          </a:lstStyle>
          <a:p>
            <a:pPr lvl="0"/>
            <a:r>
              <a:rPr lang="en-US" dirty="0"/>
              <a:t>Subhead for headline size 40 </a:t>
            </a:r>
            <a:r>
              <a:rPr lang="en-US" dirty="0" err="1"/>
              <a:t>pt</a:t>
            </a:r>
            <a:endParaRPr lang="en-US" dirty="0"/>
          </a:p>
        </p:txBody>
      </p:sp>
      <p:pic>
        <p:nvPicPr>
          <p:cNvPr id="10" name="Siemens Logo">
            <a:extLst>
              <a:ext uri="{FF2B5EF4-FFF2-40B4-BE49-F238E27FC236}">
                <a16:creationId xmlns:a16="http://schemas.microsoft.com/office/drawing/2014/main" id="{9A561178-96D2-407A-94C5-91A37401F657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 bwMode="black">
          <a:xfrm>
            <a:off x="10274400" y="6364800"/>
            <a:ext cx="1512000" cy="240408"/>
          </a:xfrm>
          <a:prstGeom prst="rect">
            <a:avLst/>
          </a:prstGeom>
        </p:spPr>
      </p:pic>
      <p:sp>
        <p:nvSpPr>
          <p:cNvPr id="2" name="Footer Placeholder">
            <a:extLst>
              <a:ext uri="{FF2B5EF4-FFF2-40B4-BE49-F238E27FC236}">
                <a16:creationId xmlns:a16="http://schemas.microsoft.com/office/drawing/2014/main" id="{36983F93-FD6F-4DAC-8F23-D4EF00A0420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 bwMode="black">
          <a:xfrm>
            <a:off x="411163" y="6310800"/>
            <a:ext cx="9288000" cy="5472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Restricted | © Siemens 20XX | Author | Department | YYYY-MM-DD</a:t>
            </a:r>
          </a:p>
        </p:txBody>
      </p:sp>
    </p:spTree>
    <p:extLst>
      <p:ext uri="{BB962C8B-B14F-4D97-AF65-F5344CB8AC3E}">
        <p14:creationId xmlns:p14="http://schemas.microsoft.com/office/powerpoint/2010/main" val="387401769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3" pos="6109">
          <p15:clr>
            <a:srgbClr val="65CEFF"/>
          </p15:clr>
        </p15:guide>
        <p15:guide id="4" pos="7425">
          <p15:clr>
            <a:srgbClr val="65CEFF"/>
          </p15:clr>
        </p15:guide>
        <p15:guide id="5" orient="horz" pos="891">
          <p15:clr>
            <a:srgbClr val="65CEFF"/>
          </p15:clr>
        </p15:guide>
        <p15:guide id="6" orient="horz" pos="3658">
          <p15:clr>
            <a:srgbClr val="65CEFF"/>
          </p15:clr>
        </p15:guide>
        <p15:guide id="7" orient="horz" pos="4157">
          <p15:clr>
            <a:srgbClr val="65CEFF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mask&amp;blur Siemens Xcelerator 80pt (motif 1)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B3CAAA86-26BD-41E0-A26A-7AF592C3A3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410400" y="1414464"/>
            <a:ext cx="11376788" cy="2462213"/>
          </a:xfrm>
          <a:noFill/>
        </p:spPr>
        <p:txBody>
          <a:bodyPr wrap="square" rIns="0" bIns="0" anchor="b" anchorCtr="0">
            <a:spAutoFit/>
          </a:bodyPr>
          <a:lstStyle>
            <a:lvl1pPr marL="0">
              <a:lnSpc>
                <a:spcPct val="100000"/>
              </a:lnSpc>
              <a:defRPr sz="8000" b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Title chart, </a:t>
            </a:r>
            <a:br>
              <a:rPr lang="en-US" dirty="0"/>
            </a:br>
            <a:r>
              <a:rPr lang="en-US" dirty="0"/>
              <a:t>Arial, 80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3" name="Subhead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411162" y="3876677"/>
            <a:ext cx="9286875" cy="1930398"/>
          </a:xfrm>
          <a:prstGeom prst="rect">
            <a:avLst/>
          </a:prstGeom>
        </p:spPr>
        <p:txBody>
          <a:bodyPr lIns="0" tIns="370800">
            <a:noAutofit/>
          </a:bodyPr>
          <a:lstStyle>
            <a:lvl1pPr marL="0" indent="0" algn="l">
              <a:spcAft>
                <a:spcPts val="300"/>
              </a:spcAft>
              <a:buNone/>
              <a:defRPr sz="3200">
                <a:solidFill>
                  <a:schemeClr val="tx1"/>
                </a:solidFill>
              </a:defRPr>
            </a:lvl1pPr>
            <a:lvl2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2400"/>
            </a:lvl2pPr>
            <a:lvl3pPr marL="0" indent="0" algn="l">
              <a:spcAft>
                <a:spcPts val="300"/>
              </a:spcAft>
              <a:buNone/>
              <a:defRPr sz="1600"/>
            </a:lvl3pPr>
            <a:lvl4pPr marL="0" indent="0" algn="l">
              <a:buNone/>
              <a:defRPr sz="1600"/>
            </a:lvl4pPr>
            <a:lvl5pPr marL="0" indent="0" algn="l">
              <a:buNone/>
              <a:defRPr sz="1600"/>
            </a:lvl5pPr>
            <a:lvl6pPr marL="0" indent="0" algn="l">
              <a:buNone/>
              <a:defRPr sz="1600"/>
            </a:lvl6pPr>
            <a:lvl7pPr marL="0" indent="0" algn="l">
              <a:buNone/>
              <a:defRPr sz="1600"/>
            </a:lvl7pPr>
            <a:lvl8pPr marL="0" indent="0" algn="l">
              <a:buNone/>
              <a:defRPr sz="1600"/>
            </a:lvl8pPr>
            <a:lvl9pPr marL="0" indent="0" algn="l">
              <a:buNone/>
              <a:defRPr sz="1600"/>
            </a:lvl9pPr>
          </a:lstStyle>
          <a:p>
            <a:r>
              <a:rPr lang="en-US" dirty="0"/>
              <a:t>Subhead for headline size 80 </a:t>
            </a:r>
            <a:r>
              <a:rPr lang="en-US" dirty="0" err="1"/>
              <a:t>pt</a:t>
            </a:r>
            <a:endParaRPr lang="en-US" dirty="0"/>
          </a:p>
        </p:txBody>
      </p:sp>
      <p:pic>
        <p:nvPicPr>
          <p:cNvPr id="10" name="Siemens Logo">
            <a:extLst>
              <a:ext uri="{FF2B5EF4-FFF2-40B4-BE49-F238E27FC236}">
                <a16:creationId xmlns:a16="http://schemas.microsoft.com/office/drawing/2014/main" id="{9A561178-96D2-407A-94C5-91A37401F657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 bwMode="black">
          <a:xfrm>
            <a:off x="10274400" y="6364800"/>
            <a:ext cx="1512000" cy="240408"/>
          </a:xfrm>
          <a:prstGeom prst="rect">
            <a:avLst/>
          </a:prstGeom>
        </p:spPr>
      </p:pic>
      <p:sp>
        <p:nvSpPr>
          <p:cNvPr id="2" name="Footer Placeholder">
            <a:extLst>
              <a:ext uri="{FF2B5EF4-FFF2-40B4-BE49-F238E27FC236}">
                <a16:creationId xmlns:a16="http://schemas.microsoft.com/office/drawing/2014/main" id="{36983F93-FD6F-4DAC-8F23-D4EF00A0420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 bwMode="black">
          <a:xfrm>
            <a:off x="411163" y="6310800"/>
            <a:ext cx="9288000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</p:spTree>
    <p:extLst>
      <p:ext uri="{BB962C8B-B14F-4D97-AF65-F5344CB8AC3E}">
        <p14:creationId xmlns:p14="http://schemas.microsoft.com/office/powerpoint/2010/main" val="11160233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3" pos="6109">
          <p15:clr>
            <a:srgbClr val="65CEFF"/>
          </p15:clr>
        </p15:guide>
        <p15:guide id="4" pos="7425">
          <p15:clr>
            <a:srgbClr val="65CEFF"/>
          </p15:clr>
        </p15:guide>
        <p15:guide id="5" orient="horz" pos="891">
          <p15:clr>
            <a:srgbClr val="65CEFF"/>
          </p15:clr>
        </p15:guide>
        <p15:guide id="6" orient="horz" pos="3658">
          <p15:clr>
            <a:srgbClr val="65CEFF"/>
          </p15:clr>
        </p15:guide>
        <p15:guide id="7" orient="horz" pos="4157">
          <p15:clr>
            <a:srgbClr val="65CEFF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mask&amp;blur Siemens Xcelerator 60pt (motif 1)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B3CAAA86-26BD-41E0-A26A-7AF592C3A3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410400" y="1414463"/>
            <a:ext cx="11376000" cy="2769989"/>
          </a:xfrm>
          <a:noFill/>
        </p:spPr>
        <p:txBody>
          <a:bodyPr wrap="square" rIns="0" bIns="0" anchor="b" anchorCtr="0">
            <a:spAutoFit/>
          </a:bodyPr>
          <a:lstStyle>
            <a:lvl1pPr marL="0">
              <a:lnSpc>
                <a:spcPct val="100000"/>
              </a:lnSpc>
              <a:defRPr sz="6000" b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Title chart, </a:t>
            </a:r>
            <a:br>
              <a:rPr lang="en-US" dirty="0"/>
            </a:br>
            <a:r>
              <a:rPr lang="en-US" dirty="0"/>
              <a:t>Arial Regular, 60 </a:t>
            </a:r>
            <a:r>
              <a:rPr lang="en-US" dirty="0" err="1"/>
              <a:t>pt</a:t>
            </a:r>
            <a:r>
              <a:rPr lang="en-US" dirty="0"/>
              <a:t>,</a:t>
            </a:r>
            <a:br>
              <a:rPr lang="en-US" dirty="0"/>
            </a:br>
            <a:r>
              <a:rPr lang="en-US" dirty="0"/>
              <a:t>3 lines</a:t>
            </a:r>
          </a:p>
        </p:txBody>
      </p:sp>
      <p:sp>
        <p:nvSpPr>
          <p:cNvPr id="3" name="Subhead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411163" y="4184453"/>
            <a:ext cx="9288000" cy="1622622"/>
          </a:xfrm>
          <a:prstGeom prst="rect">
            <a:avLst/>
          </a:prstGeom>
        </p:spPr>
        <p:txBody>
          <a:bodyPr lIns="0" tIns="370800">
            <a:noAutofit/>
          </a:bodyPr>
          <a:lstStyle>
            <a:lvl1pPr marL="0" indent="0" algn="l">
              <a:spcAft>
                <a:spcPts val="300"/>
              </a:spcAft>
              <a:buNone/>
              <a:defRPr sz="2400">
                <a:solidFill>
                  <a:schemeClr val="tx1"/>
                </a:solidFill>
              </a:defRPr>
            </a:lvl1pPr>
            <a:lvl2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2400"/>
            </a:lvl2pPr>
            <a:lvl3pPr marL="0" indent="0" algn="l">
              <a:spcAft>
                <a:spcPts val="300"/>
              </a:spcAft>
              <a:buNone/>
              <a:defRPr sz="1600"/>
            </a:lvl3pPr>
            <a:lvl4pPr marL="0" indent="0" algn="l">
              <a:buNone/>
              <a:defRPr sz="1600"/>
            </a:lvl4pPr>
            <a:lvl5pPr marL="0" indent="0" algn="l">
              <a:buNone/>
              <a:defRPr sz="1600"/>
            </a:lvl5pPr>
            <a:lvl6pPr marL="0" indent="0" algn="l">
              <a:buNone/>
              <a:defRPr sz="1600"/>
            </a:lvl6pPr>
            <a:lvl7pPr marL="0" indent="0" algn="l">
              <a:buNone/>
              <a:defRPr sz="1600"/>
            </a:lvl7pPr>
            <a:lvl8pPr marL="0" indent="0" algn="l">
              <a:buNone/>
              <a:defRPr sz="1600"/>
            </a:lvl8pPr>
            <a:lvl9pPr marL="0" indent="0" algn="l">
              <a:buNone/>
              <a:defRPr sz="1600"/>
            </a:lvl9pPr>
          </a:lstStyle>
          <a:p>
            <a:pPr lvl="0"/>
            <a:r>
              <a:rPr lang="en-US" dirty="0"/>
              <a:t>Subhead for headline size 60 </a:t>
            </a:r>
            <a:r>
              <a:rPr lang="en-US" dirty="0" err="1"/>
              <a:t>pt</a:t>
            </a:r>
            <a:endParaRPr lang="en-US" dirty="0"/>
          </a:p>
        </p:txBody>
      </p:sp>
      <p:pic>
        <p:nvPicPr>
          <p:cNvPr id="10" name="Siemens Logo">
            <a:extLst>
              <a:ext uri="{FF2B5EF4-FFF2-40B4-BE49-F238E27FC236}">
                <a16:creationId xmlns:a16="http://schemas.microsoft.com/office/drawing/2014/main" id="{9A561178-96D2-407A-94C5-91A37401F657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 bwMode="black">
          <a:xfrm>
            <a:off x="10274400" y="6364800"/>
            <a:ext cx="1512000" cy="240408"/>
          </a:xfrm>
          <a:prstGeom prst="rect">
            <a:avLst/>
          </a:prstGeom>
        </p:spPr>
      </p:pic>
      <p:sp>
        <p:nvSpPr>
          <p:cNvPr id="2" name="Footer Placeholder">
            <a:extLst>
              <a:ext uri="{FF2B5EF4-FFF2-40B4-BE49-F238E27FC236}">
                <a16:creationId xmlns:a16="http://schemas.microsoft.com/office/drawing/2014/main" id="{36983F93-FD6F-4DAC-8F23-D4EF00A0420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 bwMode="black">
          <a:xfrm>
            <a:off x="411163" y="6310800"/>
            <a:ext cx="9288000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</p:spTree>
    <p:extLst>
      <p:ext uri="{BB962C8B-B14F-4D97-AF65-F5344CB8AC3E}">
        <p14:creationId xmlns:p14="http://schemas.microsoft.com/office/powerpoint/2010/main" val="371328546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3" pos="6109">
          <p15:clr>
            <a:srgbClr val="65CEFF"/>
          </p15:clr>
        </p15:guide>
        <p15:guide id="4" pos="7425">
          <p15:clr>
            <a:srgbClr val="65CEFF"/>
          </p15:clr>
        </p15:guide>
        <p15:guide id="5" orient="horz" pos="891">
          <p15:clr>
            <a:srgbClr val="65CEFF"/>
          </p15:clr>
        </p15:guide>
        <p15:guide id="6" orient="horz" pos="3658">
          <p15:clr>
            <a:srgbClr val="65CEFF"/>
          </p15:clr>
        </p15:guide>
        <p15:guide id="7" orient="horz" pos="4157">
          <p15:clr>
            <a:srgbClr val="65CEFF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mask&amp;blur Siemens Xcelerator 40pt (motif 1)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B3CAAA86-26BD-41E0-A26A-7AF592C3A3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410400" y="1414464"/>
            <a:ext cx="9288000" cy="2462213"/>
          </a:xfrm>
          <a:noFill/>
        </p:spPr>
        <p:txBody>
          <a:bodyPr wrap="square" rIns="0" bIns="0" anchor="b" anchorCtr="0">
            <a:spAutoFit/>
          </a:bodyPr>
          <a:lstStyle>
            <a:lvl1pPr marL="0">
              <a:lnSpc>
                <a:spcPct val="100000"/>
              </a:lnSpc>
              <a:defRPr sz="4000" b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Title chart, </a:t>
            </a:r>
            <a:br>
              <a:rPr lang="en-US" dirty="0"/>
            </a:br>
            <a:r>
              <a:rPr lang="en-US" dirty="0"/>
              <a:t>Arial Regular, 40 </a:t>
            </a:r>
            <a:r>
              <a:rPr lang="en-US" dirty="0" err="1"/>
              <a:t>pt</a:t>
            </a:r>
            <a:r>
              <a:rPr lang="en-US" dirty="0"/>
              <a:t>, </a:t>
            </a:r>
            <a:br>
              <a:rPr lang="en-US" dirty="0"/>
            </a:br>
            <a:r>
              <a:rPr lang="en-US" dirty="0"/>
              <a:t>extra long headlines,</a:t>
            </a:r>
            <a:br>
              <a:rPr lang="en-US" dirty="0"/>
            </a:br>
            <a:r>
              <a:rPr lang="en-US" dirty="0"/>
              <a:t>4 lines</a:t>
            </a:r>
          </a:p>
        </p:txBody>
      </p:sp>
      <p:sp>
        <p:nvSpPr>
          <p:cNvPr id="3" name="Subhead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411163" y="3876675"/>
            <a:ext cx="9288000" cy="1930123"/>
          </a:xfrm>
          <a:prstGeom prst="rect">
            <a:avLst/>
          </a:prstGeom>
        </p:spPr>
        <p:txBody>
          <a:bodyPr lIns="0" tIns="370800">
            <a:noAutofit/>
          </a:bodyPr>
          <a:lstStyle>
            <a:lvl1pPr marL="0" indent="0" algn="l">
              <a:spcAft>
                <a:spcPts val="300"/>
              </a:spcAft>
              <a:buNone/>
              <a:defRPr sz="1600">
                <a:solidFill>
                  <a:schemeClr val="tx1"/>
                </a:solidFill>
              </a:defRPr>
            </a:lvl1pPr>
            <a:lvl2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1600"/>
            </a:lvl2pPr>
            <a:lvl3pPr marL="0" indent="0" algn="l">
              <a:spcAft>
                <a:spcPts val="300"/>
              </a:spcAft>
              <a:buNone/>
              <a:defRPr sz="1600"/>
            </a:lvl3pPr>
            <a:lvl4pPr marL="0" indent="0" algn="l">
              <a:buNone/>
              <a:defRPr sz="1600"/>
            </a:lvl4pPr>
            <a:lvl5pPr marL="0" indent="0" algn="l">
              <a:buNone/>
              <a:defRPr sz="1600"/>
            </a:lvl5pPr>
            <a:lvl6pPr marL="0" indent="0" algn="l">
              <a:buNone/>
              <a:defRPr sz="1600"/>
            </a:lvl6pPr>
            <a:lvl7pPr marL="0" indent="0" algn="l">
              <a:buNone/>
              <a:defRPr sz="1600"/>
            </a:lvl7pPr>
            <a:lvl8pPr marL="0" indent="0" algn="l">
              <a:buNone/>
              <a:defRPr sz="1600"/>
            </a:lvl8pPr>
            <a:lvl9pPr marL="0" indent="0" algn="l">
              <a:buNone/>
              <a:defRPr sz="1600"/>
            </a:lvl9pPr>
          </a:lstStyle>
          <a:p>
            <a:pPr lvl="0"/>
            <a:r>
              <a:rPr lang="en-US" dirty="0"/>
              <a:t>Subhead for headline size 40 </a:t>
            </a:r>
            <a:r>
              <a:rPr lang="en-US" dirty="0" err="1"/>
              <a:t>pt</a:t>
            </a:r>
            <a:endParaRPr lang="en-US" dirty="0"/>
          </a:p>
        </p:txBody>
      </p:sp>
      <p:pic>
        <p:nvPicPr>
          <p:cNvPr id="10" name="Siemens Logo">
            <a:extLst>
              <a:ext uri="{FF2B5EF4-FFF2-40B4-BE49-F238E27FC236}">
                <a16:creationId xmlns:a16="http://schemas.microsoft.com/office/drawing/2014/main" id="{9A561178-96D2-407A-94C5-91A37401F657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 bwMode="black">
          <a:xfrm>
            <a:off x="10274400" y="6364800"/>
            <a:ext cx="1512000" cy="240408"/>
          </a:xfrm>
          <a:prstGeom prst="rect">
            <a:avLst/>
          </a:prstGeom>
        </p:spPr>
      </p:pic>
      <p:sp>
        <p:nvSpPr>
          <p:cNvPr id="2" name="Footer Placeholder">
            <a:extLst>
              <a:ext uri="{FF2B5EF4-FFF2-40B4-BE49-F238E27FC236}">
                <a16:creationId xmlns:a16="http://schemas.microsoft.com/office/drawing/2014/main" id="{36983F93-FD6F-4DAC-8F23-D4EF00A0420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 bwMode="black">
          <a:xfrm>
            <a:off x="411163" y="6310800"/>
            <a:ext cx="9288000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</p:spTree>
    <p:extLst>
      <p:ext uri="{BB962C8B-B14F-4D97-AF65-F5344CB8AC3E}">
        <p14:creationId xmlns:p14="http://schemas.microsoft.com/office/powerpoint/2010/main" val="350216644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3" pos="6109">
          <p15:clr>
            <a:srgbClr val="65CEFF"/>
          </p15:clr>
        </p15:guide>
        <p15:guide id="4" pos="7425">
          <p15:clr>
            <a:srgbClr val="65CEFF"/>
          </p15:clr>
        </p15:guide>
        <p15:guide id="5" orient="horz" pos="891">
          <p15:clr>
            <a:srgbClr val="65CEFF"/>
          </p15:clr>
        </p15:guide>
        <p15:guide id="6" orient="horz" pos="3658">
          <p15:clr>
            <a:srgbClr val="65CEFF"/>
          </p15:clr>
        </p15:guide>
        <p15:guide id="7" orient="horz" pos="4157">
          <p15:clr>
            <a:srgbClr val="65CEFF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mask&amp;blur Siemens Xcelerator 80pt (motif 2)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B3CAAA86-26BD-41E0-A26A-7AF592C3A3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410400" y="1414464"/>
            <a:ext cx="11376788" cy="2462213"/>
          </a:xfrm>
          <a:noFill/>
        </p:spPr>
        <p:txBody>
          <a:bodyPr wrap="square" rIns="0" bIns="0" anchor="b" anchorCtr="0">
            <a:spAutoFit/>
          </a:bodyPr>
          <a:lstStyle>
            <a:lvl1pPr marL="0">
              <a:lnSpc>
                <a:spcPct val="100000"/>
              </a:lnSpc>
              <a:defRPr sz="8000" b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Title chart, </a:t>
            </a:r>
            <a:br>
              <a:rPr lang="en-US" dirty="0"/>
            </a:br>
            <a:r>
              <a:rPr lang="en-US" dirty="0"/>
              <a:t>Arial, 80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3" name="Subhead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411162" y="3876677"/>
            <a:ext cx="9286875" cy="1930398"/>
          </a:xfrm>
          <a:prstGeom prst="rect">
            <a:avLst/>
          </a:prstGeom>
        </p:spPr>
        <p:txBody>
          <a:bodyPr lIns="0" tIns="370800">
            <a:noAutofit/>
          </a:bodyPr>
          <a:lstStyle>
            <a:lvl1pPr marL="0" indent="0" algn="l">
              <a:spcAft>
                <a:spcPts val="300"/>
              </a:spcAft>
              <a:buNone/>
              <a:defRPr sz="3200">
                <a:solidFill>
                  <a:schemeClr val="tx1"/>
                </a:solidFill>
              </a:defRPr>
            </a:lvl1pPr>
            <a:lvl2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2400"/>
            </a:lvl2pPr>
            <a:lvl3pPr marL="0" indent="0" algn="l">
              <a:spcAft>
                <a:spcPts val="300"/>
              </a:spcAft>
              <a:buNone/>
              <a:defRPr sz="1600"/>
            </a:lvl3pPr>
            <a:lvl4pPr marL="0" indent="0" algn="l">
              <a:buNone/>
              <a:defRPr sz="1600"/>
            </a:lvl4pPr>
            <a:lvl5pPr marL="0" indent="0" algn="l">
              <a:buNone/>
              <a:defRPr sz="1600"/>
            </a:lvl5pPr>
            <a:lvl6pPr marL="0" indent="0" algn="l">
              <a:buNone/>
              <a:defRPr sz="1600"/>
            </a:lvl6pPr>
            <a:lvl7pPr marL="0" indent="0" algn="l">
              <a:buNone/>
              <a:defRPr sz="1600"/>
            </a:lvl7pPr>
            <a:lvl8pPr marL="0" indent="0" algn="l">
              <a:buNone/>
              <a:defRPr sz="1600"/>
            </a:lvl8pPr>
            <a:lvl9pPr marL="0" indent="0" algn="l">
              <a:buNone/>
              <a:defRPr sz="1600"/>
            </a:lvl9pPr>
          </a:lstStyle>
          <a:p>
            <a:r>
              <a:rPr lang="en-US" dirty="0"/>
              <a:t>Subhead for headline size 80 </a:t>
            </a:r>
            <a:r>
              <a:rPr lang="en-US" dirty="0" err="1"/>
              <a:t>pt</a:t>
            </a:r>
            <a:endParaRPr lang="en-US" dirty="0"/>
          </a:p>
        </p:txBody>
      </p:sp>
      <p:pic>
        <p:nvPicPr>
          <p:cNvPr id="10" name="Siemens Logo">
            <a:extLst>
              <a:ext uri="{FF2B5EF4-FFF2-40B4-BE49-F238E27FC236}">
                <a16:creationId xmlns:a16="http://schemas.microsoft.com/office/drawing/2014/main" id="{9A561178-96D2-407A-94C5-91A37401F657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 bwMode="black">
          <a:xfrm>
            <a:off x="10274400" y="6364800"/>
            <a:ext cx="1512000" cy="240408"/>
          </a:xfrm>
          <a:prstGeom prst="rect">
            <a:avLst/>
          </a:prstGeom>
        </p:spPr>
      </p:pic>
      <p:sp>
        <p:nvSpPr>
          <p:cNvPr id="2" name="Footer Placeholder">
            <a:extLst>
              <a:ext uri="{FF2B5EF4-FFF2-40B4-BE49-F238E27FC236}">
                <a16:creationId xmlns:a16="http://schemas.microsoft.com/office/drawing/2014/main" id="{36983F93-FD6F-4DAC-8F23-D4EF00A0420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 bwMode="black">
          <a:xfrm>
            <a:off x="411163" y="6310800"/>
            <a:ext cx="9288000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</p:spTree>
    <p:extLst>
      <p:ext uri="{BB962C8B-B14F-4D97-AF65-F5344CB8AC3E}">
        <p14:creationId xmlns:p14="http://schemas.microsoft.com/office/powerpoint/2010/main" val="42237090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3" pos="6109">
          <p15:clr>
            <a:srgbClr val="65CEFF"/>
          </p15:clr>
        </p15:guide>
        <p15:guide id="4" pos="7425">
          <p15:clr>
            <a:srgbClr val="65CEFF"/>
          </p15:clr>
        </p15:guide>
        <p15:guide id="5" orient="horz" pos="891">
          <p15:clr>
            <a:srgbClr val="65CEFF"/>
          </p15:clr>
        </p15:guide>
        <p15:guide id="6" orient="horz" pos="3658">
          <p15:clr>
            <a:srgbClr val="65CEFF"/>
          </p15:clr>
        </p15:guide>
        <p15:guide id="7" orient="horz" pos="4157">
          <p15:clr>
            <a:srgbClr val="65CEFF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mask&amp;blur Siemens Xcelerator 60pt (motif 2)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B3CAAA86-26BD-41E0-A26A-7AF592C3A3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410400" y="1414463"/>
            <a:ext cx="11376000" cy="2769989"/>
          </a:xfrm>
          <a:noFill/>
        </p:spPr>
        <p:txBody>
          <a:bodyPr wrap="square" rIns="0" bIns="0" anchor="b" anchorCtr="0">
            <a:spAutoFit/>
          </a:bodyPr>
          <a:lstStyle>
            <a:lvl1pPr marL="0">
              <a:lnSpc>
                <a:spcPct val="100000"/>
              </a:lnSpc>
              <a:defRPr sz="6000" b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Title chart, </a:t>
            </a:r>
            <a:br>
              <a:rPr lang="en-US" dirty="0"/>
            </a:br>
            <a:r>
              <a:rPr lang="en-US" dirty="0"/>
              <a:t>Arial Regular, 60 </a:t>
            </a:r>
            <a:r>
              <a:rPr lang="en-US" dirty="0" err="1"/>
              <a:t>pt</a:t>
            </a:r>
            <a:r>
              <a:rPr lang="en-US" dirty="0"/>
              <a:t>,</a:t>
            </a:r>
            <a:br>
              <a:rPr lang="en-US" dirty="0"/>
            </a:br>
            <a:r>
              <a:rPr lang="en-US" dirty="0"/>
              <a:t>3 lines</a:t>
            </a:r>
          </a:p>
        </p:txBody>
      </p:sp>
      <p:sp>
        <p:nvSpPr>
          <p:cNvPr id="3" name="Subhead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411163" y="4184453"/>
            <a:ext cx="9288000" cy="1622622"/>
          </a:xfrm>
          <a:prstGeom prst="rect">
            <a:avLst/>
          </a:prstGeom>
        </p:spPr>
        <p:txBody>
          <a:bodyPr lIns="0" tIns="370800">
            <a:noAutofit/>
          </a:bodyPr>
          <a:lstStyle>
            <a:lvl1pPr marL="0" indent="0" algn="l">
              <a:spcAft>
                <a:spcPts val="300"/>
              </a:spcAft>
              <a:buNone/>
              <a:defRPr sz="2400">
                <a:solidFill>
                  <a:schemeClr val="tx1"/>
                </a:solidFill>
              </a:defRPr>
            </a:lvl1pPr>
            <a:lvl2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2400"/>
            </a:lvl2pPr>
            <a:lvl3pPr marL="0" indent="0" algn="l">
              <a:spcAft>
                <a:spcPts val="300"/>
              </a:spcAft>
              <a:buNone/>
              <a:defRPr sz="1600"/>
            </a:lvl3pPr>
            <a:lvl4pPr marL="0" indent="0" algn="l">
              <a:buNone/>
              <a:defRPr sz="1600"/>
            </a:lvl4pPr>
            <a:lvl5pPr marL="0" indent="0" algn="l">
              <a:buNone/>
              <a:defRPr sz="1600"/>
            </a:lvl5pPr>
            <a:lvl6pPr marL="0" indent="0" algn="l">
              <a:buNone/>
              <a:defRPr sz="1600"/>
            </a:lvl6pPr>
            <a:lvl7pPr marL="0" indent="0" algn="l">
              <a:buNone/>
              <a:defRPr sz="1600"/>
            </a:lvl7pPr>
            <a:lvl8pPr marL="0" indent="0" algn="l">
              <a:buNone/>
              <a:defRPr sz="1600"/>
            </a:lvl8pPr>
            <a:lvl9pPr marL="0" indent="0" algn="l">
              <a:buNone/>
              <a:defRPr sz="1600"/>
            </a:lvl9pPr>
          </a:lstStyle>
          <a:p>
            <a:pPr lvl="0"/>
            <a:r>
              <a:rPr lang="en-US" dirty="0"/>
              <a:t>Subhead for headline size 60 </a:t>
            </a:r>
            <a:r>
              <a:rPr lang="en-US" dirty="0" err="1"/>
              <a:t>pt</a:t>
            </a:r>
            <a:endParaRPr lang="en-US" dirty="0"/>
          </a:p>
        </p:txBody>
      </p:sp>
      <p:pic>
        <p:nvPicPr>
          <p:cNvPr id="10" name="Siemens Logo">
            <a:extLst>
              <a:ext uri="{FF2B5EF4-FFF2-40B4-BE49-F238E27FC236}">
                <a16:creationId xmlns:a16="http://schemas.microsoft.com/office/drawing/2014/main" id="{9A561178-96D2-407A-94C5-91A37401F657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 bwMode="black">
          <a:xfrm>
            <a:off x="10274400" y="6364800"/>
            <a:ext cx="1512000" cy="240408"/>
          </a:xfrm>
          <a:prstGeom prst="rect">
            <a:avLst/>
          </a:prstGeom>
        </p:spPr>
      </p:pic>
      <p:sp>
        <p:nvSpPr>
          <p:cNvPr id="2" name="Footer Placeholder">
            <a:extLst>
              <a:ext uri="{FF2B5EF4-FFF2-40B4-BE49-F238E27FC236}">
                <a16:creationId xmlns:a16="http://schemas.microsoft.com/office/drawing/2014/main" id="{36983F93-FD6F-4DAC-8F23-D4EF00A0420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 bwMode="black">
          <a:xfrm>
            <a:off x="411163" y="6310800"/>
            <a:ext cx="9288000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</p:spTree>
    <p:extLst>
      <p:ext uri="{BB962C8B-B14F-4D97-AF65-F5344CB8AC3E}">
        <p14:creationId xmlns:p14="http://schemas.microsoft.com/office/powerpoint/2010/main" val="109336292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3" pos="6109">
          <p15:clr>
            <a:srgbClr val="65CEFF"/>
          </p15:clr>
        </p15:guide>
        <p15:guide id="4" pos="7425">
          <p15:clr>
            <a:srgbClr val="65CEFF"/>
          </p15:clr>
        </p15:guide>
        <p15:guide id="5" orient="horz" pos="891">
          <p15:clr>
            <a:srgbClr val="65CEFF"/>
          </p15:clr>
        </p15:guide>
        <p15:guide id="6" orient="horz" pos="3658">
          <p15:clr>
            <a:srgbClr val="65CEFF"/>
          </p15:clr>
        </p15:guide>
        <p15:guide id="7" orient="horz" pos="4157">
          <p15:clr>
            <a:srgbClr val="65CEFF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mask&amp;blur Siemens Xcelerator 40pt (motif 2)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B3CAAA86-26BD-41E0-A26A-7AF592C3A3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410400" y="1414464"/>
            <a:ext cx="9288000" cy="2462213"/>
          </a:xfrm>
          <a:noFill/>
        </p:spPr>
        <p:txBody>
          <a:bodyPr wrap="square" rIns="0" bIns="0" anchor="b" anchorCtr="0">
            <a:spAutoFit/>
          </a:bodyPr>
          <a:lstStyle>
            <a:lvl1pPr marL="0">
              <a:lnSpc>
                <a:spcPct val="100000"/>
              </a:lnSpc>
              <a:defRPr sz="4000" b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Title chart, </a:t>
            </a:r>
            <a:br>
              <a:rPr lang="en-US" dirty="0"/>
            </a:br>
            <a:r>
              <a:rPr lang="en-US" dirty="0"/>
              <a:t>Arial Regular, 40 </a:t>
            </a:r>
            <a:r>
              <a:rPr lang="en-US" dirty="0" err="1"/>
              <a:t>pt</a:t>
            </a:r>
            <a:r>
              <a:rPr lang="en-US" dirty="0"/>
              <a:t>, </a:t>
            </a:r>
            <a:br>
              <a:rPr lang="en-US" dirty="0"/>
            </a:br>
            <a:r>
              <a:rPr lang="en-US" dirty="0"/>
              <a:t>extra long headlines,</a:t>
            </a:r>
            <a:br>
              <a:rPr lang="en-US" dirty="0"/>
            </a:br>
            <a:r>
              <a:rPr lang="en-US" dirty="0"/>
              <a:t>4 lines</a:t>
            </a:r>
          </a:p>
        </p:txBody>
      </p:sp>
      <p:sp>
        <p:nvSpPr>
          <p:cNvPr id="3" name="Subhead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411163" y="3876675"/>
            <a:ext cx="9288000" cy="1930123"/>
          </a:xfrm>
          <a:prstGeom prst="rect">
            <a:avLst/>
          </a:prstGeom>
        </p:spPr>
        <p:txBody>
          <a:bodyPr lIns="0" tIns="370800">
            <a:noAutofit/>
          </a:bodyPr>
          <a:lstStyle>
            <a:lvl1pPr marL="0" indent="0" algn="l">
              <a:spcAft>
                <a:spcPts val="300"/>
              </a:spcAft>
              <a:buNone/>
              <a:defRPr sz="1600">
                <a:solidFill>
                  <a:schemeClr val="tx1"/>
                </a:solidFill>
              </a:defRPr>
            </a:lvl1pPr>
            <a:lvl2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1600"/>
            </a:lvl2pPr>
            <a:lvl3pPr marL="0" indent="0" algn="l">
              <a:spcAft>
                <a:spcPts val="300"/>
              </a:spcAft>
              <a:buNone/>
              <a:defRPr sz="1600"/>
            </a:lvl3pPr>
            <a:lvl4pPr marL="0" indent="0" algn="l">
              <a:buNone/>
              <a:defRPr sz="1600"/>
            </a:lvl4pPr>
            <a:lvl5pPr marL="0" indent="0" algn="l">
              <a:buNone/>
              <a:defRPr sz="1600"/>
            </a:lvl5pPr>
            <a:lvl6pPr marL="0" indent="0" algn="l">
              <a:buNone/>
              <a:defRPr sz="1600"/>
            </a:lvl6pPr>
            <a:lvl7pPr marL="0" indent="0" algn="l">
              <a:buNone/>
              <a:defRPr sz="1600"/>
            </a:lvl7pPr>
            <a:lvl8pPr marL="0" indent="0" algn="l">
              <a:buNone/>
              <a:defRPr sz="1600"/>
            </a:lvl8pPr>
            <a:lvl9pPr marL="0" indent="0" algn="l">
              <a:buNone/>
              <a:defRPr sz="1600"/>
            </a:lvl9pPr>
          </a:lstStyle>
          <a:p>
            <a:pPr lvl="0"/>
            <a:r>
              <a:rPr lang="en-US" dirty="0"/>
              <a:t>Subhead for headline size 40 </a:t>
            </a:r>
            <a:r>
              <a:rPr lang="en-US" dirty="0" err="1"/>
              <a:t>pt</a:t>
            </a:r>
            <a:endParaRPr lang="en-US" dirty="0"/>
          </a:p>
        </p:txBody>
      </p:sp>
      <p:pic>
        <p:nvPicPr>
          <p:cNvPr id="10" name="Siemens Logo">
            <a:extLst>
              <a:ext uri="{FF2B5EF4-FFF2-40B4-BE49-F238E27FC236}">
                <a16:creationId xmlns:a16="http://schemas.microsoft.com/office/drawing/2014/main" id="{9A561178-96D2-407A-94C5-91A37401F657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 bwMode="black">
          <a:xfrm>
            <a:off x="10274400" y="6364800"/>
            <a:ext cx="1512000" cy="240408"/>
          </a:xfrm>
          <a:prstGeom prst="rect">
            <a:avLst/>
          </a:prstGeom>
        </p:spPr>
      </p:pic>
      <p:sp>
        <p:nvSpPr>
          <p:cNvPr id="2" name="Footer Placeholder">
            <a:extLst>
              <a:ext uri="{FF2B5EF4-FFF2-40B4-BE49-F238E27FC236}">
                <a16:creationId xmlns:a16="http://schemas.microsoft.com/office/drawing/2014/main" id="{36983F93-FD6F-4DAC-8F23-D4EF00A0420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 bwMode="black">
          <a:xfrm>
            <a:off x="411163" y="6310800"/>
            <a:ext cx="9288000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</p:spTree>
    <p:extLst>
      <p:ext uri="{BB962C8B-B14F-4D97-AF65-F5344CB8AC3E}">
        <p14:creationId xmlns:p14="http://schemas.microsoft.com/office/powerpoint/2010/main" val="347797712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3" pos="6109">
          <p15:clr>
            <a:srgbClr val="65CEFF"/>
          </p15:clr>
        </p15:guide>
        <p15:guide id="4" pos="7425">
          <p15:clr>
            <a:srgbClr val="65CEFF"/>
          </p15:clr>
        </p15:guide>
        <p15:guide id="5" orient="horz" pos="891">
          <p15:clr>
            <a:srgbClr val="65CEFF"/>
          </p15:clr>
        </p15:guide>
        <p15:guide id="6" orient="horz" pos="3658">
          <p15:clr>
            <a:srgbClr val="65CEFF"/>
          </p15:clr>
        </p15:guide>
        <p15:guide id="7" orient="horz" pos="4157">
          <p15:clr>
            <a:srgbClr val="65CEFF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mask&amp;blur Siemens Xcelerator 80pt (motif 3)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B3CAAA86-26BD-41E0-A26A-7AF592C3A3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410400" y="1414464"/>
            <a:ext cx="11376788" cy="2462213"/>
          </a:xfrm>
          <a:noFill/>
        </p:spPr>
        <p:txBody>
          <a:bodyPr wrap="square" rIns="0" bIns="0" anchor="b" anchorCtr="0">
            <a:spAutoFit/>
          </a:bodyPr>
          <a:lstStyle>
            <a:lvl1pPr marL="0">
              <a:lnSpc>
                <a:spcPct val="100000"/>
              </a:lnSpc>
              <a:defRPr sz="8000" b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Title chart, </a:t>
            </a:r>
            <a:br>
              <a:rPr lang="en-US" dirty="0"/>
            </a:br>
            <a:r>
              <a:rPr lang="en-US" dirty="0"/>
              <a:t>Arial, 80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3" name="Subhead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411162" y="3876677"/>
            <a:ext cx="9286875" cy="1930398"/>
          </a:xfrm>
          <a:prstGeom prst="rect">
            <a:avLst/>
          </a:prstGeom>
        </p:spPr>
        <p:txBody>
          <a:bodyPr lIns="0" tIns="370800">
            <a:noAutofit/>
          </a:bodyPr>
          <a:lstStyle>
            <a:lvl1pPr marL="0" indent="0" algn="l">
              <a:spcAft>
                <a:spcPts val="300"/>
              </a:spcAft>
              <a:buNone/>
              <a:defRPr sz="3200">
                <a:solidFill>
                  <a:schemeClr val="tx1"/>
                </a:solidFill>
              </a:defRPr>
            </a:lvl1pPr>
            <a:lvl2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2400"/>
            </a:lvl2pPr>
            <a:lvl3pPr marL="0" indent="0" algn="l">
              <a:spcAft>
                <a:spcPts val="300"/>
              </a:spcAft>
              <a:buNone/>
              <a:defRPr sz="1600"/>
            </a:lvl3pPr>
            <a:lvl4pPr marL="0" indent="0" algn="l">
              <a:buNone/>
              <a:defRPr sz="1600"/>
            </a:lvl4pPr>
            <a:lvl5pPr marL="0" indent="0" algn="l">
              <a:buNone/>
              <a:defRPr sz="1600"/>
            </a:lvl5pPr>
            <a:lvl6pPr marL="0" indent="0" algn="l">
              <a:buNone/>
              <a:defRPr sz="1600"/>
            </a:lvl6pPr>
            <a:lvl7pPr marL="0" indent="0" algn="l">
              <a:buNone/>
              <a:defRPr sz="1600"/>
            </a:lvl7pPr>
            <a:lvl8pPr marL="0" indent="0" algn="l">
              <a:buNone/>
              <a:defRPr sz="1600"/>
            </a:lvl8pPr>
            <a:lvl9pPr marL="0" indent="0" algn="l">
              <a:buNone/>
              <a:defRPr sz="1600"/>
            </a:lvl9pPr>
          </a:lstStyle>
          <a:p>
            <a:r>
              <a:rPr lang="en-US" dirty="0"/>
              <a:t>Subhead for headline size 80 </a:t>
            </a:r>
            <a:r>
              <a:rPr lang="en-US" dirty="0" err="1"/>
              <a:t>pt</a:t>
            </a:r>
            <a:endParaRPr lang="en-US" dirty="0"/>
          </a:p>
        </p:txBody>
      </p:sp>
      <p:pic>
        <p:nvPicPr>
          <p:cNvPr id="10" name="Siemens Logo">
            <a:extLst>
              <a:ext uri="{FF2B5EF4-FFF2-40B4-BE49-F238E27FC236}">
                <a16:creationId xmlns:a16="http://schemas.microsoft.com/office/drawing/2014/main" id="{9A561178-96D2-407A-94C5-91A37401F657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 bwMode="black">
          <a:xfrm>
            <a:off x="10274400" y="6364800"/>
            <a:ext cx="1512000" cy="240408"/>
          </a:xfrm>
          <a:prstGeom prst="rect">
            <a:avLst/>
          </a:prstGeom>
        </p:spPr>
      </p:pic>
      <p:sp>
        <p:nvSpPr>
          <p:cNvPr id="2" name="Footer Placeholder">
            <a:extLst>
              <a:ext uri="{FF2B5EF4-FFF2-40B4-BE49-F238E27FC236}">
                <a16:creationId xmlns:a16="http://schemas.microsoft.com/office/drawing/2014/main" id="{36983F93-FD6F-4DAC-8F23-D4EF00A0420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 bwMode="black">
          <a:xfrm>
            <a:off x="411163" y="6310800"/>
            <a:ext cx="9288000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</p:spTree>
    <p:extLst>
      <p:ext uri="{BB962C8B-B14F-4D97-AF65-F5344CB8AC3E}">
        <p14:creationId xmlns:p14="http://schemas.microsoft.com/office/powerpoint/2010/main" val="332207847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3" pos="6109">
          <p15:clr>
            <a:srgbClr val="65CEFF"/>
          </p15:clr>
        </p15:guide>
        <p15:guide id="4" pos="7425">
          <p15:clr>
            <a:srgbClr val="65CEFF"/>
          </p15:clr>
        </p15:guide>
        <p15:guide id="5" orient="horz" pos="891">
          <p15:clr>
            <a:srgbClr val="65CEFF"/>
          </p15:clr>
        </p15:guide>
        <p15:guide id="6" orient="horz" pos="3658">
          <p15:clr>
            <a:srgbClr val="65CEFF"/>
          </p15:clr>
        </p15:guide>
        <p15:guide id="7" orient="horz" pos="4157">
          <p15:clr>
            <a:srgbClr val="65CEFF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mask&amp;blur Siemens Xcelerator 60pt (motif 3)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B3CAAA86-26BD-41E0-A26A-7AF592C3A3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410400" y="1414463"/>
            <a:ext cx="11376000" cy="2769989"/>
          </a:xfrm>
          <a:noFill/>
        </p:spPr>
        <p:txBody>
          <a:bodyPr wrap="square" rIns="0" bIns="0" anchor="b" anchorCtr="0">
            <a:spAutoFit/>
          </a:bodyPr>
          <a:lstStyle>
            <a:lvl1pPr marL="0">
              <a:lnSpc>
                <a:spcPct val="100000"/>
              </a:lnSpc>
              <a:defRPr sz="6000" b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Title chart, </a:t>
            </a:r>
            <a:br>
              <a:rPr lang="en-US" dirty="0"/>
            </a:br>
            <a:r>
              <a:rPr lang="en-US" dirty="0"/>
              <a:t>Arial Regular, 60 </a:t>
            </a:r>
            <a:r>
              <a:rPr lang="en-US" dirty="0" err="1"/>
              <a:t>pt</a:t>
            </a:r>
            <a:r>
              <a:rPr lang="en-US" dirty="0"/>
              <a:t>,</a:t>
            </a:r>
            <a:br>
              <a:rPr lang="en-US" dirty="0"/>
            </a:br>
            <a:r>
              <a:rPr lang="en-US" dirty="0"/>
              <a:t>3 lines</a:t>
            </a:r>
          </a:p>
        </p:txBody>
      </p:sp>
      <p:sp>
        <p:nvSpPr>
          <p:cNvPr id="3" name="Subhead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411163" y="4184453"/>
            <a:ext cx="9288000" cy="1622622"/>
          </a:xfrm>
          <a:prstGeom prst="rect">
            <a:avLst/>
          </a:prstGeom>
        </p:spPr>
        <p:txBody>
          <a:bodyPr lIns="0" tIns="370800">
            <a:noAutofit/>
          </a:bodyPr>
          <a:lstStyle>
            <a:lvl1pPr marL="0" indent="0" algn="l">
              <a:spcAft>
                <a:spcPts val="300"/>
              </a:spcAft>
              <a:buNone/>
              <a:defRPr sz="2400">
                <a:solidFill>
                  <a:schemeClr val="tx1"/>
                </a:solidFill>
              </a:defRPr>
            </a:lvl1pPr>
            <a:lvl2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2400"/>
            </a:lvl2pPr>
            <a:lvl3pPr marL="0" indent="0" algn="l">
              <a:spcAft>
                <a:spcPts val="300"/>
              </a:spcAft>
              <a:buNone/>
              <a:defRPr sz="1600"/>
            </a:lvl3pPr>
            <a:lvl4pPr marL="0" indent="0" algn="l">
              <a:buNone/>
              <a:defRPr sz="1600"/>
            </a:lvl4pPr>
            <a:lvl5pPr marL="0" indent="0" algn="l">
              <a:buNone/>
              <a:defRPr sz="1600"/>
            </a:lvl5pPr>
            <a:lvl6pPr marL="0" indent="0" algn="l">
              <a:buNone/>
              <a:defRPr sz="1600"/>
            </a:lvl6pPr>
            <a:lvl7pPr marL="0" indent="0" algn="l">
              <a:buNone/>
              <a:defRPr sz="1600"/>
            </a:lvl7pPr>
            <a:lvl8pPr marL="0" indent="0" algn="l">
              <a:buNone/>
              <a:defRPr sz="1600"/>
            </a:lvl8pPr>
            <a:lvl9pPr marL="0" indent="0" algn="l">
              <a:buNone/>
              <a:defRPr sz="1600"/>
            </a:lvl9pPr>
          </a:lstStyle>
          <a:p>
            <a:pPr lvl="0"/>
            <a:r>
              <a:rPr lang="en-US" dirty="0"/>
              <a:t>Subhead for headline size 60 </a:t>
            </a:r>
            <a:r>
              <a:rPr lang="en-US" dirty="0" err="1"/>
              <a:t>pt</a:t>
            </a:r>
            <a:endParaRPr lang="en-US" dirty="0"/>
          </a:p>
        </p:txBody>
      </p:sp>
      <p:pic>
        <p:nvPicPr>
          <p:cNvPr id="10" name="Siemens Logo">
            <a:extLst>
              <a:ext uri="{FF2B5EF4-FFF2-40B4-BE49-F238E27FC236}">
                <a16:creationId xmlns:a16="http://schemas.microsoft.com/office/drawing/2014/main" id="{9A561178-96D2-407A-94C5-91A37401F657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 bwMode="black">
          <a:xfrm>
            <a:off x="10274400" y="6364800"/>
            <a:ext cx="1512000" cy="240408"/>
          </a:xfrm>
          <a:prstGeom prst="rect">
            <a:avLst/>
          </a:prstGeom>
        </p:spPr>
      </p:pic>
      <p:sp>
        <p:nvSpPr>
          <p:cNvPr id="2" name="Footer Placeholder">
            <a:extLst>
              <a:ext uri="{FF2B5EF4-FFF2-40B4-BE49-F238E27FC236}">
                <a16:creationId xmlns:a16="http://schemas.microsoft.com/office/drawing/2014/main" id="{36983F93-FD6F-4DAC-8F23-D4EF00A0420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 bwMode="black">
          <a:xfrm>
            <a:off x="411163" y="6310800"/>
            <a:ext cx="9288000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</p:spTree>
    <p:extLst>
      <p:ext uri="{BB962C8B-B14F-4D97-AF65-F5344CB8AC3E}">
        <p14:creationId xmlns:p14="http://schemas.microsoft.com/office/powerpoint/2010/main" val="249602691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3" pos="6109">
          <p15:clr>
            <a:srgbClr val="65CEFF"/>
          </p15:clr>
        </p15:guide>
        <p15:guide id="4" pos="7425">
          <p15:clr>
            <a:srgbClr val="65CEFF"/>
          </p15:clr>
        </p15:guide>
        <p15:guide id="5" orient="horz" pos="891">
          <p15:clr>
            <a:srgbClr val="65CEFF"/>
          </p15:clr>
        </p15:guide>
        <p15:guide id="6" orient="horz" pos="3658">
          <p15:clr>
            <a:srgbClr val="65CEFF"/>
          </p15:clr>
        </p15:guide>
        <p15:guide id="7" orient="horz" pos="4157">
          <p15:clr>
            <a:srgbClr val="65CEFF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mask&amp;blur Siemens Xcelerator 40pt (motif 3)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B3CAAA86-26BD-41E0-A26A-7AF592C3A3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410400" y="1414464"/>
            <a:ext cx="9288000" cy="2462213"/>
          </a:xfrm>
          <a:noFill/>
        </p:spPr>
        <p:txBody>
          <a:bodyPr wrap="square" rIns="0" bIns="0" anchor="b" anchorCtr="0">
            <a:spAutoFit/>
          </a:bodyPr>
          <a:lstStyle>
            <a:lvl1pPr marL="0">
              <a:lnSpc>
                <a:spcPct val="100000"/>
              </a:lnSpc>
              <a:defRPr sz="4000" b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Title chart, </a:t>
            </a:r>
            <a:br>
              <a:rPr lang="en-US" dirty="0"/>
            </a:br>
            <a:r>
              <a:rPr lang="en-US" dirty="0"/>
              <a:t>Arial Regular, 40 </a:t>
            </a:r>
            <a:r>
              <a:rPr lang="en-US" dirty="0" err="1"/>
              <a:t>pt</a:t>
            </a:r>
            <a:r>
              <a:rPr lang="en-US" dirty="0"/>
              <a:t>, </a:t>
            </a:r>
            <a:br>
              <a:rPr lang="en-US" dirty="0"/>
            </a:br>
            <a:r>
              <a:rPr lang="en-US" dirty="0"/>
              <a:t>extra long headlines,</a:t>
            </a:r>
            <a:br>
              <a:rPr lang="en-US" dirty="0"/>
            </a:br>
            <a:r>
              <a:rPr lang="en-US" dirty="0"/>
              <a:t>4 lines</a:t>
            </a:r>
          </a:p>
        </p:txBody>
      </p:sp>
      <p:sp>
        <p:nvSpPr>
          <p:cNvPr id="3" name="Subhead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411163" y="3876675"/>
            <a:ext cx="9288000" cy="1930123"/>
          </a:xfrm>
          <a:prstGeom prst="rect">
            <a:avLst/>
          </a:prstGeom>
        </p:spPr>
        <p:txBody>
          <a:bodyPr lIns="0" tIns="370800">
            <a:noAutofit/>
          </a:bodyPr>
          <a:lstStyle>
            <a:lvl1pPr marL="0" indent="0" algn="l">
              <a:spcAft>
                <a:spcPts val="300"/>
              </a:spcAft>
              <a:buNone/>
              <a:defRPr sz="1600">
                <a:solidFill>
                  <a:schemeClr val="tx1"/>
                </a:solidFill>
              </a:defRPr>
            </a:lvl1pPr>
            <a:lvl2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1600"/>
            </a:lvl2pPr>
            <a:lvl3pPr marL="0" indent="0" algn="l">
              <a:spcAft>
                <a:spcPts val="300"/>
              </a:spcAft>
              <a:buNone/>
              <a:defRPr sz="1600"/>
            </a:lvl3pPr>
            <a:lvl4pPr marL="0" indent="0" algn="l">
              <a:buNone/>
              <a:defRPr sz="1600"/>
            </a:lvl4pPr>
            <a:lvl5pPr marL="0" indent="0" algn="l">
              <a:buNone/>
              <a:defRPr sz="1600"/>
            </a:lvl5pPr>
            <a:lvl6pPr marL="0" indent="0" algn="l">
              <a:buNone/>
              <a:defRPr sz="1600"/>
            </a:lvl6pPr>
            <a:lvl7pPr marL="0" indent="0" algn="l">
              <a:buNone/>
              <a:defRPr sz="1600"/>
            </a:lvl7pPr>
            <a:lvl8pPr marL="0" indent="0" algn="l">
              <a:buNone/>
              <a:defRPr sz="1600"/>
            </a:lvl8pPr>
            <a:lvl9pPr marL="0" indent="0" algn="l">
              <a:buNone/>
              <a:defRPr sz="1600"/>
            </a:lvl9pPr>
          </a:lstStyle>
          <a:p>
            <a:pPr lvl="0"/>
            <a:r>
              <a:rPr lang="en-US" dirty="0"/>
              <a:t>Subhead for headline size 40 </a:t>
            </a:r>
            <a:r>
              <a:rPr lang="en-US" dirty="0" err="1"/>
              <a:t>pt</a:t>
            </a:r>
            <a:endParaRPr lang="en-US" dirty="0"/>
          </a:p>
        </p:txBody>
      </p:sp>
      <p:pic>
        <p:nvPicPr>
          <p:cNvPr id="10" name="Siemens Logo">
            <a:extLst>
              <a:ext uri="{FF2B5EF4-FFF2-40B4-BE49-F238E27FC236}">
                <a16:creationId xmlns:a16="http://schemas.microsoft.com/office/drawing/2014/main" id="{9A561178-96D2-407A-94C5-91A37401F657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 bwMode="black">
          <a:xfrm>
            <a:off x="10274400" y="6364800"/>
            <a:ext cx="1512000" cy="240408"/>
          </a:xfrm>
          <a:prstGeom prst="rect">
            <a:avLst/>
          </a:prstGeom>
        </p:spPr>
      </p:pic>
      <p:sp>
        <p:nvSpPr>
          <p:cNvPr id="2" name="Footer Placeholder">
            <a:extLst>
              <a:ext uri="{FF2B5EF4-FFF2-40B4-BE49-F238E27FC236}">
                <a16:creationId xmlns:a16="http://schemas.microsoft.com/office/drawing/2014/main" id="{36983F93-FD6F-4DAC-8F23-D4EF00A0420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 bwMode="black">
          <a:xfrm>
            <a:off x="411163" y="6310800"/>
            <a:ext cx="9288000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</p:spTree>
    <p:extLst>
      <p:ext uri="{BB962C8B-B14F-4D97-AF65-F5344CB8AC3E}">
        <p14:creationId xmlns:p14="http://schemas.microsoft.com/office/powerpoint/2010/main" val="422368770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3" pos="6109">
          <p15:clr>
            <a:srgbClr val="65CEFF"/>
          </p15:clr>
        </p15:guide>
        <p15:guide id="4" pos="7425">
          <p15:clr>
            <a:srgbClr val="65CEFF"/>
          </p15:clr>
        </p15:guide>
        <p15:guide id="5" orient="horz" pos="891">
          <p15:clr>
            <a:srgbClr val="65CEFF"/>
          </p15:clr>
        </p15:guide>
        <p15:guide id="6" orient="horz" pos="3658">
          <p15:clr>
            <a:srgbClr val="65CEFF"/>
          </p15:clr>
        </p15:guide>
        <p15:guide id="7" orient="horz" pos="4157">
          <p15:clr>
            <a:srgbClr val="65CEFF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mask&amp;blur Sustainability 80pt (motif 1)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B3CAAA86-26BD-41E0-A26A-7AF592C3A3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410400" y="1414464"/>
            <a:ext cx="11376788" cy="2462213"/>
          </a:xfrm>
          <a:noFill/>
        </p:spPr>
        <p:txBody>
          <a:bodyPr wrap="square" rIns="0" bIns="0" anchor="b" anchorCtr="0">
            <a:spAutoFit/>
          </a:bodyPr>
          <a:lstStyle>
            <a:lvl1pPr marL="0">
              <a:lnSpc>
                <a:spcPct val="100000"/>
              </a:lnSpc>
              <a:defRPr sz="8000" b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Title chart, </a:t>
            </a:r>
            <a:br>
              <a:rPr lang="en-US" dirty="0"/>
            </a:br>
            <a:r>
              <a:rPr lang="en-US" dirty="0"/>
              <a:t>Arial, 80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3" name="Subhead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411162" y="3876677"/>
            <a:ext cx="9286875" cy="1930398"/>
          </a:xfrm>
          <a:prstGeom prst="rect">
            <a:avLst/>
          </a:prstGeom>
        </p:spPr>
        <p:txBody>
          <a:bodyPr lIns="0" tIns="370800">
            <a:noAutofit/>
          </a:bodyPr>
          <a:lstStyle>
            <a:lvl1pPr marL="0" indent="0" algn="l">
              <a:spcAft>
                <a:spcPts val="300"/>
              </a:spcAft>
              <a:buNone/>
              <a:defRPr sz="3200">
                <a:solidFill>
                  <a:schemeClr val="tx1"/>
                </a:solidFill>
              </a:defRPr>
            </a:lvl1pPr>
            <a:lvl2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2400"/>
            </a:lvl2pPr>
            <a:lvl3pPr marL="0" indent="0" algn="l">
              <a:spcAft>
                <a:spcPts val="300"/>
              </a:spcAft>
              <a:buNone/>
              <a:defRPr sz="1600"/>
            </a:lvl3pPr>
            <a:lvl4pPr marL="0" indent="0" algn="l">
              <a:buNone/>
              <a:defRPr sz="1600"/>
            </a:lvl4pPr>
            <a:lvl5pPr marL="0" indent="0" algn="l">
              <a:buNone/>
              <a:defRPr sz="1600"/>
            </a:lvl5pPr>
            <a:lvl6pPr marL="0" indent="0" algn="l">
              <a:buNone/>
              <a:defRPr sz="1600"/>
            </a:lvl6pPr>
            <a:lvl7pPr marL="0" indent="0" algn="l">
              <a:buNone/>
              <a:defRPr sz="1600"/>
            </a:lvl7pPr>
            <a:lvl8pPr marL="0" indent="0" algn="l">
              <a:buNone/>
              <a:defRPr sz="1600"/>
            </a:lvl8pPr>
            <a:lvl9pPr marL="0" indent="0" algn="l">
              <a:buNone/>
              <a:defRPr sz="1600"/>
            </a:lvl9pPr>
          </a:lstStyle>
          <a:p>
            <a:r>
              <a:rPr lang="en-US" dirty="0"/>
              <a:t>Subhead for headline size 80 </a:t>
            </a:r>
            <a:r>
              <a:rPr lang="en-US" dirty="0" err="1"/>
              <a:t>pt</a:t>
            </a:r>
            <a:endParaRPr lang="en-US" dirty="0"/>
          </a:p>
        </p:txBody>
      </p:sp>
      <p:pic>
        <p:nvPicPr>
          <p:cNvPr id="10" name="Siemens Logo">
            <a:extLst>
              <a:ext uri="{FF2B5EF4-FFF2-40B4-BE49-F238E27FC236}">
                <a16:creationId xmlns:a16="http://schemas.microsoft.com/office/drawing/2014/main" id="{9A561178-96D2-407A-94C5-91A37401F657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 bwMode="black">
          <a:xfrm>
            <a:off x="10274400" y="6364800"/>
            <a:ext cx="1512000" cy="240408"/>
          </a:xfrm>
          <a:prstGeom prst="rect">
            <a:avLst/>
          </a:prstGeom>
        </p:spPr>
      </p:pic>
      <p:sp>
        <p:nvSpPr>
          <p:cNvPr id="2" name="Footer Placeholder">
            <a:extLst>
              <a:ext uri="{FF2B5EF4-FFF2-40B4-BE49-F238E27FC236}">
                <a16:creationId xmlns:a16="http://schemas.microsoft.com/office/drawing/2014/main" id="{36983F93-FD6F-4DAC-8F23-D4EF00A0420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 bwMode="black">
          <a:xfrm>
            <a:off x="411163" y="6310800"/>
            <a:ext cx="9288000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</p:spTree>
    <p:extLst>
      <p:ext uri="{BB962C8B-B14F-4D97-AF65-F5344CB8AC3E}">
        <p14:creationId xmlns:p14="http://schemas.microsoft.com/office/powerpoint/2010/main" val="266656664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3" pos="6109">
          <p15:clr>
            <a:srgbClr val="65CEFF"/>
          </p15:clr>
        </p15:guide>
        <p15:guide id="4" pos="7425">
          <p15:clr>
            <a:srgbClr val="65CEFF"/>
          </p15:clr>
        </p15:guide>
        <p15:guide id="5" orient="horz" pos="891">
          <p15:clr>
            <a:srgbClr val="65CEFF"/>
          </p15:clr>
        </p15:guide>
        <p15:guide id="6" orient="horz" pos="3658">
          <p15:clr>
            <a:srgbClr val="65CEFF"/>
          </p15:clr>
        </p15:guide>
        <p15:guide id="7" orient="horz" pos="4157">
          <p15:clr>
            <a:srgbClr val="65CEFF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mask&amp;blur Sustainability 60pt (motif 1)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B3CAAA86-26BD-41E0-A26A-7AF592C3A3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410400" y="1414463"/>
            <a:ext cx="11376000" cy="2769989"/>
          </a:xfrm>
          <a:noFill/>
        </p:spPr>
        <p:txBody>
          <a:bodyPr wrap="square" rIns="0" bIns="0" anchor="b" anchorCtr="0">
            <a:spAutoFit/>
          </a:bodyPr>
          <a:lstStyle>
            <a:lvl1pPr marL="0">
              <a:lnSpc>
                <a:spcPct val="100000"/>
              </a:lnSpc>
              <a:defRPr sz="6000" b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Title chart, </a:t>
            </a:r>
            <a:br>
              <a:rPr lang="en-US" dirty="0"/>
            </a:br>
            <a:r>
              <a:rPr lang="en-US" dirty="0"/>
              <a:t>Arial Regular, 60 </a:t>
            </a:r>
            <a:r>
              <a:rPr lang="en-US" dirty="0" err="1"/>
              <a:t>pt</a:t>
            </a:r>
            <a:r>
              <a:rPr lang="en-US" dirty="0"/>
              <a:t>,</a:t>
            </a:r>
            <a:br>
              <a:rPr lang="en-US" dirty="0"/>
            </a:br>
            <a:r>
              <a:rPr lang="en-US" dirty="0"/>
              <a:t>3 lines</a:t>
            </a:r>
          </a:p>
        </p:txBody>
      </p:sp>
      <p:sp>
        <p:nvSpPr>
          <p:cNvPr id="3" name="Subhead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411163" y="4184453"/>
            <a:ext cx="9288000" cy="1622622"/>
          </a:xfrm>
          <a:prstGeom prst="rect">
            <a:avLst/>
          </a:prstGeom>
        </p:spPr>
        <p:txBody>
          <a:bodyPr lIns="0" tIns="370800">
            <a:noAutofit/>
          </a:bodyPr>
          <a:lstStyle>
            <a:lvl1pPr marL="0" indent="0" algn="l">
              <a:spcAft>
                <a:spcPts val="300"/>
              </a:spcAft>
              <a:buNone/>
              <a:defRPr sz="2400">
                <a:solidFill>
                  <a:schemeClr val="tx1"/>
                </a:solidFill>
              </a:defRPr>
            </a:lvl1pPr>
            <a:lvl2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2400"/>
            </a:lvl2pPr>
            <a:lvl3pPr marL="0" indent="0" algn="l">
              <a:spcAft>
                <a:spcPts val="300"/>
              </a:spcAft>
              <a:buNone/>
              <a:defRPr sz="1600"/>
            </a:lvl3pPr>
            <a:lvl4pPr marL="0" indent="0" algn="l">
              <a:buNone/>
              <a:defRPr sz="1600"/>
            </a:lvl4pPr>
            <a:lvl5pPr marL="0" indent="0" algn="l">
              <a:buNone/>
              <a:defRPr sz="1600"/>
            </a:lvl5pPr>
            <a:lvl6pPr marL="0" indent="0" algn="l">
              <a:buNone/>
              <a:defRPr sz="1600"/>
            </a:lvl6pPr>
            <a:lvl7pPr marL="0" indent="0" algn="l">
              <a:buNone/>
              <a:defRPr sz="1600"/>
            </a:lvl7pPr>
            <a:lvl8pPr marL="0" indent="0" algn="l">
              <a:buNone/>
              <a:defRPr sz="1600"/>
            </a:lvl8pPr>
            <a:lvl9pPr marL="0" indent="0" algn="l">
              <a:buNone/>
              <a:defRPr sz="1600"/>
            </a:lvl9pPr>
          </a:lstStyle>
          <a:p>
            <a:pPr lvl="0"/>
            <a:r>
              <a:rPr lang="en-US" dirty="0"/>
              <a:t>Subhead for headline size 60 </a:t>
            </a:r>
            <a:r>
              <a:rPr lang="en-US" dirty="0" err="1"/>
              <a:t>pt</a:t>
            </a:r>
            <a:endParaRPr lang="en-US" dirty="0"/>
          </a:p>
        </p:txBody>
      </p:sp>
      <p:pic>
        <p:nvPicPr>
          <p:cNvPr id="10" name="Siemens Logo">
            <a:extLst>
              <a:ext uri="{FF2B5EF4-FFF2-40B4-BE49-F238E27FC236}">
                <a16:creationId xmlns:a16="http://schemas.microsoft.com/office/drawing/2014/main" id="{9A561178-96D2-407A-94C5-91A37401F657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 bwMode="black">
          <a:xfrm>
            <a:off x="10274400" y="6364800"/>
            <a:ext cx="1512000" cy="240408"/>
          </a:xfrm>
          <a:prstGeom prst="rect">
            <a:avLst/>
          </a:prstGeom>
        </p:spPr>
      </p:pic>
      <p:sp>
        <p:nvSpPr>
          <p:cNvPr id="2" name="Footer Placeholder">
            <a:extLst>
              <a:ext uri="{FF2B5EF4-FFF2-40B4-BE49-F238E27FC236}">
                <a16:creationId xmlns:a16="http://schemas.microsoft.com/office/drawing/2014/main" id="{36983F93-FD6F-4DAC-8F23-D4EF00A0420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 bwMode="black">
          <a:xfrm>
            <a:off x="411163" y="6310800"/>
            <a:ext cx="9288000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</p:spTree>
    <p:extLst>
      <p:ext uri="{BB962C8B-B14F-4D97-AF65-F5344CB8AC3E}">
        <p14:creationId xmlns:p14="http://schemas.microsoft.com/office/powerpoint/2010/main" val="180416661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3" pos="6109">
          <p15:clr>
            <a:srgbClr val="65CEFF"/>
          </p15:clr>
        </p15:guide>
        <p15:guide id="4" pos="7425">
          <p15:clr>
            <a:srgbClr val="65CEFF"/>
          </p15:clr>
        </p15:guide>
        <p15:guide id="5" orient="horz" pos="891">
          <p15:clr>
            <a:srgbClr val="65CEFF"/>
          </p15:clr>
        </p15:guide>
        <p15:guide id="6" orient="horz" pos="3658">
          <p15:clr>
            <a:srgbClr val="65CEFF"/>
          </p15:clr>
        </p15:guide>
        <p15:guide id="7" orient="horz" pos="4157">
          <p15:clr>
            <a:srgbClr val="65CEFF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mask&amp;blur Sustainability 40pt (motif 1)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B3CAAA86-26BD-41E0-A26A-7AF592C3A3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410400" y="1414464"/>
            <a:ext cx="9288000" cy="2462213"/>
          </a:xfrm>
          <a:noFill/>
        </p:spPr>
        <p:txBody>
          <a:bodyPr wrap="square" rIns="0" bIns="0" anchor="b" anchorCtr="0">
            <a:spAutoFit/>
          </a:bodyPr>
          <a:lstStyle>
            <a:lvl1pPr marL="0">
              <a:lnSpc>
                <a:spcPct val="100000"/>
              </a:lnSpc>
              <a:defRPr sz="4000" b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Title chart, </a:t>
            </a:r>
            <a:br>
              <a:rPr lang="en-US" dirty="0"/>
            </a:br>
            <a:r>
              <a:rPr lang="en-US" dirty="0"/>
              <a:t>Arial Regular, 40 </a:t>
            </a:r>
            <a:r>
              <a:rPr lang="en-US" dirty="0" err="1"/>
              <a:t>pt</a:t>
            </a:r>
            <a:r>
              <a:rPr lang="en-US" dirty="0"/>
              <a:t>, </a:t>
            </a:r>
            <a:br>
              <a:rPr lang="en-US" dirty="0"/>
            </a:br>
            <a:r>
              <a:rPr lang="en-US" dirty="0"/>
              <a:t>extra long headlines,</a:t>
            </a:r>
            <a:br>
              <a:rPr lang="en-US" dirty="0"/>
            </a:br>
            <a:r>
              <a:rPr lang="en-US" dirty="0"/>
              <a:t>4 lines</a:t>
            </a:r>
          </a:p>
        </p:txBody>
      </p:sp>
      <p:sp>
        <p:nvSpPr>
          <p:cNvPr id="3" name="Subhead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411163" y="3876675"/>
            <a:ext cx="9288000" cy="1930123"/>
          </a:xfrm>
          <a:prstGeom prst="rect">
            <a:avLst/>
          </a:prstGeom>
        </p:spPr>
        <p:txBody>
          <a:bodyPr lIns="0" tIns="370800">
            <a:noAutofit/>
          </a:bodyPr>
          <a:lstStyle>
            <a:lvl1pPr marL="0" indent="0" algn="l">
              <a:spcAft>
                <a:spcPts val="300"/>
              </a:spcAft>
              <a:buNone/>
              <a:defRPr sz="1600">
                <a:solidFill>
                  <a:schemeClr val="tx1"/>
                </a:solidFill>
              </a:defRPr>
            </a:lvl1pPr>
            <a:lvl2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1600"/>
            </a:lvl2pPr>
            <a:lvl3pPr marL="0" indent="0" algn="l">
              <a:spcAft>
                <a:spcPts val="300"/>
              </a:spcAft>
              <a:buNone/>
              <a:defRPr sz="1600"/>
            </a:lvl3pPr>
            <a:lvl4pPr marL="0" indent="0" algn="l">
              <a:buNone/>
              <a:defRPr sz="1600"/>
            </a:lvl4pPr>
            <a:lvl5pPr marL="0" indent="0" algn="l">
              <a:buNone/>
              <a:defRPr sz="1600"/>
            </a:lvl5pPr>
            <a:lvl6pPr marL="0" indent="0" algn="l">
              <a:buNone/>
              <a:defRPr sz="1600"/>
            </a:lvl6pPr>
            <a:lvl7pPr marL="0" indent="0" algn="l">
              <a:buNone/>
              <a:defRPr sz="1600"/>
            </a:lvl7pPr>
            <a:lvl8pPr marL="0" indent="0" algn="l">
              <a:buNone/>
              <a:defRPr sz="1600"/>
            </a:lvl8pPr>
            <a:lvl9pPr marL="0" indent="0" algn="l">
              <a:buNone/>
              <a:defRPr sz="1600"/>
            </a:lvl9pPr>
          </a:lstStyle>
          <a:p>
            <a:pPr lvl="0"/>
            <a:r>
              <a:rPr lang="en-US" dirty="0"/>
              <a:t>Subhead for headline size 40 </a:t>
            </a:r>
            <a:r>
              <a:rPr lang="en-US" dirty="0" err="1"/>
              <a:t>pt</a:t>
            </a:r>
            <a:endParaRPr lang="en-US" dirty="0"/>
          </a:p>
        </p:txBody>
      </p:sp>
      <p:pic>
        <p:nvPicPr>
          <p:cNvPr id="10" name="Siemens Logo">
            <a:extLst>
              <a:ext uri="{FF2B5EF4-FFF2-40B4-BE49-F238E27FC236}">
                <a16:creationId xmlns:a16="http://schemas.microsoft.com/office/drawing/2014/main" id="{9A561178-96D2-407A-94C5-91A37401F657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 bwMode="black">
          <a:xfrm>
            <a:off x="10274400" y="6364800"/>
            <a:ext cx="1512000" cy="240408"/>
          </a:xfrm>
          <a:prstGeom prst="rect">
            <a:avLst/>
          </a:prstGeom>
        </p:spPr>
      </p:pic>
      <p:sp>
        <p:nvSpPr>
          <p:cNvPr id="2" name="Footer Placeholder">
            <a:extLst>
              <a:ext uri="{FF2B5EF4-FFF2-40B4-BE49-F238E27FC236}">
                <a16:creationId xmlns:a16="http://schemas.microsoft.com/office/drawing/2014/main" id="{36983F93-FD6F-4DAC-8F23-D4EF00A0420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 bwMode="black">
          <a:xfrm>
            <a:off x="411163" y="6310800"/>
            <a:ext cx="9288000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</p:spTree>
    <p:extLst>
      <p:ext uri="{BB962C8B-B14F-4D97-AF65-F5344CB8AC3E}">
        <p14:creationId xmlns:p14="http://schemas.microsoft.com/office/powerpoint/2010/main" val="13582404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3" pos="6109">
          <p15:clr>
            <a:srgbClr val="65CEFF"/>
          </p15:clr>
        </p15:guide>
        <p15:guide id="4" pos="7425">
          <p15:clr>
            <a:srgbClr val="65CEFF"/>
          </p15:clr>
        </p15:guide>
        <p15:guide id="5" orient="horz" pos="891">
          <p15:clr>
            <a:srgbClr val="65CEFF"/>
          </p15:clr>
        </p15:guide>
        <p15:guide id="6" orient="horz" pos="3658">
          <p15:clr>
            <a:srgbClr val="65CEFF"/>
          </p15:clr>
        </p15:guide>
        <p15:guide id="7" orient="horz" pos="4157">
          <p15:clr>
            <a:srgbClr val="65CEFF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mask&amp;blur Sustainability 80pt (motif 2)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B3CAAA86-26BD-41E0-A26A-7AF592C3A3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410400" y="1414464"/>
            <a:ext cx="11376788" cy="2462213"/>
          </a:xfrm>
          <a:noFill/>
        </p:spPr>
        <p:txBody>
          <a:bodyPr wrap="square" rIns="0" bIns="0" anchor="b" anchorCtr="0">
            <a:spAutoFit/>
          </a:bodyPr>
          <a:lstStyle>
            <a:lvl1pPr marL="0">
              <a:lnSpc>
                <a:spcPct val="100000"/>
              </a:lnSpc>
              <a:defRPr sz="8000" b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Title chart, </a:t>
            </a:r>
            <a:br>
              <a:rPr lang="en-US" dirty="0"/>
            </a:br>
            <a:r>
              <a:rPr lang="en-US" dirty="0"/>
              <a:t>Arial, 80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3" name="Subhead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411162" y="3876677"/>
            <a:ext cx="9286875" cy="1930398"/>
          </a:xfrm>
          <a:prstGeom prst="rect">
            <a:avLst/>
          </a:prstGeom>
        </p:spPr>
        <p:txBody>
          <a:bodyPr lIns="0" tIns="370800">
            <a:noAutofit/>
          </a:bodyPr>
          <a:lstStyle>
            <a:lvl1pPr marL="0" indent="0" algn="l">
              <a:spcAft>
                <a:spcPts val="300"/>
              </a:spcAft>
              <a:buNone/>
              <a:defRPr sz="3200">
                <a:solidFill>
                  <a:schemeClr val="tx1"/>
                </a:solidFill>
              </a:defRPr>
            </a:lvl1pPr>
            <a:lvl2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2400"/>
            </a:lvl2pPr>
            <a:lvl3pPr marL="0" indent="0" algn="l">
              <a:spcAft>
                <a:spcPts val="300"/>
              </a:spcAft>
              <a:buNone/>
              <a:defRPr sz="1600"/>
            </a:lvl3pPr>
            <a:lvl4pPr marL="0" indent="0" algn="l">
              <a:buNone/>
              <a:defRPr sz="1600"/>
            </a:lvl4pPr>
            <a:lvl5pPr marL="0" indent="0" algn="l">
              <a:buNone/>
              <a:defRPr sz="1600"/>
            </a:lvl5pPr>
            <a:lvl6pPr marL="0" indent="0" algn="l">
              <a:buNone/>
              <a:defRPr sz="1600"/>
            </a:lvl6pPr>
            <a:lvl7pPr marL="0" indent="0" algn="l">
              <a:buNone/>
              <a:defRPr sz="1600"/>
            </a:lvl7pPr>
            <a:lvl8pPr marL="0" indent="0" algn="l">
              <a:buNone/>
              <a:defRPr sz="1600"/>
            </a:lvl8pPr>
            <a:lvl9pPr marL="0" indent="0" algn="l">
              <a:buNone/>
              <a:defRPr sz="1600"/>
            </a:lvl9pPr>
          </a:lstStyle>
          <a:p>
            <a:r>
              <a:rPr lang="en-US" dirty="0"/>
              <a:t>Subhead for headline size 80 </a:t>
            </a:r>
            <a:r>
              <a:rPr lang="en-US" dirty="0" err="1"/>
              <a:t>pt</a:t>
            </a:r>
            <a:endParaRPr lang="en-US" dirty="0"/>
          </a:p>
        </p:txBody>
      </p:sp>
      <p:pic>
        <p:nvPicPr>
          <p:cNvPr id="10" name="Siemens Logo">
            <a:extLst>
              <a:ext uri="{FF2B5EF4-FFF2-40B4-BE49-F238E27FC236}">
                <a16:creationId xmlns:a16="http://schemas.microsoft.com/office/drawing/2014/main" id="{9A561178-96D2-407A-94C5-91A37401F657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 bwMode="black">
          <a:xfrm>
            <a:off x="10274400" y="6364800"/>
            <a:ext cx="1512000" cy="240408"/>
          </a:xfrm>
          <a:prstGeom prst="rect">
            <a:avLst/>
          </a:prstGeom>
        </p:spPr>
      </p:pic>
      <p:sp>
        <p:nvSpPr>
          <p:cNvPr id="2" name="Footer Placeholder">
            <a:extLst>
              <a:ext uri="{FF2B5EF4-FFF2-40B4-BE49-F238E27FC236}">
                <a16:creationId xmlns:a16="http://schemas.microsoft.com/office/drawing/2014/main" id="{36983F93-FD6F-4DAC-8F23-D4EF00A0420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 bwMode="black">
          <a:xfrm>
            <a:off x="411163" y="6310800"/>
            <a:ext cx="9288000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</p:spTree>
    <p:extLst>
      <p:ext uri="{BB962C8B-B14F-4D97-AF65-F5344CB8AC3E}">
        <p14:creationId xmlns:p14="http://schemas.microsoft.com/office/powerpoint/2010/main" val="46788976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3" pos="6109">
          <p15:clr>
            <a:srgbClr val="65CEFF"/>
          </p15:clr>
        </p15:guide>
        <p15:guide id="4" pos="7425">
          <p15:clr>
            <a:srgbClr val="65CEFF"/>
          </p15:clr>
        </p15:guide>
        <p15:guide id="5" orient="horz" pos="891">
          <p15:clr>
            <a:srgbClr val="65CEFF"/>
          </p15:clr>
        </p15:guide>
        <p15:guide id="6" orient="horz" pos="3658">
          <p15:clr>
            <a:srgbClr val="65CEFF"/>
          </p15:clr>
        </p15:guide>
        <p15:guide id="7" orient="horz" pos="4157">
          <p15:clr>
            <a:srgbClr val="65CEFF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mask&amp;blur Sustainability 60pt (motif 2)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B3CAAA86-26BD-41E0-A26A-7AF592C3A3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410400" y="1414463"/>
            <a:ext cx="11376000" cy="2769989"/>
          </a:xfrm>
          <a:noFill/>
        </p:spPr>
        <p:txBody>
          <a:bodyPr wrap="square" rIns="0" bIns="0" anchor="b" anchorCtr="0">
            <a:spAutoFit/>
          </a:bodyPr>
          <a:lstStyle>
            <a:lvl1pPr marL="0">
              <a:lnSpc>
                <a:spcPct val="100000"/>
              </a:lnSpc>
              <a:defRPr sz="6000" b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Title chart, </a:t>
            </a:r>
            <a:br>
              <a:rPr lang="en-US" dirty="0"/>
            </a:br>
            <a:r>
              <a:rPr lang="en-US" dirty="0"/>
              <a:t>Arial Regular, 60 </a:t>
            </a:r>
            <a:r>
              <a:rPr lang="en-US" dirty="0" err="1"/>
              <a:t>pt</a:t>
            </a:r>
            <a:r>
              <a:rPr lang="en-US" dirty="0"/>
              <a:t>,</a:t>
            </a:r>
            <a:br>
              <a:rPr lang="en-US" dirty="0"/>
            </a:br>
            <a:r>
              <a:rPr lang="en-US" dirty="0"/>
              <a:t>3 lines</a:t>
            </a:r>
          </a:p>
        </p:txBody>
      </p:sp>
      <p:sp>
        <p:nvSpPr>
          <p:cNvPr id="3" name="Subhead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411163" y="4184453"/>
            <a:ext cx="9288000" cy="1622622"/>
          </a:xfrm>
          <a:prstGeom prst="rect">
            <a:avLst/>
          </a:prstGeom>
        </p:spPr>
        <p:txBody>
          <a:bodyPr lIns="0" tIns="370800">
            <a:noAutofit/>
          </a:bodyPr>
          <a:lstStyle>
            <a:lvl1pPr marL="0" indent="0" algn="l">
              <a:spcAft>
                <a:spcPts val="300"/>
              </a:spcAft>
              <a:buNone/>
              <a:defRPr sz="2400">
                <a:solidFill>
                  <a:schemeClr val="tx1"/>
                </a:solidFill>
              </a:defRPr>
            </a:lvl1pPr>
            <a:lvl2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2400"/>
            </a:lvl2pPr>
            <a:lvl3pPr marL="0" indent="0" algn="l">
              <a:spcAft>
                <a:spcPts val="300"/>
              </a:spcAft>
              <a:buNone/>
              <a:defRPr sz="1600"/>
            </a:lvl3pPr>
            <a:lvl4pPr marL="0" indent="0" algn="l">
              <a:buNone/>
              <a:defRPr sz="1600"/>
            </a:lvl4pPr>
            <a:lvl5pPr marL="0" indent="0" algn="l">
              <a:buNone/>
              <a:defRPr sz="1600"/>
            </a:lvl5pPr>
            <a:lvl6pPr marL="0" indent="0" algn="l">
              <a:buNone/>
              <a:defRPr sz="1600"/>
            </a:lvl6pPr>
            <a:lvl7pPr marL="0" indent="0" algn="l">
              <a:buNone/>
              <a:defRPr sz="1600"/>
            </a:lvl7pPr>
            <a:lvl8pPr marL="0" indent="0" algn="l">
              <a:buNone/>
              <a:defRPr sz="1600"/>
            </a:lvl8pPr>
            <a:lvl9pPr marL="0" indent="0" algn="l">
              <a:buNone/>
              <a:defRPr sz="1600"/>
            </a:lvl9pPr>
          </a:lstStyle>
          <a:p>
            <a:pPr lvl="0"/>
            <a:r>
              <a:rPr lang="en-US" dirty="0"/>
              <a:t>Subhead for headline size 60 </a:t>
            </a:r>
            <a:r>
              <a:rPr lang="en-US" dirty="0" err="1"/>
              <a:t>pt</a:t>
            </a:r>
            <a:endParaRPr lang="en-US" dirty="0"/>
          </a:p>
        </p:txBody>
      </p:sp>
      <p:pic>
        <p:nvPicPr>
          <p:cNvPr id="10" name="Siemens Logo">
            <a:extLst>
              <a:ext uri="{FF2B5EF4-FFF2-40B4-BE49-F238E27FC236}">
                <a16:creationId xmlns:a16="http://schemas.microsoft.com/office/drawing/2014/main" id="{9A561178-96D2-407A-94C5-91A37401F657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 bwMode="black">
          <a:xfrm>
            <a:off x="10274400" y="6364800"/>
            <a:ext cx="1512000" cy="240408"/>
          </a:xfrm>
          <a:prstGeom prst="rect">
            <a:avLst/>
          </a:prstGeom>
        </p:spPr>
      </p:pic>
      <p:sp>
        <p:nvSpPr>
          <p:cNvPr id="2" name="Footer Placeholder">
            <a:extLst>
              <a:ext uri="{FF2B5EF4-FFF2-40B4-BE49-F238E27FC236}">
                <a16:creationId xmlns:a16="http://schemas.microsoft.com/office/drawing/2014/main" id="{36983F93-FD6F-4DAC-8F23-D4EF00A0420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 bwMode="black">
          <a:xfrm>
            <a:off x="411163" y="6310800"/>
            <a:ext cx="9288000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</p:spTree>
    <p:extLst>
      <p:ext uri="{BB962C8B-B14F-4D97-AF65-F5344CB8AC3E}">
        <p14:creationId xmlns:p14="http://schemas.microsoft.com/office/powerpoint/2010/main" val="190878694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3" pos="6109">
          <p15:clr>
            <a:srgbClr val="65CEFF"/>
          </p15:clr>
        </p15:guide>
        <p15:guide id="4" pos="7425">
          <p15:clr>
            <a:srgbClr val="65CEFF"/>
          </p15:clr>
        </p15:guide>
        <p15:guide id="5" orient="horz" pos="891">
          <p15:clr>
            <a:srgbClr val="65CEFF"/>
          </p15:clr>
        </p15:guide>
        <p15:guide id="6" orient="horz" pos="3658">
          <p15:clr>
            <a:srgbClr val="65CEFF"/>
          </p15:clr>
        </p15:guide>
        <p15:guide id="7" orient="horz" pos="4157">
          <p15:clr>
            <a:srgbClr val="65CEFF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mask&amp;blur Sustainability 40pt (motif 2)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B3CAAA86-26BD-41E0-A26A-7AF592C3A3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410400" y="1414464"/>
            <a:ext cx="9288000" cy="2462213"/>
          </a:xfrm>
          <a:noFill/>
        </p:spPr>
        <p:txBody>
          <a:bodyPr wrap="square" rIns="0" bIns="0" anchor="b" anchorCtr="0">
            <a:spAutoFit/>
          </a:bodyPr>
          <a:lstStyle>
            <a:lvl1pPr marL="0">
              <a:lnSpc>
                <a:spcPct val="100000"/>
              </a:lnSpc>
              <a:defRPr sz="4000" b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Title chart, </a:t>
            </a:r>
            <a:br>
              <a:rPr lang="en-US" dirty="0"/>
            </a:br>
            <a:r>
              <a:rPr lang="en-US" dirty="0"/>
              <a:t>Arial Regular, 40 </a:t>
            </a:r>
            <a:r>
              <a:rPr lang="en-US" dirty="0" err="1"/>
              <a:t>pt</a:t>
            </a:r>
            <a:r>
              <a:rPr lang="en-US" dirty="0"/>
              <a:t>, </a:t>
            </a:r>
            <a:br>
              <a:rPr lang="en-US" dirty="0"/>
            </a:br>
            <a:r>
              <a:rPr lang="en-US" dirty="0"/>
              <a:t>extra long headlines,</a:t>
            </a:r>
            <a:br>
              <a:rPr lang="en-US" dirty="0"/>
            </a:br>
            <a:r>
              <a:rPr lang="en-US" dirty="0"/>
              <a:t>4 lines</a:t>
            </a:r>
          </a:p>
        </p:txBody>
      </p:sp>
      <p:sp>
        <p:nvSpPr>
          <p:cNvPr id="3" name="Subhead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411163" y="3876675"/>
            <a:ext cx="9288000" cy="1930123"/>
          </a:xfrm>
          <a:prstGeom prst="rect">
            <a:avLst/>
          </a:prstGeom>
        </p:spPr>
        <p:txBody>
          <a:bodyPr lIns="0" tIns="370800">
            <a:noAutofit/>
          </a:bodyPr>
          <a:lstStyle>
            <a:lvl1pPr marL="0" indent="0" algn="l">
              <a:spcAft>
                <a:spcPts val="300"/>
              </a:spcAft>
              <a:buNone/>
              <a:defRPr sz="1600">
                <a:solidFill>
                  <a:schemeClr val="tx1"/>
                </a:solidFill>
              </a:defRPr>
            </a:lvl1pPr>
            <a:lvl2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1600"/>
            </a:lvl2pPr>
            <a:lvl3pPr marL="0" indent="0" algn="l">
              <a:spcAft>
                <a:spcPts val="300"/>
              </a:spcAft>
              <a:buNone/>
              <a:defRPr sz="1600"/>
            </a:lvl3pPr>
            <a:lvl4pPr marL="0" indent="0" algn="l">
              <a:buNone/>
              <a:defRPr sz="1600"/>
            </a:lvl4pPr>
            <a:lvl5pPr marL="0" indent="0" algn="l">
              <a:buNone/>
              <a:defRPr sz="1600"/>
            </a:lvl5pPr>
            <a:lvl6pPr marL="0" indent="0" algn="l">
              <a:buNone/>
              <a:defRPr sz="1600"/>
            </a:lvl6pPr>
            <a:lvl7pPr marL="0" indent="0" algn="l">
              <a:buNone/>
              <a:defRPr sz="1600"/>
            </a:lvl7pPr>
            <a:lvl8pPr marL="0" indent="0" algn="l">
              <a:buNone/>
              <a:defRPr sz="1600"/>
            </a:lvl8pPr>
            <a:lvl9pPr marL="0" indent="0" algn="l">
              <a:buNone/>
              <a:defRPr sz="1600"/>
            </a:lvl9pPr>
          </a:lstStyle>
          <a:p>
            <a:pPr lvl="0"/>
            <a:r>
              <a:rPr lang="en-US" dirty="0"/>
              <a:t>Subhead for headline size 40 </a:t>
            </a:r>
            <a:r>
              <a:rPr lang="en-US" dirty="0" err="1"/>
              <a:t>pt</a:t>
            </a:r>
            <a:endParaRPr lang="en-US" dirty="0"/>
          </a:p>
        </p:txBody>
      </p:sp>
      <p:pic>
        <p:nvPicPr>
          <p:cNvPr id="10" name="Siemens Logo">
            <a:extLst>
              <a:ext uri="{FF2B5EF4-FFF2-40B4-BE49-F238E27FC236}">
                <a16:creationId xmlns:a16="http://schemas.microsoft.com/office/drawing/2014/main" id="{9A561178-96D2-407A-94C5-91A37401F657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 bwMode="black">
          <a:xfrm>
            <a:off x="10274400" y="6364800"/>
            <a:ext cx="1512000" cy="240408"/>
          </a:xfrm>
          <a:prstGeom prst="rect">
            <a:avLst/>
          </a:prstGeom>
        </p:spPr>
      </p:pic>
      <p:sp>
        <p:nvSpPr>
          <p:cNvPr id="2" name="Footer Placeholder">
            <a:extLst>
              <a:ext uri="{FF2B5EF4-FFF2-40B4-BE49-F238E27FC236}">
                <a16:creationId xmlns:a16="http://schemas.microsoft.com/office/drawing/2014/main" id="{36983F93-FD6F-4DAC-8F23-D4EF00A0420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 bwMode="black">
          <a:xfrm>
            <a:off x="411163" y="6310800"/>
            <a:ext cx="9288000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</p:spTree>
    <p:extLst>
      <p:ext uri="{BB962C8B-B14F-4D97-AF65-F5344CB8AC3E}">
        <p14:creationId xmlns:p14="http://schemas.microsoft.com/office/powerpoint/2010/main" val="328064083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3" pos="6109">
          <p15:clr>
            <a:srgbClr val="65CEFF"/>
          </p15:clr>
        </p15:guide>
        <p15:guide id="4" pos="7425">
          <p15:clr>
            <a:srgbClr val="65CEFF"/>
          </p15:clr>
        </p15:guide>
        <p15:guide id="5" orient="horz" pos="891">
          <p15:clr>
            <a:srgbClr val="65CEFF"/>
          </p15:clr>
        </p15:guide>
        <p15:guide id="6" orient="horz" pos="3658">
          <p15:clr>
            <a:srgbClr val="65CEFF"/>
          </p15:clr>
        </p15:guide>
        <p15:guide id="7" orient="horz" pos="4157">
          <p15:clr>
            <a:srgbClr val="65CEFF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mask&amp;blur Sustainability 80pt (motif 3)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B3CAAA86-26BD-41E0-A26A-7AF592C3A3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410400" y="1414464"/>
            <a:ext cx="11376788" cy="2462213"/>
          </a:xfrm>
          <a:noFill/>
        </p:spPr>
        <p:txBody>
          <a:bodyPr wrap="square" rIns="0" bIns="0" anchor="b" anchorCtr="0">
            <a:spAutoFit/>
          </a:bodyPr>
          <a:lstStyle>
            <a:lvl1pPr marL="0">
              <a:lnSpc>
                <a:spcPct val="100000"/>
              </a:lnSpc>
              <a:defRPr sz="8000" b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Title chart, </a:t>
            </a:r>
            <a:br>
              <a:rPr lang="en-US" dirty="0"/>
            </a:br>
            <a:r>
              <a:rPr lang="en-US" dirty="0"/>
              <a:t>Arial, 80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3" name="Subhead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411162" y="3876677"/>
            <a:ext cx="9286875" cy="1930398"/>
          </a:xfrm>
          <a:prstGeom prst="rect">
            <a:avLst/>
          </a:prstGeom>
        </p:spPr>
        <p:txBody>
          <a:bodyPr lIns="0" tIns="370800">
            <a:noAutofit/>
          </a:bodyPr>
          <a:lstStyle>
            <a:lvl1pPr marL="0" indent="0" algn="l">
              <a:spcAft>
                <a:spcPts val="300"/>
              </a:spcAft>
              <a:buNone/>
              <a:defRPr sz="3200">
                <a:solidFill>
                  <a:schemeClr val="tx1"/>
                </a:solidFill>
              </a:defRPr>
            </a:lvl1pPr>
            <a:lvl2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2400"/>
            </a:lvl2pPr>
            <a:lvl3pPr marL="0" indent="0" algn="l">
              <a:spcAft>
                <a:spcPts val="300"/>
              </a:spcAft>
              <a:buNone/>
              <a:defRPr sz="1600"/>
            </a:lvl3pPr>
            <a:lvl4pPr marL="0" indent="0" algn="l">
              <a:buNone/>
              <a:defRPr sz="1600"/>
            </a:lvl4pPr>
            <a:lvl5pPr marL="0" indent="0" algn="l">
              <a:buNone/>
              <a:defRPr sz="1600"/>
            </a:lvl5pPr>
            <a:lvl6pPr marL="0" indent="0" algn="l">
              <a:buNone/>
              <a:defRPr sz="1600"/>
            </a:lvl6pPr>
            <a:lvl7pPr marL="0" indent="0" algn="l">
              <a:buNone/>
              <a:defRPr sz="1600"/>
            </a:lvl7pPr>
            <a:lvl8pPr marL="0" indent="0" algn="l">
              <a:buNone/>
              <a:defRPr sz="1600"/>
            </a:lvl8pPr>
            <a:lvl9pPr marL="0" indent="0" algn="l">
              <a:buNone/>
              <a:defRPr sz="1600"/>
            </a:lvl9pPr>
          </a:lstStyle>
          <a:p>
            <a:r>
              <a:rPr lang="en-US" dirty="0"/>
              <a:t>Subhead for headline size 80 </a:t>
            </a:r>
            <a:r>
              <a:rPr lang="en-US" dirty="0" err="1"/>
              <a:t>pt</a:t>
            </a:r>
            <a:endParaRPr lang="en-US" dirty="0"/>
          </a:p>
        </p:txBody>
      </p:sp>
      <p:pic>
        <p:nvPicPr>
          <p:cNvPr id="10" name="Siemens Logo">
            <a:extLst>
              <a:ext uri="{FF2B5EF4-FFF2-40B4-BE49-F238E27FC236}">
                <a16:creationId xmlns:a16="http://schemas.microsoft.com/office/drawing/2014/main" id="{9A561178-96D2-407A-94C5-91A37401F657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 bwMode="black">
          <a:xfrm>
            <a:off x="10274400" y="6364800"/>
            <a:ext cx="1512000" cy="240408"/>
          </a:xfrm>
          <a:prstGeom prst="rect">
            <a:avLst/>
          </a:prstGeom>
        </p:spPr>
      </p:pic>
      <p:sp>
        <p:nvSpPr>
          <p:cNvPr id="2" name="Footer Placeholder">
            <a:extLst>
              <a:ext uri="{FF2B5EF4-FFF2-40B4-BE49-F238E27FC236}">
                <a16:creationId xmlns:a16="http://schemas.microsoft.com/office/drawing/2014/main" id="{36983F93-FD6F-4DAC-8F23-D4EF00A0420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 bwMode="black">
          <a:xfrm>
            <a:off x="411163" y="6310800"/>
            <a:ext cx="9288000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</p:spTree>
    <p:extLst>
      <p:ext uri="{BB962C8B-B14F-4D97-AF65-F5344CB8AC3E}">
        <p14:creationId xmlns:p14="http://schemas.microsoft.com/office/powerpoint/2010/main" val="27634172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3" pos="6109">
          <p15:clr>
            <a:srgbClr val="65CEFF"/>
          </p15:clr>
        </p15:guide>
        <p15:guide id="4" pos="7425">
          <p15:clr>
            <a:srgbClr val="65CEFF"/>
          </p15:clr>
        </p15:guide>
        <p15:guide id="5" orient="horz" pos="891">
          <p15:clr>
            <a:srgbClr val="65CEFF"/>
          </p15:clr>
        </p15:guide>
        <p15:guide id="6" orient="horz" pos="3658">
          <p15:clr>
            <a:srgbClr val="65CEFF"/>
          </p15:clr>
        </p15:guide>
        <p15:guide id="7" orient="horz" pos="4157">
          <p15:clr>
            <a:srgbClr val="65CEFF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mask&amp;blur Sustainability 60pt (motif 3)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B3CAAA86-26BD-41E0-A26A-7AF592C3A3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410400" y="1414463"/>
            <a:ext cx="11376000" cy="2769989"/>
          </a:xfrm>
          <a:noFill/>
        </p:spPr>
        <p:txBody>
          <a:bodyPr wrap="square" rIns="0" bIns="0" anchor="b" anchorCtr="0">
            <a:spAutoFit/>
          </a:bodyPr>
          <a:lstStyle>
            <a:lvl1pPr marL="0">
              <a:lnSpc>
                <a:spcPct val="100000"/>
              </a:lnSpc>
              <a:defRPr sz="6000" b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Title chart, </a:t>
            </a:r>
            <a:br>
              <a:rPr lang="en-US" dirty="0"/>
            </a:br>
            <a:r>
              <a:rPr lang="en-US" dirty="0"/>
              <a:t>Arial Regular, 60 </a:t>
            </a:r>
            <a:r>
              <a:rPr lang="en-US" dirty="0" err="1"/>
              <a:t>pt</a:t>
            </a:r>
            <a:r>
              <a:rPr lang="en-US" dirty="0"/>
              <a:t>,</a:t>
            </a:r>
            <a:br>
              <a:rPr lang="en-US" dirty="0"/>
            </a:br>
            <a:r>
              <a:rPr lang="en-US" dirty="0"/>
              <a:t>3 lines</a:t>
            </a:r>
          </a:p>
        </p:txBody>
      </p:sp>
      <p:sp>
        <p:nvSpPr>
          <p:cNvPr id="3" name="Subhead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411163" y="4184453"/>
            <a:ext cx="9288000" cy="1622622"/>
          </a:xfrm>
          <a:prstGeom prst="rect">
            <a:avLst/>
          </a:prstGeom>
        </p:spPr>
        <p:txBody>
          <a:bodyPr lIns="0" tIns="370800">
            <a:noAutofit/>
          </a:bodyPr>
          <a:lstStyle>
            <a:lvl1pPr marL="0" indent="0" algn="l">
              <a:spcAft>
                <a:spcPts val="300"/>
              </a:spcAft>
              <a:buNone/>
              <a:defRPr sz="2400">
                <a:solidFill>
                  <a:schemeClr val="tx1"/>
                </a:solidFill>
              </a:defRPr>
            </a:lvl1pPr>
            <a:lvl2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2400"/>
            </a:lvl2pPr>
            <a:lvl3pPr marL="0" indent="0" algn="l">
              <a:spcAft>
                <a:spcPts val="300"/>
              </a:spcAft>
              <a:buNone/>
              <a:defRPr sz="1600"/>
            </a:lvl3pPr>
            <a:lvl4pPr marL="0" indent="0" algn="l">
              <a:buNone/>
              <a:defRPr sz="1600"/>
            </a:lvl4pPr>
            <a:lvl5pPr marL="0" indent="0" algn="l">
              <a:buNone/>
              <a:defRPr sz="1600"/>
            </a:lvl5pPr>
            <a:lvl6pPr marL="0" indent="0" algn="l">
              <a:buNone/>
              <a:defRPr sz="1600"/>
            </a:lvl6pPr>
            <a:lvl7pPr marL="0" indent="0" algn="l">
              <a:buNone/>
              <a:defRPr sz="1600"/>
            </a:lvl7pPr>
            <a:lvl8pPr marL="0" indent="0" algn="l">
              <a:buNone/>
              <a:defRPr sz="1600"/>
            </a:lvl8pPr>
            <a:lvl9pPr marL="0" indent="0" algn="l">
              <a:buNone/>
              <a:defRPr sz="1600"/>
            </a:lvl9pPr>
          </a:lstStyle>
          <a:p>
            <a:pPr lvl="0"/>
            <a:r>
              <a:rPr lang="en-US" dirty="0"/>
              <a:t>Subhead for headline size 60 </a:t>
            </a:r>
            <a:r>
              <a:rPr lang="en-US" dirty="0" err="1"/>
              <a:t>pt</a:t>
            </a:r>
            <a:endParaRPr lang="en-US" dirty="0"/>
          </a:p>
        </p:txBody>
      </p:sp>
      <p:pic>
        <p:nvPicPr>
          <p:cNvPr id="10" name="Siemens Logo">
            <a:extLst>
              <a:ext uri="{FF2B5EF4-FFF2-40B4-BE49-F238E27FC236}">
                <a16:creationId xmlns:a16="http://schemas.microsoft.com/office/drawing/2014/main" id="{9A561178-96D2-407A-94C5-91A37401F657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 bwMode="black">
          <a:xfrm>
            <a:off x="10274400" y="6364800"/>
            <a:ext cx="1512000" cy="240408"/>
          </a:xfrm>
          <a:prstGeom prst="rect">
            <a:avLst/>
          </a:prstGeom>
        </p:spPr>
      </p:pic>
      <p:sp>
        <p:nvSpPr>
          <p:cNvPr id="2" name="Footer Placeholder">
            <a:extLst>
              <a:ext uri="{FF2B5EF4-FFF2-40B4-BE49-F238E27FC236}">
                <a16:creationId xmlns:a16="http://schemas.microsoft.com/office/drawing/2014/main" id="{36983F93-FD6F-4DAC-8F23-D4EF00A0420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 bwMode="black">
          <a:xfrm>
            <a:off x="411163" y="6310800"/>
            <a:ext cx="9288000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</p:spTree>
    <p:extLst>
      <p:ext uri="{BB962C8B-B14F-4D97-AF65-F5344CB8AC3E}">
        <p14:creationId xmlns:p14="http://schemas.microsoft.com/office/powerpoint/2010/main" val="219160633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3" pos="6109">
          <p15:clr>
            <a:srgbClr val="65CEFF"/>
          </p15:clr>
        </p15:guide>
        <p15:guide id="4" pos="7425">
          <p15:clr>
            <a:srgbClr val="65CEFF"/>
          </p15:clr>
        </p15:guide>
        <p15:guide id="5" orient="horz" pos="891">
          <p15:clr>
            <a:srgbClr val="65CEFF"/>
          </p15:clr>
        </p15:guide>
        <p15:guide id="6" orient="horz" pos="3658">
          <p15:clr>
            <a:srgbClr val="65CEFF"/>
          </p15:clr>
        </p15:guide>
        <p15:guide id="7" orient="horz" pos="4157">
          <p15:clr>
            <a:srgbClr val="65CEFF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mask&amp;blur Sustainability 40pt (motif 3)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B3CAAA86-26BD-41E0-A26A-7AF592C3A3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410400" y="1414464"/>
            <a:ext cx="9288000" cy="2462213"/>
          </a:xfrm>
          <a:noFill/>
        </p:spPr>
        <p:txBody>
          <a:bodyPr wrap="square" rIns="0" bIns="0" anchor="b" anchorCtr="0">
            <a:spAutoFit/>
          </a:bodyPr>
          <a:lstStyle>
            <a:lvl1pPr marL="0">
              <a:lnSpc>
                <a:spcPct val="100000"/>
              </a:lnSpc>
              <a:defRPr sz="4000" b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Title chart, </a:t>
            </a:r>
            <a:br>
              <a:rPr lang="en-US" dirty="0"/>
            </a:br>
            <a:r>
              <a:rPr lang="en-US" dirty="0"/>
              <a:t>Arial Regular, 40 </a:t>
            </a:r>
            <a:r>
              <a:rPr lang="en-US" dirty="0" err="1"/>
              <a:t>pt</a:t>
            </a:r>
            <a:r>
              <a:rPr lang="en-US" dirty="0"/>
              <a:t>, </a:t>
            </a:r>
            <a:br>
              <a:rPr lang="en-US" dirty="0"/>
            </a:br>
            <a:r>
              <a:rPr lang="en-US" dirty="0"/>
              <a:t>extra long headlines,</a:t>
            </a:r>
            <a:br>
              <a:rPr lang="en-US" dirty="0"/>
            </a:br>
            <a:r>
              <a:rPr lang="en-US" dirty="0"/>
              <a:t>4 lines</a:t>
            </a:r>
          </a:p>
        </p:txBody>
      </p:sp>
      <p:sp>
        <p:nvSpPr>
          <p:cNvPr id="3" name="Subhead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411163" y="3876675"/>
            <a:ext cx="9288000" cy="1930123"/>
          </a:xfrm>
          <a:prstGeom prst="rect">
            <a:avLst/>
          </a:prstGeom>
        </p:spPr>
        <p:txBody>
          <a:bodyPr lIns="0" tIns="370800">
            <a:noAutofit/>
          </a:bodyPr>
          <a:lstStyle>
            <a:lvl1pPr marL="0" indent="0" algn="l">
              <a:spcAft>
                <a:spcPts val="300"/>
              </a:spcAft>
              <a:buNone/>
              <a:defRPr sz="1600">
                <a:solidFill>
                  <a:schemeClr val="tx1"/>
                </a:solidFill>
              </a:defRPr>
            </a:lvl1pPr>
            <a:lvl2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1600"/>
            </a:lvl2pPr>
            <a:lvl3pPr marL="0" indent="0" algn="l">
              <a:spcAft>
                <a:spcPts val="300"/>
              </a:spcAft>
              <a:buNone/>
              <a:defRPr sz="1600"/>
            </a:lvl3pPr>
            <a:lvl4pPr marL="0" indent="0" algn="l">
              <a:buNone/>
              <a:defRPr sz="1600"/>
            </a:lvl4pPr>
            <a:lvl5pPr marL="0" indent="0" algn="l">
              <a:buNone/>
              <a:defRPr sz="1600"/>
            </a:lvl5pPr>
            <a:lvl6pPr marL="0" indent="0" algn="l">
              <a:buNone/>
              <a:defRPr sz="1600"/>
            </a:lvl6pPr>
            <a:lvl7pPr marL="0" indent="0" algn="l">
              <a:buNone/>
              <a:defRPr sz="1600"/>
            </a:lvl7pPr>
            <a:lvl8pPr marL="0" indent="0" algn="l">
              <a:buNone/>
              <a:defRPr sz="1600"/>
            </a:lvl8pPr>
            <a:lvl9pPr marL="0" indent="0" algn="l">
              <a:buNone/>
              <a:defRPr sz="1600"/>
            </a:lvl9pPr>
          </a:lstStyle>
          <a:p>
            <a:pPr lvl="0"/>
            <a:r>
              <a:rPr lang="en-US" dirty="0"/>
              <a:t>Subhead for headline size 40 </a:t>
            </a:r>
            <a:r>
              <a:rPr lang="en-US" dirty="0" err="1"/>
              <a:t>pt</a:t>
            </a:r>
            <a:endParaRPr lang="en-US" dirty="0"/>
          </a:p>
        </p:txBody>
      </p:sp>
      <p:pic>
        <p:nvPicPr>
          <p:cNvPr id="10" name="Siemens Logo">
            <a:extLst>
              <a:ext uri="{FF2B5EF4-FFF2-40B4-BE49-F238E27FC236}">
                <a16:creationId xmlns:a16="http://schemas.microsoft.com/office/drawing/2014/main" id="{9A561178-96D2-407A-94C5-91A37401F657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 bwMode="black">
          <a:xfrm>
            <a:off x="10274400" y="6364800"/>
            <a:ext cx="1512000" cy="240408"/>
          </a:xfrm>
          <a:prstGeom prst="rect">
            <a:avLst/>
          </a:prstGeom>
        </p:spPr>
      </p:pic>
      <p:sp>
        <p:nvSpPr>
          <p:cNvPr id="2" name="Footer Placeholder">
            <a:extLst>
              <a:ext uri="{FF2B5EF4-FFF2-40B4-BE49-F238E27FC236}">
                <a16:creationId xmlns:a16="http://schemas.microsoft.com/office/drawing/2014/main" id="{36983F93-FD6F-4DAC-8F23-D4EF00A0420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 bwMode="black">
          <a:xfrm>
            <a:off x="411163" y="6310800"/>
            <a:ext cx="9288000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</p:spTree>
    <p:extLst>
      <p:ext uri="{BB962C8B-B14F-4D97-AF65-F5344CB8AC3E}">
        <p14:creationId xmlns:p14="http://schemas.microsoft.com/office/powerpoint/2010/main" val="294577299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3" pos="6109">
          <p15:clr>
            <a:srgbClr val="65CEFF"/>
          </p15:clr>
        </p15:guide>
        <p15:guide id="4" pos="7425">
          <p15:clr>
            <a:srgbClr val="65CEFF"/>
          </p15:clr>
        </p15:guide>
        <p15:guide id="5" orient="horz" pos="891">
          <p15:clr>
            <a:srgbClr val="65CEFF"/>
          </p15:clr>
        </p15:guide>
        <p15:guide id="6" orient="horz" pos="3658">
          <p15:clr>
            <a:srgbClr val="65CEFF"/>
          </p15:clr>
        </p15:guide>
        <p15:guide id="7" orient="horz" pos="4157">
          <p15:clr>
            <a:srgbClr val="65CEFF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icture dark 48p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8620440E-BF1B-417E-87A5-35990130B3F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410401" y="3780000"/>
            <a:ext cx="9287638" cy="1477328"/>
          </a:xfrm>
          <a:noFill/>
        </p:spPr>
        <p:txBody>
          <a:bodyPr rIns="0" bIns="0" anchor="t">
            <a:spAutoFit/>
          </a:bodyPr>
          <a:lstStyle>
            <a:lvl1pPr marL="0">
              <a:lnSpc>
                <a:spcPct val="100000"/>
              </a:lnSpc>
              <a:defRPr sz="4800" b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Title chart with picture, </a:t>
            </a:r>
            <a:br>
              <a:rPr lang="en-US" dirty="0"/>
            </a:br>
            <a:r>
              <a:rPr lang="en-US" dirty="0"/>
              <a:t>Arial Regular, 48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3" name="Subhead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411162" y="5256000"/>
            <a:ext cx="9288000" cy="911438"/>
          </a:xfrm>
          <a:prstGeom prst="rect">
            <a:avLst/>
          </a:prstGeom>
        </p:spPr>
        <p:txBody>
          <a:bodyPr lIns="0" tIns="252000">
            <a:noAutofit/>
          </a:bodyPr>
          <a:lstStyle>
            <a:lvl1pPr marL="0" indent="0" algn="l">
              <a:spcAft>
                <a:spcPts val="300"/>
              </a:spcAft>
              <a:buNone/>
              <a:defRPr sz="1800">
                <a:solidFill>
                  <a:schemeClr val="tx1"/>
                </a:solidFill>
              </a:defRPr>
            </a:lvl1pPr>
            <a:lvl2pPr marL="0" indent="0" algn="l">
              <a:spcAft>
                <a:spcPts val="300"/>
              </a:spcAft>
              <a:buNone/>
              <a:defRPr sz="1600"/>
            </a:lvl2pPr>
            <a:lvl3pPr marL="0" indent="0" algn="l">
              <a:spcAft>
                <a:spcPts val="300"/>
              </a:spcAft>
              <a:buNone/>
              <a:defRPr sz="1400"/>
            </a:lvl3pPr>
            <a:lvl4pPr marL="0" indent="0" algn="l">
              <a:buNone/>
              <a:defRPr sz="1400"/>
            </a:lvl4pPr>
            <a:lvl5pPr marL="0" indent="0" algn="l">
              <a:buNone/>
              <a:defRPr sz="1400"/>
            </a:lvl5pPr>
            <a:lvl6pPr marL="0" indent="0" algn="l">
              <a:buNone/>
              <a:defRPr sz="1400"/>
            </a:lvl6pPr>
            <a:lvl7pPr marL="0" indent="0" algn="l">
              <a:buNone/>
              <a:defRPr sz="1400"/>
            </a:lvl7pPr>
            <a:lvl8pPr marL="0" indent="0" algn="l">
              <a:buNone/>
              <a:defRPr sz="1400"/>
            </a:lvl8pPr>
            <a:lvl9pPr marL="0" indent="0" algn="l">
              <a:buNone/>
              <a:defRPr sz="1400"/>
            </a:lvl9pPr>
          </a:lstStyle>
          <a:p>
            <a:r>
              <a:rPr lang="en-US" dirty="0"/>
              <a:t>Subhead for headline size 48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8" name="Picture Placeholder">
            <a:extLst>
              <a:ext uri="{FF2B5EF4-FFF2-40B4-BE49-F238E27FC236}">
                <a16:creationId xmlns:a16="http://schemas.microsoft.com/office/drawing/2014/main" id="{2FA76E44-9BA3-4B84-98F7-42C18A2A8BA0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ltGray">
          <a:xfrm>
            <a:off x="0" y="0"/>
            <a:ext cx="12192000" cy="3502800"/>
          </a:xfrm>
          <a:solidFill>
            <a:srgbClr val="9999A9"/>
          </a:solidFill>
        </p:spPr>
        <p:txBody>
          <a:bodyPr lIns="144000" tIns="108000" rIns="144000" bIns="108000"/>
          <a:lstStyle>
            <a:lvl1pPr marL="0" indent="0">
              <a:buNone/>
              <a:defRPr>
                <a:solidFill>
                  <a:schemeClr val="bg2"/>
                </a:solidFill>
              </a:defRPr>
            </a:lvl1pPr>
          </a:lstStyle>
          <a:p>
            <a:r>
              <a:rPr lang="en-US" noProof="0" dirty="0"/>
              <a:t>Title picture</a:t>
            </a:r>
          </a:p>
        </p:txBody>
      </p:sp>
      <p:pic>
        <p:nvPicPr>
          <p:cNvPr id="7" name="Siemens Logo">
            <a:extLst>
              <a:ext uri="{FF2B5EF4-FFF2-40B4-BE49-F238E27FC236}">
                <a16:creationId xmlns:a16="http://schemas.microsoft.com/office/drawing/2014/main" id="{3E4A7839-9F7E-47F2-83BA-F637AE096316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 bwMode="black">
          <a:xfrm>
            <a:off x="10274400" y="6364800"/>
            <a:ext cx="1512000" cy="240408"/>
          </a:xfrm>
          <a:prstGeom prst="rect">
            <a:avLst/>
          </a:prstGeom>
        </p:spPr>
      </p:pic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B61796B2-8510-42B4-A5F7-E1FE5FCE45A2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 bwMode="black">
          <a:xfrm>
            <a:off x="411162" y="6310800"/>
            <a:ext cx="9288000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</p:spTree>
    <p:extLst>
      <p:ext uri="{BB962C8B-B14F-4D97-AF65-F5344CB8AC3E}">
        <p14:creationId xmlns:p14="http://schemas.microsoft.com/office/powerpoint/2010/main" val="409907818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6109">
          <p15:clr>
            <a:srgbClr val="65CEFF"/>
          </p15:clr>
        </p15:guide>
        <p15:guide id="3" pos="7425">
          <p15:clr>
            <a:srgbClr val="65CEFF"/>
          </p15:clr>
        </p15:guide>
        <p15:guide id="4" orient="horz" pos="2206">
          <p15:clr>
            <a:srgbClr val="65CEFF"/>
          </p15:clr>
        </p15:guide>
        <p15:guide id="5" orient="horz" pos="3885">
          <p15:clr>
            <a:srgbClr val="65CEFF"/>
          </p15:clr>
        </p15:guide>
        <p15:guide id="6" orient="horz" pos="4157">
          <p15:clr>
            <a:srgbClr val="65CEFF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icture dark 40p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8620440E-BF1B-417E-87A5-35990130B3F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410401" y="3780000"/>
            <a:ext cx="9287638" cy="1231106"/>
          </a:xfrm>
          <a:noFill/>
        </p:spPr>
        <p:txBody>
          <a:bodyPr rIns="0" bIns="0" anchor="t">
            <a:spAutoFit/>
          </a:bodyPr>
          <a:lstStyle>
            <a:lvl1pPr marL="0">
              <a:lnSpc>
                <a:spcPct val="100000"/>
              </a:lnSpc>
              <a:defRPr sz="4000" b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Title chart with picture, </a:t>
            </a:r>
            <a:br>
              <a:rPr lang="en-US" dirty="0"/>
            </a:br>
            <a:r>
              <a:rPr lang="en-US" dirty="0"/>
              <a:t>Arial Regular, 40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3" name="Subhead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411162" y="5011106"/>
            <a:ext cx="9288000" cy="1156332"/>
          </a:xfrm>
          <a:prstGeom prst="rect">
            <a:avLst/>
          </a:prstGeom>
        </p:spPr>
        <p:txBody>
          <a:bodyPr lIns="0" tIns="252000">
            <a:noAutofit/>
          </a:bodyPr>
          <a:lstStyle>
            <a:lvl1pPr marL="0" indent="0" algn="l">
              <a:spcAft>
                <a:spcPts val="300"/>
              </a:spcAft>
              <a:buNone/>
              <a:defRPr sz="1600">
                <a:solidFill>
                  <a:schemeClr val="tx1"/>
                </a:solidFill>
              </a:defRPr>
            </a:lvl1pPr>
            <a:lvl2pPr marL="0" indent="0" algn="l">
              <a:spcAft>
                <a:spcPts val="300"/>
              </a:spcAft>
              <a:buNone/>
              <a:defRPr sz="1600"/>
            </a:lvl2pPr>
            <a:lvl3pPr marL="0" indent="0" algn="l">
              <a:spcAft>
                <a:spcPts val="300"/>
              </a:spcAft>
              <a:buNone/>
              <a:defRPr sz="1400"/>
            </a:lvl3pPr>
            <a:lvl4pPr marL="0" indent="0" algn="l">
              <a:buNone/>
              <a:defRPr sz="1400"/>
            </a:lvl4pPr>
            <a:lvl5pPr marL="0" indent="0" algn="l">
              <a:buNone/>
              <a:defRPr sz="1400"/>
            </a:lvl5pPr>
            <a:lvl6pPr marL="0" indent="0" algn="l">
              <a:buNone/>
              <a:defRPr sz="1400"/>
            </a:lvl6pPr>
            <a:lvl7pPr marL="0" indent="0" algn="l">
              <a:buNone/>
              <a:defRPr sz="1400"/>
            </a:lvl7pPr>
            <a:lvl8pPr marL="0" indent="0" algn="l">
              <a:buNone/>
              <a:defRPr sz="1400"/>
            </a:lvl8pPr>
            <a:lvl9pPr marL="0" indent="0" algn="l">
              <a:buNone/>
              <a:defRPr sz="1400"/>
            </a:lvl9pPr>
          </a:lstStyle>
          <a:p>
            <a:pPr lvl="0"/>
            <a:r>
              <a:rPr lang="en-US" dirty="0"/>
              <a:t>Subhead for headline size 40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8" name="Picture Placeholder">
            <a:extLst>
              <a:ext uri="{FF2B5EF4-FFF2-40B4-BE49-F238E27FC236}">
                <a16:creationId xmlns:a16="http://schemas.microsoft.com/office/drawing/2014/main" id="{2FA76E44-9BA3-4B84-98F7-42C18A2A8BA0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ltGray">
          <a:xfrm>
            <a:off x="0" y="0"/>
            <a:ext cx="12192000" cy="3502800"/>
          </a:xfrm>
          <a:solidFill>
            <a:srgbClr val="9999A9"/>
          </a:solidFill>
        </p:spPr>
        <p:txBody>
          <a:bodyPr lIns="144000" tIns="108000" rIns="144000" bIns="108000"/>
          <a:lstStyle>
            <a:lvl1pPr marL="0" indent="0">
              <a:buNone/>
              <a:defRPr>
                <a:solidFill>
                  <a:schemeClr val="bg2"/>
                </a:solidFill>
              </a:defRPr>
            </a:lvl1pPr>
          </a:lstStyle>
          <a:p>
            <a:r>
              <a:rPr lang="en-US" noProof="0" dirty="0"/>
              <a:t>Title picture</a:t>
            </a:r>
          </a:p>
        </p:txBody>
      </p:sp>
      <p:pic>
        <p:nvPicPr>
          <p:cNvPr id="7" name="Siemens Logo">
            <a:extLst>
              <a:ext uri="{FF2B5EF4-FFF2-40B4-BE49-F238E27FC236}">
                <a16:creationId xmlns:a16="http://schemas.microsoft.com/office/drawing/2014/main" id="{3E4A7839-9F7E-47F2-83BA-F637AE096316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 bwMode="black">
          <a:xfrm>
            <a:off x="10274400" y="6364800"/>
            <a:ext cx="1512000" cy="240408"/>
          </a:xfrm>
          <a:prstGeom prst="rect">
            <a:avLst/>
          </a:prstGeom>
        </p:spPr>
      </p:pic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B61796B2-8510-42B4-A5F7-E1FE5FCE45A2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 bwMode="black">
          <a:xfrm>
            <a:off x="411162" y="6310800"/>
            <a:ext cx="9288000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</p:spTree>
    <p:extLst>
      <p:ext uri="{BB962C8B-B14F-4D97-AF65-F5344CB8AC3E}">
        <p14:creationId xmlns:p14="http://schemas.microsoft.com/office/powerpoint/2010/main" val="121847510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6109">
          <p15:clr>
            <a:srgbClr val="65CEFF"/>
          </p15:clr>
        </p15:guide>
        <p15:guide id="3" pos="7425">
          <p15:clr>
            <a:srgbClr val="65CEFF"/>
          </p15:clr>
        </p15:guide>
        <p15:guide id="4" orient="horz" pos="2206">
          <p15:clr>
            <a:srgbClr val="65CEFF"/>
          </p15:clr>
        </p15:guide>
        <p15:guide id="5" orient="horz" pos="3885">
          <p15:clr>
            <a:srgbClr val="65CEFF"/>
          </p15:clr>
        </p15:guide>
        <p15:guide id="6" orient="horz" pos="4157">
          <p15:clr>
            <a:srgbClr val="65CEFF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icture dark 36p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8620440E-BF1B-417E-87A5-35990130B3F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410401" y="3780000"/>
            <a:ext cx="9287638" cy="1661993"/>
          </a:xfrm>
          <a:noFill/>
        </p:spPr>
        <p:txBody>
          <a:bodyPr rIns="0" bIns="0" anchor="t">
            <a:spAutoFit/>
          </a:bodyPr>
          <a:lstStyle>
            <a:lvl1pPr marL="0">
              <a:lnSpc>
                <a:spcPct val="100000"/>
              </a:lnSpc>
              <a:defRPr sz="3600" b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Title chart with picture, </a:t>
            </a:r>
            <a:br>
              <a:rPr lang="en-US" dirty="0"/>
            </a:br>
            <a:r>
              <a:rPr lang="en-US" dirty="0"/>
              <a:t>Arial Regular, 36 </a:t>
            </a:r>
            <a:r>
              <a:rPr lang="en-US" dirty="0" err="1"/>
              <a:t>pt</a:t>
            </a:r>
            <a:r>
              <a:rPr lang="en-US" dirty="0"/>
              <a:t>,</a:t>
            </a:r>
            <a:br>
              <a:rPr lang="en-US" dirty="0"/>
            </a:br>
            <a:r>
              <a:rPr lang="en-US" dirty="0"/>
              <a:t>3 lines</a:t>
            </a:r>
          </a:p>
        </p:txBody>
      </p:sp>
      <p:sp>
        <p:nvSpPr>
          <p:cNvPr id="3" name="Subhead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411162" y="5441992"/>
            <a:ext cx="9288000" cy="725445"/>
          </a:xfrm>
          <a:prstGeom prst="rect">
            <a:avLst/>
          </a:prstGeom>
        </p:spPr>
        <p:txBody>
          <a:bodyPr lIns="0" tIns="252000">
            <a:noAutofit/>
          </a:bodyPr>
          <a:lstStyle>
            <a:lvl1pPr marL="0" indent="0" algn="l">
              <a:spcAft>
                <a:spcPts val="300"/>
              </a:spcAft>
              <a:buNone/>
              <a:defRPr sz="1400">
                <a:solidFill>
                  <a:schemeClr val="tx1"/>
                </a:solidFill>
              </a:defRPr>
            </a:lvl1pPr>
            <a:lvl2pPr marL="0" indent="0" algn="l">
              <a:spcAft>
                <a:spcPts val="300"/>
              </a:spcAft>
              <a:buNone/>
              <a:defRPr sz="1400"/>
            </a:lvl2pPr>
            <a:lvl3pPr marL="0" indent="0" algn="l">
              <a:spcAft>
                <a:spcPts val="300"/>
              </a:spcAft>
              <a:buNone/>
              <a:defRPr sz="1400"/>
            </a:lvl3pPr>
            <a:lvl4pPr marL="0" indent="0" algn="l">
              <a:buNone/>
              <a:defRPr sz="1400"/>
            </a:lvl4pPr>
            <a:lvl5pPr marL="0" indent="0" algn="l">
              <a:buNone/>
              <a:defRPr sz="1400"/>
            </a:lvl5pPr>
            <a:lvl6pPr marL="0" indent="0" algn="l">
              <a:buNone/>
              <a:defRPr sz="1400"/>
            </a:lvl6pPr>
            <a:lvl7pPr marL="0" indent="0" algn="l">
              <a:buNone/>
              <a:defRPr sz="1400"/>
            </a:lvl7pPr>
            <a:lvl8pPr marL="0" indent="0" algn="l">
              <a:buNone/>
              <a:defRPr sz="1400"/>
            </a:lvl8pPr>
            <a:lvl9pPr marL="0" indent="0" algn="l">
              <a:buNone/>
              <a:defRPr sz="1400"/>
            </a:lvl9pPr>
          </a:lstStyle>
          <a:p>
            <a:pPr lvl="0"/>
            <a:r>
              <a:rPr lang="en-US" dirty="0"/>
              <a:t>Subhead for headline size 36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8" name="Picture Placeholder">
            <a:extLst>
              <a:ext uri="{FF2B5EF4-FFF2-40B4-BE49-F238E27FC236}">
                <a16:creationId xmlns:a16="http://schemas.microsoft.com/office/drawing/2014/main" id="{2FA76E44-9BA3-4B84-98F7-42C18A2A8BA0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ltGray">
          <a:xfrm>
            <a:off x="0" y="0"/>
            <a:ext cx="12192000" cy="3502800"/>
          </a:xfrm>
          <a:solidFill>
            <a:srgbClr val="9999A9"/>
          </a:solidFill>
        </p:spPr>
        <p:txBody>
          <a:bodyPr lIns="144000" tIns="108000" rIns="144000" bIns="108000"/>
          <a:lstStyle>
            <a:lvl1pPr marL="0" indent="0">
              <a:buNone/>
              <a:defRPr>
                <a:solidFill>
                  <a:schemeClr val="bg2"/>
                </a:solidFill>
              </a:defRPr>
            </a:lvl1pPr>
          </a:lstStyle>
          <a:p>
            <a:r>
              <a:rPr lang="en-US" noProof="0" dirty="0"/>
              <a:t>Title picture</a:t>
            </a:r>
          </a:p>
        </p:txBody>
      </p:sp>
      <p:pic>
        <p:nvPicPr>
          <p:cNvPr id="7" name="Siemens Logo">
            <a:extLst>
              <a:ext uri="{FF2B5EF4-FFF2-40B4-BE49-F238E27FC236}">
                <a16:creationId xmlns:a16="http://schemas.microsoft.com/office/drawing/2014/main" id="{3E4A7839-9F7E-47F2-83BA-F637AE096316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 bwMode="black">
          <a:xfrm>
            <a:off x="10274400" y="6364800"/>
            <a:ext cx="1512000" cy="240408"/>
          </a:xfrm>
          <a:prstGeom prst="rect">
            <a:avLst/>
          </a:prstGeom>
        </p:spPr>
      </p:pic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B61796B2-8510-42B4-A5F7-E1FE5FCE45A2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 bwMode="black">
          <a:xfrm>
            <a:off x="411162" y="6310800"/>
            <a:ext cx="9288000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</p:spTree>
    <p:extLst>
      <p:ext uri="{BB962C8B-B14F-4D97-AF65-F5344CB8AC3E}">
        <p14:creationId xmlns:p14="http://schemas.microsoft.com/office/powerpoint/2010/main" val="199942844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6109">
          <p15:clr>
            <a:srgbClr val="65CEFF"/>
          </p15:clr>
        </p15:guide>
        <p15:guide id="3" pos="7425">
          <p15:clr>
            <a:srgbClr val="65CEFF"/>
          </p15:clr>
        </p15:guide>
        <p15:guide id="4" orient="horz" pos="2206">
          <p15:clr>
            <a:srgbClr val="65CEFF"/>
          </p15:clr>
        </p15:guide>
        <p15:guide id="5" orient="horz" pos="3885">
          <p15:clr>
            <a:srgbClr val="65CEFF"/>
          </p15:clr>
        </p15:guide>
        <p15:guide id="6" orient="horz" pos="4157">
          <p15:clr>
            <a:srgbClr val="65CEFF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icture Gradient 48pt">
    <p:bg>
      <p:bgPr>
        <a:gradFill flip="none" rotWithShape="1">
          <a:gsLst>
            <a:gs pos="40000">
              <a:schemeClr val="bg2"/>
            </a:gs>
            <a:gs pos="100000">
              <a:schemeClr val="accent1"/>
            </a:gs>
          </a:gsLst>
          <a:path path="circle">
            <a:fillToRect l="100000" t="100000"/>
          </a:path>
          <a:tileRect r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radient cover">
            <a:extLst>
              <a:ext uri="{FF2B5EF4-FFF2-40B4-BE49-F238E27FC236}">
                <a16:creationId xmlns:a16="http://schemas.microsoft.com/office/drawing/2014/main" id="{6FD70AD7-1356-4F56-BCF5-60206B8893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3502025"/>
            <a:ext cx="12192000" cy="3355975"/>
          </a:xfrm>
          <a:prstGeom prst="rect">
            <a:avLst/>
          </a:prstGeom>
          <a:gradFill flip="none" rotWithShape="1">
            <a:gsLst>
              <a:gs pos="0">
                <a:schemeClr val="accent6"/>
              </a:gs>
              <a:gs pos="100000">
                <a:schemeClr val="bg2">
                  <a:alpha val="0"/>
                </a:schemeClr>
              </a:gs>
              <a:gs pos="40000">
                <a:schemeClr val="bg2">
                  <a:alpha val="50000"/>
                </a:schemeClr>
              </a:gs>
            </a:gsLst>
            <a:lin ang="16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 anchorCtr="0"/>
          <a:lstStyle/>
          <a:p>
            <a:pPr algn="l"/>
            <a:endParaRPr lang="en-US" dirty="0"/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8620440E-BF1B-417E-87A5-35990130B3F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410401" y="3780000"/>
            <a:ext cx="9287638" cy="1477328"/>
          </a:xfrm>
          <a:noFill/>
        </p:spPr>
        <p:txBody>
          <a:bodyPr rIns="0" bIns="0" anchor="t">
            <a:spAutoFit/>
          </a:bodyPr>
          <a:lstStyle>
            <a:lvl1pPr marL="0">
              <a:lnSpc>
                <a:spcPct val="100000"/>
              </a:lnSpc>
              <a:defRPr sz="4800" b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Title chart with picture, </a:t>
            </a:r>
            <a:br>
              <a:rPr lang="en-US" dirty="0"/>
            </a:br>
            <a:r>
              <a:rPr lang="en-US" dirty="0"/>
              <a:t>Arial Regular, 48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3" name="Subhead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411162" y="5256000"/>
            <a:ext cx="9288000" cy="911438"/>
          </a:xfrm>
          <a:prstGeom prst="rect">
            <a:avLst/>
          </a:prstGeom>
        </p:spPr>
        <p:txBody>
          <a:bodyPr lIns="0" tIns="252000">
            <a:noAutofit/>
          </a:bodyPr>
          <a:lstStyle>
            <a:lvl1pPr marL="0" indent="0" algn="l">
              <a:spcAft>
                <a:spcPts val="300"/>
              </a:spcAft>
              <a:buNone/>
              <a:defRPr sz="1800">
                <a:solidFill>
                  <a:schemeClr val="tx1"/>
                </a:solidFill>
              </a:defRPr>
            </a:lvl1pPr>
            <a:lvl2pPr marL="0" indent="0" algn="l">
              <a:spcAft>
                <a:spcPts val="300"/>
              </a:spcAft>
              <a:buNone/>
              <a:defRPr sz="1600"/>
            </a:lvl2pPr>
            <a:lvl3pPr marL="0" indent="0" algn="l">
              <a:spcAft>
                <a:spcPts val="300"/>
              </a:spcAft>
              <a:buNone/>
              <a:defRPr sz="1400"/>
            </a:lvl3pPr>
            <a:lvl4pPr marL="0" indent="0" algn="l">
              <a:buNone/>
              <a:defRPr sz="1400"/>
            </a:lvl4pPr>
            <a:lvl5pPr marL="0" indent="0" algn="l">
              <a:buNone/>
              <a:defRPr sz="1400"/>
            </a:lvl5pPr>
            <a:lvl6pPr marL="0" indent="0" algn="l">
              <a:buNone/>
              <a:defRPr sz="1400"/>
            </a:lvl6pPr>
            <a:lvl7pPr marL="0" indent="0" algn="l">
              <a:buNone/>
              <a:defRPr sz="1400"/>
            </a:lvl7pPr>
            <a:lvl8pPr marL="0" indent="0" algn="l">
              <a:buNone/>
              <a:defRPr sz="1400"/>
            </a:lvl8pPr>
            <a:lvl9pPr marL="0" indent="0" algn="l">
              <a:buNone/>
              <a:defRPr sz="1400"/>
            </a:lvl9pPr>
          </a:lstStyle>
          <a:p>
            <a:r>
              <a:rPr lang="en-US" dirty="0"/>
              <a:t>Subhead for headline size 48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8" name="Picture Placeholder">
            <a:extLst>
              <a:ext uri="{FF2B5EF4-FFF2-40B4-BE49-F238E27FC236}">
                <a16:creationId xmlns:a16="http://schemas.microsoft.com/office/drawing/2014/main" id="{2FA76E44-9BA3-4B84-98F7-42C18A2A8BA0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ltGray">
          <a:xfrm>
            <a:off x="0" y="0"/>
            <a:ext cx="12192000" cy="3502800"/>
          </a:xfrm>
          <a:solidFill>
            <a:srgbClr val="9999A9"/>
          </a:solidFill>
        </p:spPr>
        <p:txBody>
          <a:bodyPr lIns="144000" tIns="108000" rIns="144000" bIns="108000"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Title picture</a:t>
            </a:r>
          </a:p>
        </p:txBody>
      </p:sp>
      <p:pic>
        <p:nvPicPr>
          <p:cNvPr id="7" name="Siemens Logo">
            <a:extLst>
              <a:ext uri="{FF2B5EF4-FFF2-40B4-BE49-F238E27FC236}">
                <a16:creationId xmlns:a16="http://schemas.microsoft.com/office/drawing/2014/main" id="{3E4A7839-9F7E-47F2-83BA-F637AE096316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 bwMode="black">
          <a:xfrm>
            <a:off x="10274400" y="6364800"/>
            <a:ext cx="1512000" cy="240408"/>
          </a:xfrm>
          <a:prstGeom prst="rect">
            <a:avLst/>
          </a:prstGeom>
        </p:spPr>
      </p:pic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B61796B2-8510-42B4-A5F7-E1FE5FCE45A2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 bwMode="black">
          <a:xfrm>
            <a:off x="411162" y="6310800"/>
            <a:ext cx="9288000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</p:spTree>
    <p:extLst>
      <p:ext uri="{BB962C8B-B14F-4D97-AF65-F5344CB8AC3E}">
        <p14:creationId xmlns:p14="http://schemas.microsoft.com/office/powerpoint/2010/main" val="20942360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6109">
          <p15:clr>
            <a:srgbClr val="65CEFF"/>
          </p15:clr>
        </p15:guide>
        <p15:guide id="3" pos="7425">
          <p15:clr>
            <a:srgbClr val="65CEFF"/>
          </p15:clr>
        </p15:guide>
        <p15:guide id="4" orient="horz" pos="2206">
          <p15:clr>
            <a:srgbClr val="65CEFF"/>
          </p15:clr>
        </p15:guide>
        <p15:guide id="5" orient="horz" pos="3885">
          <p15:clr>
            <a:srgbClr val="65CEFF"/>
          </p15:clr>
        </p15:guide>
        <p15:guide id="6" orient="horz" pos="4157">
          <p15:clr>
            <a:srgbClr val="65CEFF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icture Gradient 40pt">
    <p:bg>
      <p:bgPr>
        <a:gradFill flip="none" rotWithShape="1">
          <a:gsLst>
            <a:gs pos="40000">
              <a:schemeClr val="bg2"/>
            </a:gs>
            <a:gs pos="100000">
              <a:schemeClr val="accent1"/>
            </a:gs>
          </a:gsLst>
          <a:path path="circle">
            <a:fillToRect l="100000" t="100000"/>
          </a:path>
          <a:tileRect r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radient cover">
            <a:extLst>
              <a:ext uri="{FF2B5EF4-FFF2-40B4-BE49-F238E27FC236}">
                <a16:creationId xmlns:a16="http://schemas.microsoft.com/office/drawing/2014/main" id="{BC751AD9-F368-4030-BEF3-878CBEED0E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3502025"/>
            <a:ext cx="12192000" cy="3355975"/>
          </a:xfrm>
          <a:prstGeom prst="rect">
            <a:avLst/>
          </a:prstGeom>
          <a:gradFill flip="none" rotWithShape="1">
            <a:gsLst>
              <a:gs pos="0">
                <a:schemeClr val="accent6"/>
              </a:gs>
              <a:gs pos="100000">
                <a:schemeClr val="bg2">
                  <a:alpha val="0"/>
                </a:schemeClr>
              </a:gs>
              <a:gs pos="40000">
                <a:schemeClr val="bg2">
                  <a:alpha val="50000"/>
                </a:schemeClr>
              </a:gs>
            </a:gsLst>
            <a:lin ang="16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 anchorCtr="0"/>
          <a:lstStyle/>
          <a:p>
            <a:pPr algn="l"/>
            <a:endParaRPr lang="en-US" dirty="0"/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8620440E-BF1B-417E-87A5-35990130B3F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410401" y="3780000"/>
            <a:ext cx="9287638" cy="1231106"/>
          </a:xfrm>
          <a:noFill/>
        </p:spPr>
        <p:txBody>
          <a:bodyPr rIns="0" bIns="0" anchor="t">
            <a:spAutoFit/>
          </a:bodyPr>
          <a:lstStyle>
            <a:lvl1pPr marL="0">
              <a:lnSpc>
                <a:spcPct val="100000"/>
              </a:lnSpc>
              <a:defRPr sz="4000" b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Title chart with picture, </a:t>
            </a:r>
            <a:br>
              <a:rPr lang="en-US" dirty="0"/>
            </a:br>
            <a:r>
              <a:rPr lang="en-US" dirty="0"/>
              <a:t>Arial Regular, 40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3" name="Subhead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411162" y="5011106"/>
            <a:ext cx="9288000" cy="1156332"/>
          </a:xfrm>
          <a:prstGeom prst="rect">
            <a:avLst/>
          </a:prstGeom>
        </p:spPr>
        <p:txBody>
          <a:bodyPr lIns="0" tIns="252000">
            <a:noAutofit/>
          </a:bodyPr>
          <a:lstStyle>
            <a:lvl1pPr marL="0" indent="0" algn="l">
              <a:spcAft>
                <a:spcPts val="300"/>
              </a:spcAft>
              <a:buNone/>
              <a:defRPr sz="1600">
                <a:solidFill>
                  <a:schemeClr val="tx1"/>
                </a:solidFill>
              </a:defRPr>
            </a:lvl1pPr>
            <a:lvl2pPr marL="0" indent="0" algn="l">
              <a:spcAft>
                <a:spcPts val="300"/>
              </a:spcAft>
              <a:buNone/>
              <a:defRPr sz="1600"/>
            </a:lvl2pPr>
            <a:lvl3pPr marL="0" indent="0" algn="l">
              <a:spcAft>
                <a:spcPts val="300"/>
              </a:spcAft>
              <a:buNone/>
              <a:defRPr sz="1400"/>
            </a:lvl3pPr>
            <a:lvl4pPr marL="0" indent="0" algn="l">
              <a:buNone/>
              <a:defRPr sz="1400"/>
            </a:lvl4pPr>
            <a:lvl5pPr marL="0" indent="0" algn="l">
              <a:buNone/>
              <a:defRPr sz="1400"/>
            </a:lvl5pPr>
            <a:lvl6pPr marL="0" indent="0" algn="l">
              <a:buNone/>
              <a:defRPr sz="1400"/>
            </a:lvl6pPr>
            <a:lvl7pPr marL="0" indent="0" algn="l">
              <a:buNone/>
              <a:defRPr sz="1400"/>
            </a:lvl7pPr>
            <a:lvl8pPr marL="0" indent="0" algn="l">
              <a:buNone/>
              <a:defRPr sz="1400"/>
            </a:lvl8pPr>
            <a:lvl9pPr marL="0" indent="0" algn="l">
              <a:buNone/>
              <a:defRPr sz="1400"/>
            </a:lvl9pPr>
          </a:lstStyle>
          <a:p>
            <a:pPr lvl="0"/>
            <a:r>
              <a:rPr lang="en-US" dirty="0"/>
              <a:t>Subhead for headline size 40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8" name="Picture Placeholder">
            <a:extLst>
              <a:ext uri="{FF2B5EF4-FFF2-40B4-BE49-F238E27FC236}">
                <a16:creationId xmlns:a16="http://schemas.microsoft.com/office/drawing/2014/main" id="{2FA76E44-9BA3-4B84-98F7-42C18A2A8BA0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ltGray">
          <a:xfrm>
            <a:off x="0" y="0"/>
            <a:ext cx="12192000" cy="3502800"/>
          </a:xfrm>
          <a:solidFill>
            <a:srgbClr val="9999A9"/>
          </a:solidFill>
        </p:spPr>
        <p:txBody>
          <a:bodyPr lIns="144000" tIns="108000" rIns="144000" bIns="108000"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Title picture</a:t>
            </a:r>
          </a:p>
        </p:txBody>
      </p:sp>
      <p:pic>
        <p:nvPicPr>
          <p:cNvPr id="7" name="Siemens Logo">
            <a:extLst>
              <a:ext uri="{FF2B5EF4-FFF2-40B4-BE49-F238E27FC236}">
                <a16:creationId xmlns:a16="http://schemas.microsoft.com/office/drawing/2014/main" id="{3E4A7839-9F7E-47F2-83BA-F637AE096316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 bwMode="black">
          <a:xfrm>
            <a:off x="10274400" y="6364800"/>
            <a:ext cx="1512000" cy="240408"/>
          </a:xfrm>
          <a:prstGeom prst="rect">
            <a:avLst/>
          </a:prstGeom>
        </p:spPr>
      </p:pic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B61796B2-8510-42B4-A5F7-E1FE5FCE45A2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 bwMode="black">
          <a:xfrm>
            <a:off x="411162" y="6310800"/>
            <a:ext cx="9288000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</p:spTree>
    <p:extLst>
      <p:ext uri="{BB962C8B-B14F-4D97-AF65-F5344CB8AC3E}">
        <p14:creationId xmlns:p14="http://schemas.microsoft.com/office/powerpoint/2010/main" val="253037772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6109">
          <p15:clr>
            <a:srgbClr val="65CEFF"/>
          </p15:clr>
        </p15:guide>
        <p15:guide id="3" pos="7425">
          <p15:clr>
            <a:srgbClr val="65CEFF"/>
          </p15:clr>
        </p15:guide>
        <p15:guide id="4" orient="horz" pos="2206">
          <p15:clr>
            <a:srgbClr val="65CEFF"/>
          </p15:clr>
        </p15:guide>
        <p15:guide id="5" orient="horz" pos="3885">
          <p15:clr>
            <a:srgbClr val="65CEFF"/>
          </p15:clr>
        </p15:guide>
        <p15:guide id="6" orient="horz" pos="4157">
          <p15:clr>
            <a:srgbClr val="65CEFF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icture Gradient 36pt">
    <p:bg>
      <p:bgPr>
        <a:gradFill flip="none" rotWithShape="1">
          <a:gsLst>
            <a:gs pos="40000">
              <a:schemeClr val="bg2"/>
            </a:gs>
            <a:gs pos="100000">
              <a:schemeClr val="accent1"/>
            </a:gs>
          </a:gsLst>
          <a:path path="circle">
            <a:fillToRect l="100000" t="100000"/>
          </a:path>
          <a:tileRect r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radient cover">
            <a:extLst>
              <a:ext uri="{FF2B5EF4-FFF2-40B4-BE49-F238E27FC236}">
                <a16:creationId xmlns:a16="http://schemas.microsoft.com/office/drawing/2014/main" id="{0F638833-9358-4A10-8860-60EC0C65D9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3502025"/>
            <a:ext cx="12192000" cy="3355975"/>
          </a:xfrm>
          <a:prstGeom prst="rect">
            <a:avLst/>
          </a:prstGeom>
          <a:gradFill flip="none" rotWithShape="1">
            <a:gsLst>
              <a:gs pos="0">
                <a:schemeClr val="accent6"/>
              </a:gs>
              <a:gs pos="100000">
                <a:schemeClr val="bg2">
                  <a:alpha val="0"/>
                </a:schemeClr>
              </a:gs>
              <a:gs pos="40000">
                <a:schemeClr val="bg2">
                  <a:alpha val="50000"/>
                </a:schemeClr>
              </a:gs>
            </a:gsLst>
            <a:lin ang="16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 anchorCtr="0"/>
          <a:lstStyle/>
          <a:p>
            <a:pPr algn="l"/>
            <a:endParaRPr lang="en-US" dirty="0"/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8620440E-BF1B-417E-87A5-35990130B3F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410401" y="3780000"/>
            <a:ext cx="9287638" cy="1661993"/>
          </a:xfrm>
          <a:noFill/>
        </p:spPr>
        <p:txBody>
          <a:bodyPr rIns="0" bIns="0" anchor="t">
            <a:spAutoFit/>
          </a:bodyPr>
          <a:lstStyle>
            <a:lvl1pPr marL="0">
              <a:lnSpc>
                <a:spcPct val="100000"/>
              </a:lnSpc>
              <a:defRPr sz="3600" b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Title chart with picture, </a:t>
            </a:r>
            <a:br>
              <a:rPr lang="en-US" dirty="0"/>
            </a:br>
            <a:r>
              <a:rPr lang="en-US" dirty="0"/>
              <a:t>Arial Regular, 36 </a:t>
            </a:r>
            <a:r>
              <a:rPr lang="en-US" dirty="0" err="1"/>
              <a:t>pt</a:t>
            </a:r>
            <a:r>
              <a:rPr lang="en-US" dirty="0"/>
              <a:t>,</a:t>
            </a:r>
            <a:br>
              <a:rPr lang="en-US" dirty="0"/>
            </a:br>
            <a:r>
              <a:rPr lang="en-US" dirty="0"/>
              <a:t>3 lines</a:t>
            </a:r>
          </a:p>
        </p:txBody>
      </p:sp>
      <p:sp>
        <p:nvSpPr>
          <p:cNvPr id="3" name="Subhead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411162" y="5441992"/>
            <a:ext cx="9288000" cy="725445"/>
          </a:xfrm>
          <a:prstGeom prst="rect">
            <a:avLst/>
          </a:prstGeom>
        </p:spPr>
        <p:txBody>
          <a:bodyPr lIns="0" tIns="252000">
            <a:noAutofit/>
          </a:bodyPr>
          <a:lstStyle>
            <a:lvl1pPr marL="0" indent="0" algn="l">
              <a:spcAft>
                <a:spcPts val="300"/>
              </a:spcAft>
              <a:buNone/>
              <a:defRPr sz="1400">
                <a:solidFill>
                  <a:schemeClr val="tx1"/>
                </a:solidFill>
              </a:defRPr>
            </a:lvl1pPr>
            <a:lvl2pPr marL="0" indent="0" algn="l">
              <a:spcAft>
                <a:spcPts val="300"/>
              </a:spcAft>
              <a:buNone/>
              <a:defRPr sz="1400"/>
            </a:lvl2pPr>
            <a:lvl3pPr marL="0" indent="0" algn="l">
              <a:spcAft>
                <a:spcPts val="300"/>
              </a:spcAft>
              <a:buNone/>
              <a:defRPr sz="1400"/>
            </a:lvl3pPr>
            <a:lvl4pPr marL="0" indent="0" algn="l">
              <a:buNone/>
              <a:defRPr sz="1400"/>
            </a:lvl4pPr>
            <a:lvl5pPr marL="0" indent="0" algn="l">
              <a:buNone/>
              <a:defRPr sz="1400"/>
            </a:lvl5pPr>
            <a:lvl6pPr marL="0" indent="0" algn="l">
              <a:buNone/>
              <a:defRPr sz="1400"/>
            </a:lvl6pPr>
            <a:lvl7pPr marL="0" indent="0" algn="l">
              <a:buNone/>
              <a:defRPr sz="1400"/>
            </a:lvl7pPr>
            <a:lvl8pPr marL="0" indent="0" algn="l">
              <a:buNone/>
              <a:defRPr sz="1400"/>
            </a:lvl8pPr>
            <a:lvl9pPr marL="0" indent="0" algn="l">
              <a:buNone/>
              <a:defRPr sz="1400"/>
            </a:lvl9pPr>
          </a:lstStyle>
          <a:p>
            <a:pPr lvl="0"/>
            <a:r>
              <a:rPr lang="en-US" dirty="0"/>
              <a:t>Subhead for headline size 36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8" name="Picture Placeholder">
            <a:extLst>
              <a:ext uri="{FF2B5EF4-FFF2-40B4-BE49-F238E27FC236}">
                <a16:creationId xmlns:a16="http://schemas.microsoft.com/office/drawing/2014/main" id="{2FA76E44-9BA3-4B84-98F7-42C18A2A8BA0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ltGray">
          <a:xfrm>
            <a:off x="0" y="0"/>
            <a:ext cx="12192000" cy="3502800"/>
          </a:xfrm>
          <a:solidFill>
            <a:srgbClr val="9999A9"/>
          </a:solidFill>
        </p:spPr>
        <p:txBody>
          <a:bodyPr lIns="144000" tIns="108000" rIns="144000" bIns="108000"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Title picture</a:t>
            </a:r>
          </a:p>
        </p:txBody>
      </p:sp>
      <p:pic>
        <p:nvPicPr>
          <p:cNvPr id="7" name="Siemens Logo">
            <a:extLst>
              <a:ext uri="{FF2B5EF4-FFF2-40B4-BE49-F238E27FC236}">
                <a16:creationId xmlns:a16="http://schemas.microsoft.com/office/drawing/2014/main" id="{3E4A7839-9F7E-47F2-83BA-F637AE096316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 bwMode="black">
          <a:xfrm>
            <a:off x="10274400" y="6364800"/>
            <a:ext cx="1512000" cy="240408"/>
          </a:xfrm>
          <a:prstGeom prst="rect">
            <a:avLst/>
          </a:prstGeom>
        </p:spPr>
      </p:pic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B61796B2-8510-42B4-A5F7-E1FE5FCE45A2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 bwMode="black">
          <a:xfrm>
            <a:off x="411162" y="6310800"/>
            <a:ext cx="9288000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</p:spTree>
    <p:extLst>
      <p:ext uri="{BB962C8B-B14F-4D97-AF65-F5344CB8AC3E}">
        <p14:creationId xmlns:p14="http://schemas.microsoft.com/office/powerpoint/2010/main" val="185282429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6109">
          <p15:clr>
            <a:srgbClr val="65CEFF"/>
          </p15:clr>
        </p15:guide>
        <p15:guide id="3" pos="7425">
          <p15:clr>
            <a:srgbClr val="65CEFF"/>
          </p15:clr>
        </p15:guide>
        <p15:guide id="4" orient="horz" pos="2206">
          <p15:clr>
            <a:srgbClr val="65CEFF"/>
          </p15:clr>
        </p15:guide>
        <p15:guide id="5" orient="horz" pos="3885">
          <p15:clr>
            <a:srgbClr val="65CEFF"/>
          </p15:clr>
        </p15:guide>
        <p15:guide id="6" orient="horz" pos="4157">
          <p15:clr>
            <a:srgbClr val="65CEFF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icture light 48p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8620440E-BF1B-417E-87A5-35990130B3F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410401" y="3780000"/>
            <a:ext cx="9287638" cy="1477328"/>
          </a:xfrm>
          <a:noFill/>
        </p:spPr>
        <p:txBody>
          <a:bodyPr rIns="0" bIns="0" anchor="t">
            <a:spAutoFit/>
          </a:bodyPr>
          <a:lstStyle>
            <a:lvl1pPr marL="0">
              <a:lnSpc>
                <a:spcPct val="100000"/>
              </a:lnSpc>
              <a:defRPr sz="4800" b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Title chart with picture, </a:t>
            </a:r>
            <a:br>
              <a:rPr lang="en-US" dirty="0"/>
            </a:br>
            <a:r>
              <a:rPr lang="en-US" dirty="0"/>
              <a:t>Arial Regular, 48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3" name="Subhead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411162" y="5256000"/>
            <a:ext cx="9288000" cy="911438"/>
          </a:xfrm>
          <a:prstGeom prst="rect">
            <a:avLst/>
          </a:prstGeom>
        </p:spPr>
        <p:txBody>
          <a:bodyPr lIns="0" tIns="252000">
            <a:noAutofit/>
          </a:bodyPr>
          <a:lstStyle>
            <a:lvl1pPr marL="0" indent="0" algn="l">
              <a:spcAft>
                <a:spcPts val="300"/>
              </a:spcAft>
              <a:buNone/>
              <a:defRPr sz="1800">
                <a:solidFill>
                  <a:schemeClr val="tx2"/>
                </a:solidFill>
              </a:defRPr>
            </a:lvl1pPr>
            <a:lvl2pPr marL="0" indent="0" algn="l">
              <a:spcAft>
                <a:spcPts val="300"/>
              </a:spcAft>
              <a:buNone/>
              <a:defRPr sz="1600"/>
            </a:lvl2pPr>
            <a:lvl3pPr marL="0" indent="0" algn="l">
              <a:spcAft>
                <a:spcPts val="300"/>
              </a:spcAft>
              <a:buNone/>
              <a:defRPr sz="1400"/>
            </a:lvl3pPr>
            <a:lvl4pPr marL="0" indent="0" algn="l">
              <a:buNone/>
              <a:defRPr sz="1400"/>
            </a:lvl4pPr>
            <a:lvl5pPr marL="0" indent="0" algn="l">
              <a:buNone/>
              <a:defRPr sz="1400"/>
            </a:lvl5pPr>
            <a:lvl6pPr marL="0" indent="0" algn="l">
              <a:buNone/>
              <a:defRPr sz="1400"/>
            </a:lvl6pPr>
            <a:lvl7pPr marL="0" indent="0" algn="l">
              <a:buNone/>
              <a:defRPr sz="1400"/>
            </a:lvl7pPr>
            <a:lvl8pPr marL="0" indent="0" algn="l">
              <a:buNone/>
              <a:defRPr sz="1400"/>
            </a:lvl8pPr>
            <a:lvl9pPr marL="0" indent="0" algn="l">
              <a:buNone/>
              <a:defRPr sz="1400"/>
            </a:lvl9pPr>
          </a:lstStyle>
          <a:p>
            <a:r>
              <a:rPr lang="en-US" dirty="0"/>
              <a:t>Subhead for headline size 48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8" name="Picture Placeholder">
            <a:extLst>
              <a:ext uri="{FF2B5EF4-FFF2-40B4-BE49-F238E27FC236}">
                <a16:creationId xmlns:a16="http://schemas.microsoft.com/office/drawing/2014/main" id="{2FA76E44-9BA3-4B84-98F7-42C18A2A8BA0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ltGray">
          <a:xfrm>
            <a:off x="0" y="0"/>
            <a:ext cx="12192000" cy="3502800"/>
          </a:xfrm>
          <a:solidFill>
            <a:srgbClr val="9999A9"/>
          </a:solidFill>
        </p:spPr>
        <p:txBody>
          <a:bodyPr lIns="144000" tIns="108000" rIns="144000" bIns="108000"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 noProof="0" dirty="0"/>
              <a:t>Title picture</a:t>
            </a:r>
          </a:p>
        </p:txBody>
      </p:sp>
      <p:pic>
        <p:nvPicPr>
          <p:cNvPr id="9" name="Siemens Logo">
            <a:extLst>
              <a:ext uri="{FF2B5EF4-FFF2-40B4-BE49-F238E27FC236}">
                <a16:creationId xmlns:a16="http://schemas.microsoft.com/office/drawing/2014/main" id="{46D369A7-07BD-4B91-9E53-807AAAF0C30C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 bwMode="black">
          <a:xfrm>
            <a:off x="10274400" y="6364800"/>
            <a:ext cx="1512000" cy="240408"/>
          </a:xfrm>
          <a:prstGeom prst="rect">
            <a:avLst/>
          </a:prstGeom>
        </p:spPr>
      </p:pic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B61796B2-8510-42B4-A5F7-E1FE5FCE45A2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 bwMode="black">
          <a:xfrm>
            <a:off x="411162" y="6310800"/>
            <a:ext cx="9288000" cy="5472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Restricted | © Siemens 20XX | Author | Department | YYYY-MM-DD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266537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6109">
          <p15:clr>
            <a:srgbClr val="65CEFF"/>
          </p15:clr>
        </p15:guide>
        <p15:guide id="3" pos="7425">
          <p15:clr>
            <a:srgbClr val="65CEFF"/>
          </p15:clr>
        </p15:guide>
        <p15:guide id="4" orient="horz" pos="2206">
          <p15:clr>
            <a:srgbClr val="65CEFF"/>
          </p15:clr>
        </p15:guide>
        <p15:guide id="5" orient="horz" pos="3885">
          <p15:clr>
            <a:srgbClr val="65CEFF"/>
          </p15:clr>
        </p15:guide>
        <p15:guide id="6" orient="horz" pos="4157">
          <p15:clr>
            <a:srgbClr val="65CEFF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icture light 40p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8620440E-BF1B-417E-87A5-35990130B3F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410401" y="3780000"/>
            <a:ext cx="9287638" cy="1231106"/>
          </a:xfrm>
          <a:noFill/>
        </p:spPr>
        <p:txBody>
          <a:bodyPr rIns="0" bIns="0" anchor="t">
            <a:spAutoFit/>
          </a:bodyPr>
          <a:lstStyle>
            <a:lvl1pPr marL="0">
              <a:lnSpc>
                <a:spcPct val="100000"/>
              </a:lnSpc>
              <a:defRPr sz="4000" b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Title chart with picture, </a:t>
            </a:r>
            <a:br>
              <a:rPr lang="en-US" dirty="0"/>
            </a:br>
            <a:r>
              <a:rPr lang="en-US" dirty="0"/>
              <a:t>Arial Regular, 40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3" name="Subhead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411162" y="5011106"/>
            <a:ext cx="9288000" cy="1156332"/>
          </a:xfrm>
          <a:prstGeom prst="rect">
            <a:avLst/>
          </a:prstGeom>
        </p:spPr>
        <p:txBody>
          <a:bodyPr lIns="0" tIns="252000">
            <a:noAutofit/>
          </a:bodyPr>
          <a:lstStyle>
            <a:lvl1pPr marL="0" indent="0" algn="l">
              <a:spcAft>
                <a:spcPts val="300"/>
              </a:spcAft>
              <a:buNone/>
              <a:defRPr sz="1600">
                <a:solidFill>
                  <a:schemeClr val="tx2"/>
                </a:solidFill>
              </a:defRPr>
            </a:lvl1pPr>
            <a:lvl2pPr marL="0" indent="0" algn="l">
              <a:spcAft>
                <a:spcPts val="300"/>
              </a:spcAft>
              <a:buNone/>
              <a:defRPr sz="1600"/>
            </a:lvl2pPr>
            <a:lvl3pPr marL="0" indent="0" algn="l">
              <a:spcAft>
                <a:spcPts val="300"/>
              </a:spcAft>
              <a:buNone/>
              <a:defRPr sz="1400"/>
            </a:lvl3pPr>
            <a:lvl4pPr marL="0" indent="0" algn="l">
              <a:buNone/>
              <a:defRPr sz="1400"/>
            </a:lvl4pPr>
            <a:lvl5pPr marL="0" indent="0" algn="l">
              <a:buNone/>
              <a:defRPr sz="1400"/>
            </a:lvl5pPr>
            <a:lvl6pPr marL="0" indent="0" algn="l">
              <a:buNone/>
              <a:defRPr sz="1400"/>
            </a:lvl6pPr>
            <a:lvl7pPr marL="0" indent="0" algn="l">
              <a:buNone/>
              <a:defRPr sz="1400"/>
            </a:lvl7pPr>
            <a:lvl8pPr marL="0" indent="0" algn="l">
              <a:buNone/>
              <a:defRPr sz="1400"/>
            </a:lvl8pPr>
            <a:lvl9pPr marL="0" indent="0" algn="l">
              <a:buNone/>
              <a:defRPr sz="1400"/>
            </a:lvl9pPr>
          </a:lstStyle>
          <a:p>
            <a:pPr lvl="0"/>
            <a:r>
              <a:rPr lang="en-US" dirty="0"/>
              <a:t>Subhead for headline size 40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8" name="Picture Placeholder">
            <a:extLst>
              <a:ext uri="{FF2B5EF4-FFF2-40B4-BE49-F238E27FC236}">
                <a16:creationId xmlns:a16="http://schemas.microsoft.com/office/drawing/2014/main" id="{2FA76E44-9BA3-4B84-98F7-42C18A2A8BA0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ltGray">
          <a:xfrm>
            <a:off x="0" y="0"/>
            <a:ext cx="12192000" cy="3502800"/>
          </a:xfrm>
          <a:solidFill>
            <a:srgbClr val="9999A9"/>
          </a:solidFill>
        </p:spPr>
        <p:txBody>
          <a:bodyPr lIns="144000" tIns="108000" rIns="144000" bIns="108000"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 noProof="0" dirty="0"/>
              <a:t>Title picture</a:t>
            </a:r>
          </a:p>
        </p:txBody>
      </p:sp>
      <p:pic>
        <p:nvPicPr>
          <p:cNvPr id="9" name="Siemens Logo">
            <a:extLst>
              <a:ext uri="{FF2B5EF4-FFF2-40B4-BE49-F238E27FC236}">
                <a16:creationId xmlns:a16="http://schemas.microsoft.com/office/drawing/2014/main" id="{DC2D4109-C5C2-42BB-B5A0-2F6793388E2C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 bwMode="black">
          <a:xfrm>
            <a:off x="10274400" y="6364800"/>
            <a:ext cx="1512000" cy="240408"/>
          </a:xfrm>
          <a:prstGeom prst="rect">
            <a:avLst/>
          </a:prstGeom>
        </p:spPr>
      </p:pic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B61796B2-8510-42B4-A5F7-E1FE5FCE45A2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 bwMode="black">
          <a:xfrm>
            <a:off x="411162" y="6310800"/>
            <a:ext cx="9288000" cy="5472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Restricted | © Siemens 20XX | Author | Department | YYYY-MM-DD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489209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6109">
          <p15:clr>
            <a:srgbClr val="65CEFF"/>
          </p15:clr>
        </p15:guide>
        <p15:guide id="3" pos="7425">
          <p15:clr>
            <a:srgbClr val="65CEFF"/>
          </p15:clr>
        </p15:guide>
        <p15:guide id="4" orient="horz" pos="2206">
          <p15:clr>
            <a:srgbClr val="65CEFF"/>
          </p15:clr>
        </p15:guide>
        <p15:guide id="5" orient="horz" pos="3885">
          <p15:clr>
            <a:srgbClr val="65CEFF"/>
          </p15:clr>
        </p15:guide>
        <p15:guide id="6" orient="horz" pos="4157">
          <p15:clr>
            <a:srgbClr val="65CEFF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icture light 36p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8620440E-BF1B-417E-87A5-35990130B3F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410401" y="3780000"/>
            <a:ext cx="9287638" cy="1661993"/>
          </a:xfrm>
          <a:noFill/>
        </p:spPr>
        <p:txBody>
          <a:bodyPr rIns="0" bIns="0" anchor="t">
            <a:spAutoFit/>
          </a:bodyPr>
          <a:lstStyle>
            <a:lvl1pPr marL="0">
              <a:lnSpc>
                <a:spcPct val="100000"/>
              </a:lnSpc>
              <a:defRPr sz="3600" b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Title chart with picture, </a:t>
            </a:r>
            <a:br>
              <a:rPr lang="en-US" dirty="0"/>
            </a:br>
            <a:r>
              <a:rPr lang="en-US" dirty="0"/>
              <a:t>Arial Regular, 36 </a:t>
            </a:r>
            <a:r>
              <a:rPr lang="en-US" dirty="0" err="1"/>
              <a:t>pt</a:t>
            </a:r>
            <a:r>
              <a:rPr lang="en-US" dirty="0"/>
              <a:t>,</a:t>
            </a:r>
            <a:br>
              <a:rPr lang="en-US" dirty="0"/>
            </a:br>
            <a:r>
              <a:rPr lang="en-US" dirty="0"/>
              <a:t>3 lines</a:t>
            </a:r>
          </a:p>
        </p:txBody>
      </p:sp>
      <p:sp>
        <p:nvSpPr>
          <p:cNvPr id="3" name="Subhead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411162" y="5441992"/>
            <a:ext cx="9288000" cy="725445"/>
          </a:xfrm>
          <a:prstGeom prst="rect">
            <a:avLst/>
          </a:prstGeom>
        </p:spPr>
        <p:txBody>
          <a:bodyPr lIns="0" tIns="252000">
            <a:noAutofit/>
          </a:bodyPr>
          <a:lstStyle>
            <a:lvl1pPr marL="0" indent="0" algn="l">
              <a:spcAft>
                <a:spcPts val="300"/>
              </a:spcAft>
              <a:buNone/>
              <a:defRPr sz="1400">
                <a:solidFill>
                  <a:schemeClr val="tx2"/>
                </a:solidFill>
              </a:defRPr>
            </a:lvl1pPr>
            <a:lvl2pPr marL="0" indent="0" algn="l">
              <a:spcAft>
                <a:spcPts val="300"/>
              </a:spcAft>
              <a:buNone/>
              <a:defRPr sz="1400"/>
            </a:lvl2pPr>
            <a:lvl3pPr marL="0" indent="0" algn="l">
              <a:spcAft>
                <a:spcPts val="300"/>
              </a:spcAft>
              <a:buNone/>
              <a:defRPr sz="1400"/>
            </a:lvl3pPr>
            <a:lvl4pPr marL="0" indent="0" algn="l">
              <a:buNone/>
              <a:defRPr sz="1400"/>
            </a:lvl4pPr>
            <a:lvl5pPr marL="0" indent="0" algn="l">
              <a:buNone/>
              <a:defRPr sz="1400"/>
            </a:lvl5pPr>
            <a:lvl6pPr marL="0" indent="0" algn="l">
              <a:buNone/>
              <a:defRPr sz="1400"/>
            </a:lvl6pPr>
            <a:lvl7pPr marL="0" indent="0" algn="l">
              <a:buNone/>
              <a:defRPr sz="1400"/>
            </a:lvl7pPr>
            <a:lvl8pPr marL="0" indent="0" algn="l">
              <a:buNone/>
              <a:defRPr sz="1400"/>
            </a:lvl8pPr>
            <a:lvl9pPr marL="0" indent="0" algn="l">
              <a:buNone/>
              <a:defRPr sz="1400"/>
            </a:lvl9pPr>
          </a:lstStyle>
          <a:p>
            <a:pPr lvl="0"/>
            <a:r>
              <a:rPr lang="en-US" dirty="0"/>
              <a:t>Subhead for headline size 36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8" name="Picture Placeholder">
            <a:extLst>
              <a:ext uri="{FF2B5EF4-FFF2-40B4-BE49-F238E27FC236}">
                <a16:creationId xmlns:a16="http://schemas.microsoft.com/office/drawing/2014/main" id="{2FA76E44-9BA3-4B84-98F7-42C18A2A8BA0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ltGray">
          <a:xfrm>
            <a:off x="0" y="0"/>
            <a:ext cx="12192000" cy="3502800"/>
          </a:xfrm>
          <a:solidFill>
            <a:srgbClr val="9999A9"/>
          </a:solidFill>
        </p:spPr>
        <p:txBody>
          <a:bodyPr lIns="144000" tIns="108000" rIns="144000" bIns="108000"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 noProof="0" dirty="0"/>
              <a:t>Title picture</a:t>
            </a:r>
          </a:p>
        </p:txBody>
      </p:sp>
      <p:pic>
        <p:nvPicPr>
          <p:cNvPr id="9" name="Siemens Logo">
            <a:extLst>
              <a:ext uri="{FF2B5EF4-FFF2-40B4-BE49-F238E27FC236}">
                <a16:creationId xmlns:a16="http://schemas.microsoft.com/office/drawing/2014/main" id="{298AE3DB-A74B-4AD6-A37C-FBCFB647B93F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 bwMode="black">
          <a:xfrm>
            <a:off x="10274400" y="6364800"/>
            <a:ext cx="1512000" cy="240408"/>
          </a:xfrm>
          <a:prstGeom prst="rect">
            <a:avLst/>
          </a:prstGeom>
        </p:spPr>
      </p:pic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B61796B2-8510-42B4-A5F7-E1FE5FCE45A2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 bwMode="black">
          <a:xfrm>
            <a:off x="411162" y="6310800"/>
            <a:ext cx="9288000" cy="5472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Restricted | © Siemens 20XX | Author | Department | YYYY-MM-DD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060479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6109">
          <p15:clr>
            <a:srgbClr val="65CEFF"/>
          </p15:clr>
        </p15:guide>
        <p15:guide id="3" pos="7425">
          <p15:clr>
            <a:srgbClr val="65CEFF"/>
          </p15:clr>
        </p15:guide>
        <p15:guide id="4" orient="horz" pos="2206">
          <p15:clr>
            <a:srgbClr val="65CEFF"/>
          </p15:clr>
        </p15:guide>
        <p15:guide id="5" orient="horz" pos="3885">
          <p15:clr>
            <a:srgbClr val="65CEFF"/>
          </p15:clr>
        </p15:guide>
        <p15:guide id="6" orient="horz" pos="4157">
          <p15:clr>
            <a:srgbClr val="65CEFF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title dark 80p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B3CAAA86-26BD-41E0-A26A-7AF592C3A3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410400" y="1414463"/>
            <a:ext cx="11376788" cy="2462213"/>
          </a:xfrm>
          <a:noFill/>
        </p:spPr>
        <p:txBody>
          <a:bodyPr rIns="0" bIns="0" anchor="b" anchorCtr="0">
            <a:spAutoFit/>
          </a:bodyPr>
          <a:lstStyle>
            <a:lvl1pPr marL="0">
              <a:lnSpc>
                <a:spcPct val="100000"/>
              </a:lnSpc>
              <a:defRPr sz="8000" b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Chapter divider, </a:t>
            </a:r>
            <a:br>
              <a:rPr lang="en-US" dirty="0"/>
            </a:br>
            <a:r>
              <a:rPr lang="en-US" dirty="0"/>
              <a:t>Arial Regular, 80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3" name="Subhead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411163" y="3876675"/>
            <a:ext cx="9288000" cy="1930399"/>
          </a:xfrm>
          <a:prstGeom prst="rect">
            <a:avLst/>
          </a:prstGeom>
        </p:spPr>
        <p:txBody>
          <a:bodyPr lIns="0" tIns="370800">
            <a:noAutofit/>
          </a:bodyPr>
          <a:lstStyle>
            <a:lvl1pPr marL="0" indent="0" algn="l">
              <a:spcAft>
                <a:spcPts val="300"/>
              </a:spcAft>
              <a:buNone/>
              <a:defRPr sz="3200">
                <a:solidFill>
                  <a:schemeClr val="tx1"/>
                </a:solidFill>
              </a:defRPr>
            </a:lvl1pPr>
            <a:lvl2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2400"/>
            </a:lvl2pPr>
            <a:lvl3pPr marL="0" indent="0" algn="l">
              <a:spcAft>
                <a:spcPts val="300"/>
              </a:spcAft>
              <a:buNone/>
              <a:defRPr sz="1600"/>
            </a:lvl3pPr>
            <a:lvl4pPr marL="0" indent="0" algn="l">
              <a:buNone/>
              <a:defRPr sz="1600"/>
            </a:lvl4pPr>
            <a:lvl5pPr marL="0" indent="0" algn="l">
              <a:buNone/>
              <a:defRPr sz="1600"/>
            </a:lvl5pPr>
            <a:lvl6pPr marL="0" indent="0" algn="l">
              <a:buNone/>
              <a:defRPr sz="1600"/>
            </a:lvl6pPr>
            <a:lvl7pPr marL="0" indent="0" algn="l">
              <a:buNone/>
              <a:defRPr sz="1600"/>
            </a:lvl7pPr>
            <a:lvl8pPr marL="0" indent="0" algn="l">
              <a:buNone/>
              <a:defRPr sz="1600"/>
            </a:lvl8pPr>
            <a:lvl9pPr marL="0" indent="0" algn="l">
              <a:buNone/>
              <a:defRPr sz="1600"/>
            </a:lvl9pPr>
          </a:lstStyle>
          <a:p>
            <a:r>
              <a:rPr lang="en-US" dirty="0"/>
              <a:t>Subhead for headline size 80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EDBCA456-A643-45C8-9383-5A06099EB62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black">
          <a:xfrm>
            <a:off x="1059160" y="6310800"/>
            <a:ext cx="8640003" cy="547200"/>
          </a:xfrm>
        </p:spPr>
        <p:txBody>
          <a:bodyPr/>
          <a:lstStyle/>
          <a:p>
            <a:r>
              <a:rPr lang="en-US" dirty="0"/>
              <a:t>Restricted | © Siemens 20XX | Author | Department | YYYY-MM-DD</a:t>
            </a:r>
          </a:p>
        </p:txBody>
      </p:sp>
      <p:pic>
        <p:nvPicPr>
          <p:cNvPr id="10" name="Siemens Logo">
            <a:extLst>
              <a:ext uri="{FF2B5EF4-FFF2-40B4-BE49-F238E27FC236}">
                <a16:creationId xmlns:a16="http://schemas.microsoft.com/office/drawing/2014/main" id="{9A561178-96D2-407A-94C5-91A37401F657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 bwMode="black">
          <a:xfrm>
            <a:off x="10274400" y="6364800"/>
            <a:ext cx="1512000" cy="240408"/>
          </a:xfrm>
          <a:prstGeom prst="rect">
            <a:avLst/>
          </a:prstGeom>
        </p:spPr>
      </p:pic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5B05DC85-FD3C-4245-83A1-F6197CB9E0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black"/>
        <p:txBody>
          <a:bodyPr/>
          <a:lstStyle/>
          <a:p>
            <a:r>
              <a:rPr lang="en-US" dirty="0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299050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3" pos="6109">
          <p15:clr>
            <a:srgbClr val="65CEFF"/>
          </p15:clr>
        </p15:guide>
        <p15:guide id="4" pos="7425">
          <p15:clr>
            <a:srgbClr val="65CEFF"/>
          </p15:clr>
        </p15:guide>
        <p15:guide id="5" orient="horz" pos="891">
          <p15:clr>
            <a:srgbClr val="65CEFF"/>
          </p15:clr>
        </p15:guide>
        <p15:guide id="6" orient="horz" pos="3658">
          <p15:clr>
            <a:srgbClr val="65CEFF"/>
          </p15:clr>
        </p15:guide>
        <p15:guide id="7" orient="horz" pos="4157">
          <p15:clr>
            <a:srgbClr val="65CEFF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title dark 60p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B3CAAA86-26BD-41E0-A26A-7AF592C3A3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410400" y="1414463"/>
            <a:ext cx="11376788" cy="2769989"/>
          </a:xfrm>
          <a:noFill/>
        </p:spPr>
        <p:txBody>
          <a:bodyPr rIns="0" bIns="0" anchor="b" anchorCtr="0">
            <a:spAutoFit/>
          </a:bodyPr>
          <a:lstStyle>
            <a:lvl1pPr marL="0">
              <a:lnSpc>
                <a:spcPct val="100000"/>
              </a:lnSpc>
              <a:defRPr sz="6000" b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Chapter divider, </a:t>
            </a:r>
            <a:br>
              <a:rPr lang="en-US" dirty="0"/>
            </a:br>
            <a:r>
              <a:rPr lang="en-US" dirty="0"/>
              <a:t>Arial Regular, 60 </a:t>
            </a:r>
            <a:r>
              <a:rPr lang="en-US" dirty="0" err="1"/>
              <a:t>pt</a:t>
            </a:r>
            <a:br>
              <a:rPr lang="en-US" dirty="0"/>
            </a:br>
            <a:r>
              <a:rPr lang="en-US" dirty="0"/>
              <a:t>3 lines</a:t>
            </a:r>
          </a:p>
        </p:txBody>
      </p:sp>
      <p:sp>
        <p:nvSpPr>
          <p:cNvPr id="3" name="Subhead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411163" y="4184452"/>
            <a:ext cx="9288000" cy="1622622"/>
          </a:xfrm>
          <a:prstGeom prst="rect">
            <a:avLst/>
          </a:prstGeom>
        </p:spPr>
        <p:txBody>
          <a:bodyPr lIns="0" tIns="370800">
            <a:noAutofit/>
          </a:bodyPr>
          <a:lstStyle>
            <a:lvl1pPr marL="0" indent="0" algn="l">
              <a:spcAft>
                <a:spcPts val="300"/>
              </a:spcAft>
              <a:buNone/>
              <a:defRPr sz="2400">
                <a:solidFill>
                  <a:schemeClr val="tx1"/>
                </a:solidFill>
              </a:defRPr>
            </a:lvl1pPr>
            <a:lvl2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2400"/>
            </a:lvl2pPr>
            <a:lvl3pPr marL="0" indent="0" algn="l">
              <a:spcAft>
                <a:spcPts val="300"/>
              </a:spcAft>
              <a:buNone/>
              <a:defRPr sz="1600"/>
            </a:lvl3pPr>
            <a:lvl4pPr marL="0" indent="0" algn="l">
              <a:buNone/>
              <a:defRPr sz="1600"/>
            </a:lvl4pPr>
            <a:lvl5pPr marL="0" indent="0" algn="l">
              <a:buNone/>
              <a:defRPr sz="1600"/>
            </a:lvl5pPr>
            <a:lvl6pPr marL="0" indent="0" algn="l">
              <a:buNone/>
              <a:defRPr sz="1600"/>
            </a:lvl6pPr>
            <a:lvl7pPr marL="0" indent="0" algn="l">
              <a:buNone/>
              <a:defRPr sz="1600"/>
            </a:lvl7pPr>
            <a:lvl8pPr marL="0" indent="0" algn="l">
              <a:buNone/>
              <a:defRPr sz="1600"/>
            </a:lvl8pPr>
            <a:lvl9pPr marL="0" indent="0" algn="l">
              <a:buNone/>
              <a:defRPr sz="1600"/>
            </a:lvl9pPr>
          </a:lstStyle>
          <a:p>
            <a:pPr lvl="0"/>
            <a:r>
              <a:rPr lang="en-US" dirty="0"/>
              <a:t>Subhead for headline size 60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21031E7D-E514-484A-9CCD-52A9C222226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black">
          <a:xfrm>
            <a:off x="1059160" y="6310800"/>
            <a:ext cx="8640003" cy="547200"/>
          </a:xfrm>
        </p:spPr>
        <p:txBody>
          <a:bodyPr/>
          <a:lstStyle/>
          <a:p>
            <a:r>
              <a:rPr lang="en-US" dirty="0"/>
              <a:t>Restricted | © Siemens 20XX | Author | Department | YYYY-MM-DD</a:t>
            </a:r>
          </a:p>
        </p:txBody>
      </p:sp>
      <p:pic>
        <p:nvPicPr>
          <p:cNvPr id="10" name="Siemens Logo">
            <a:extLst>
              <a:ext uri="{FF2B5EF4-FFF2-40B4-BE49-F238E27FC236}">
                <a16:creationId xmlns:a16="http://schemas.microsoft.com/office/drawing/2014/main" id="{9A561178-96D2-407A-94C5-91A37401F657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 bwMode="black">
          <a:xfrm>
            <a:off x="10274400" y="6364800"/>
            <a:ext cx="1512000" cy="240408"/>
          </a:xfrm>
          <a:prstGeom prst="rect">
            <a:avLst/>
          </a:prstGeom>
        </p:spPr>
      </p:pic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447F428C-5AA7-413C-A721-B7AADDF8B4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black"/>
        <p:txBody>
          <a:bodyPr/>
          <a:lstStyle/>
          <a:p>
            <a:r>
              <a:rPr lang="en-US" dirty="0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485912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3" pos="6109">
          <p15:clr>
            <a:srgbClr val="65CEFF"/>
          </p15:clr>
        </p15:guide>
        <p15:guide id="4" pos="7425">
          <p15:clr>
            <a:srgbClr val="65CEFF"/>
          </p15:clr>
        </p15:guide>
        <p15:guide id="5" orient="horz" pos="891">
          <p15:clr>
            <a:srgbClr val="65CEFF"/>
          </p15:clr>
        </p15:guide>
        <p15:guide id="6" orient="horz" pos="3658">
          <p15:clr>
            <a:srgbClr val="65CEFF"/>
          </p15:clr>
        </p15:guide>
        <p15:guide id="7" orient="horz" pos="4157">
          <p15:clr>
            <a:srgbClr val="65CEFF"/>
          </p15:clr>
        </p15:guide>
      </p15:sldGuideLst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title dark 40p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B3CAAA86-26BD-41E0-A26A-7AF592C3A3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410400" y="1414464"/>
            <a:ext cx="11376788" cy="2462213"/>
          </a:xfrm>
          <a:noFill/>
        </p:spPr>
        <p:txBody>
          <a:bodyPr wrap="square" rIns="0" bIns="0" anchor="b" anchorCtr="0">
            <a:spAutoFit/>
          </a:bodyPr>
          <a:lstStyle>
            <a:lvl1pPr marL="0">
              <a:lnSpc>
                <a:spcPct val="100000"/>
              </a:lnSpc>
              <a:defRPr sz="4000" b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Chapter divider, </a:t>
            </a:r>
            <a:br>
              <a:rPr lang="en-US" dirty="0"/>
            </a:br>
            <a:r>
              <a:rPr lang="en-US" dirty="0"/>
              <a:t>Arial Regular, 40 </a:t>
            </a:r>
            <a:r>
              <a:rPr lang="en-US" dirty="0" err="1"/>
              <a:t>pt</a:t>
            </a:r>
            <a:r>
              <a:rPr lang="en-US" dirty="0"/>
              <a:t>, </a:t>
            </a:r>
            <a:br>
              <a:rPr lang="en-US" dirty="0"/>
            </a:br>
            <a:r>
              <a:rPr lang="en-US" dirty="0"/>
              <a:t>extra long headlines,</a:t>
            </a:r>
            <a:br>
              <a:rPr lang="en-US" dirty="0"/>
            </a:br>
            <a:r>
              <a:rPr lang="en-US" dirty="0"/>
              <a:t>4 lines</a:t>
            </a:r>
          </a:p>
        </p:txBody>
      </p:sp>
      <p:sp>
        <p:nvSpPr>
          <p:cNvPr id="3" name="Subhead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411163" y="3876677"/>
            <a:ext cx="9288000" cy="1930121"/>
          </a:xfrm>
          <a:prstGeom prst="rect">
            <a:avLst/>
          </a:prstGeom>
        </p:spPr>
        <p:txBody>
          <a:bodyPr lIns="0" tIns="370800">
            <a:noAutofit/>
          </a:bodyPr>
          <a:lstStyle>
            <a:lvl1pPr marL="0" indent="0" algn="l">
              <a:spcAft>
                <a:spcPts val="300"/>
              </a:spcAft>
              <a:buNone/>
              <a:defRPr sz="1600">
                <a:solidFill>
                  <a:schemeClr val="tx1"/>
                </a:solidFill>
              </a:defRPr>
            </a:lvl1pPr>
            <a:lvl2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1600"/>
            </a:lvl2pPr>
            <a:lvl3pPr marL="0" indent="0" algn="l">
              <a:spcAft>
                <a:spcPts val="300"/>
              </a:spcAft>
              <a:buNone/>
              <a:defRPr sz="1600"/>
            </a:lvl3pPr>
            <a:lvl4pPr marL="0" indent="0" algn="l">
              <a:buNone/>
              <a:defRPr sz="1600"/>
            </a:lvl4pPr>
            <a:lvl5pPr marL="0" indent="0" algn="l">
              <a:buNone/>
              <a:defRPr sz="1600"/>
            </a:lvl5pPr>
            <a:lvl6pPr marL="0" indent="0" algn="l">
              <a:buNone/>
              <a:defRPr sz="1600"/>
            </a:lvl6pPr>
            <a:lvl7pPr marL="0" indent="0" algn="l">
              <a:buNone/>
              <a:defRPr sz="1600"/>
            </a:lvl7pPr>
            <a:lvl8pPr marL="0" indent="0" algn="l">
              <a:buNone/>
              <a:defRPr sz="1600"/>
            </a:lvl8pPr>
            <a:lvl9pPr marL="0" indent="0" algn="l">
              <a:buNone/>
              <a:defRPr sz="1600"/>
            </a:lvl9pPr>
          </a:lstStyle>
          <a:p>
            <a:pPr lvl="0"/>
            <a:r>
              <a:rPr lang="en-US" dirty="0"/>
              <a:t>Subhead for headline size 40 </a:t>
            </a:r>
            <a:r>
              <a:rPr lang="en-US" dirty="0" err="1"/>
              <a:t>pt</a:t>
            </a:r>
            <a:endParaRPr lang="en-US" dirty="0"/>
          </a:p>
        </p:txBody>
      </p:sp>
      <p:pic>
        <p:nvPicPr>
          <p:cNvPr id="10" name="Siemens Logo">
            <a:extLst>
              <a:ext uri="{FF2B5EF4-FFF2-40B4-BE49-F238E27FC236}">
                <a16:creationId xmlns:a16="http://schemas.microsoft.com/office/drawing/2014/main" id="{9A561178-96D2-407A-94C5-91A37401F657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 bwMode="black">
          <a:xfrm>
            <a:off x="10274400" y="6364800"/>
            <a:ext cx="1512000" cy="240408"/>
          </a:xfrm>
          <a:prstGeom prst="rect">
            <a:avLst/>
          </a:prstGeom>
        </p:spPr>
      </p:pic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1498F1A9-6241-4523-AFBC-C74F3AA4AC3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black">
          <a:xfrm>
            <a:off x="1059160" y="6310800"/>
            <a:ext cx="8639240" cy="547200"/>
          </a:xfrm>
        </p:spPr>
        <p:txBody>
          <a:bodyPr/>
          <a:lstStyle/>
          <a:p>
            <a:r>
              <a:rPr lang="en-US" dirty="0"/>
              <a:t>Restricted | © Siemens 20XX | Author | Department | YYYY-MM-DD</a:t>
            </a:r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267619FE-01EE-4013-B481-A8C505C5D2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black"/>
        <p:txBody>
          <a:bodyPr/>
          <a:lstStyle/>
          <a:p>
            <a:r>
              <a:rPr lang="en-US" dirty="0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32210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3" pos="6109">
          <p15:clr>
            <a:srgbClr val="65CEFF"/>
          </p15:clr>
        </p15:guide>
        <p15:guide id="4" pos="7425">
          <p15:clr>
            <a:srgbClr val="65CEFF"/>
          </p15:clr>
        </p15:guide>
        <p15:guide id="5" orient="horz" pos="891">
          <p15:clr>
            <a:srgbClr val="65CEFF"/>
          </p15:clr>
        </p15:guide>
        <p15:guide id="6" orient="horz" pos="3658">
          <p15:clr>
            <a:srgbClr val="65CEFF"/>
          </p15:clr>
        </p15:guide>
        <p15:guide id="7" orient="horz" pos="4157">
          <p15:clr>
            <a:srgbClr val="65CEFF"/>
          </p15:clr>
        </p15:guide>
      </p15:sldGuideLst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title color 80p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lor Stage">
            <a:extLst>
              <a:ext uri="{FF2B5EF4-FFF2-40B4-BE49-F238E27FC236}">
                <a16:creationId xmlns:a16="http://schemas.microsoft.com/office/drawing/2014/main" id="{A71FD435-3CF0-4700-A204-51B8FECDB0E5}"/>
              </a:ext>
            </a:extLst>
          </p:cNvPr>
          <p:cNvSpPr/>
          <p:nvPr userDrawn="1"/>
        </p:nvSpPr>
        <p:spPr bwMode="hidden">
          <a:xfrm>
            <a:off x="0" y="0"/>
            <a:ext cx="12192000" cy="6166800"/>
          </a:xfrm>
          <a:prstGeom prst="rect">
            <a:avLst/>
          </a:prstGeom>
          <a:solidFill>
            <a:srgbClr val="00FFB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 anchorCtr="0"/>
          <a:lstStyle/>
          <a:p>
            <a:pPr algn="l"/>
            <a:endParaRPr lang="en-US" dirty="0"/>
          </a:p>
        </p:txBody>
      </p:sp>
      <p:sp>
        <p:nvSpPr>
          <p:cNvPr id="4" name="Title">
            <a:extLst>
              <a:ext uri="{FF2B5EF4-FFF2-40B4-BE49-F238E27FC236}">
                <a16:creationId xmlns:a16="http://schemas.microsoft.com/office/drawing/2014/main" id="{B3CAAA86-26BD-41E0-A26A-7AF592C3A3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410400" y="1414463"/>
            <a:ext cx="11376788" cy="2462213"/>
          </a:xfrm>
          <a:noFill/>
        </p:spPr>
        <p:txBody>
          <a:bodyPr rIns="0" bIns="0" anchor="b" anchorCtr="0">
            <a:spAutoFit/>
          </a:bodyPr>
          <a:lstStyle>
            <a:lvl1pPr marL="0">
              <a:lnSpc>
                <a:spcPct val="100000"/>
              </a:lnSpc>
              <a:defRPr sz="8000" b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Chapter divider, </a:t>
            </a:r>
            <a:br>
              <a:rPr lang="en-US" dirty="0"/>
            </a:br>
            <a:r>
              <a:rPr lang="en-US" dirty="0"/>
              <a:t>Arial Regular, 80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3" name="Subhead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411163" y="3876675"/>
            <a:ext cx="9288000" cy="1930399"/>
          </a:xfrm>
          <a:prstGeom prst="rect">
            <a:avLst/>
          </a:prstGeom>
        </p:spPr>
        <p:txBody>
          <a:bodyPr lIns="0" tIns="370800">
            <a:noAutofit/>
          </a:bodyPr>
          <a:lstStyle>
            <a:lvl1pPr marL="0" indent="0" algn="l">
              <a:spcAft>
                <a:spcPts val="300"/>
              </a:spcAft>
              <a:buNone/>
              <a:defRPr sz="3200">
                <a:solidFill>
                  <a:schemeClr val="tx2"/>
                </a:solidFill>
              </a:defRPr>
            </a:lvl1pPr>
            <a:lvl2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2400"/>
            </a:lvl2pPr>
            <a:lvl3pPr marL="0" indent="0" algn="l">
              <a:spcAft>
                <a:spcPts val="300"/>
              </a:spcAft>
              <a:buNone/>
              <a:defRPr sz="1600"/>
            </a:lvl3pPr>
            <a:lvl4pPr marL="0" indent="0" algn="l">
              <a:buNone/>
              <a:defRPr sz="1600"/>
            </a:lvl4pPr>
            <a:lvl5pPr marL="0" indent="0" algn="l">
              <a:buNone/>
              <a:defRPr sz="1600"/>
            </a:lvl5pPr>
            <a:lvl6pPr marL="0" indent="0" algn="l">
              <a:buNone/>
              <a:defRPr sz="1600"/>
            </a:lvl6pPr>
            <a:lvl7pPr marL="0" indent="0" algn="l">
              <a:buNone/>
              <a:defRPr sz="1600"/>
            </a:lvl7pPr>
            <a:lvl8pPr marL="0" indent="0" algn="l">
              <a:buNone/>
              <a:defRPr sz="1600"/>
            </a:lvl8pPr>
            <a:lvl9pPr marL="0" indent="0" algn="l">
              <a:buNone/>
              <a:defRPr sz="1600"/>
            </a:lvl9pPr>
          </a:lstStyle>
          <a:p>
            <a:r>
              <a:rPr lang="en-US" dirty="0"/>
              <a:t>Subhead for headline size 80 </a:t>
            </a:r>
            <a:r>
              <a:rPr lang="en-US" dirty="0" err="1"/>
              <a:t>pt</a:t>
            </a:r>
            <a:endParaRPr lang="en-US" dirty="0"/>
          </a:p>
        </p:txBody>
      </p:sp>
      <p:pic>
        <p:nvPicPr>
          <p:cNvPr id="9" name="Siemens Logo">
            <a:extLst>
              <a:ext uri="{FF2B5EF4-FFF2-40B4-BE49-F238E27FC236}">
                <a16:creationId xmlns:a16="http://schemas.microsoft.com/office/drawing/2014/main" id="{BDD73C6A-6099-483E-9C34-F604024F2575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 bwMode="black">
          <a:xfrm>
            <a:off x="10274400" y="6364800"/>
            <a:ext cx="1512000" cy="240408"/>
          </a:xfrm>
          <a:prstGeom prst="rect">
            <a:avLst/>
          </a:prstGeom>
        </p:spPr>
      </p:pic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EDBCA456-A643-45C8-9383-5A06099EB62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black">
          <a:xfrm>
            <a:off x="1059160" y="6310800"/>
            <a:ext cx="8640003" cy="547200"/>
          </a:xfrm>
        </p:spPr>
        <p:txBody>
          <a:bodyPr/>
          <a:lstStyle/>
          <a:p>
            <a:r>
              <a:rPr lang="en-US" dirty="0"/>
              <a:t>Restricted | © Siemens 20XX | Author | Department | YYYY-MM-DD</a:t>
            </a:r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5B05DC85-FD3C-4245-83A1-F6197CB9E0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black"/>
        <p:txBody>
          <a:bodyPr/>
          <a:lstStyle/>
          <a:p>
            <a:r>
              <a:rPr lang="en-US" dirty="0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315465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3" pos="6109">
          <p15:clr>
            <a:srgbClr val="65CEFF"/>
          </p15:clr>
        </p15:guide>
        <p15:guide id="4" pos="7425">
          <p15:clr>
            <a:srgbClr val="65CEFF"/>
          </p15:clr>
        </p15:guide>
        <p15:guide id="5" orient="horz" pos="891">
          <p15:clr>
            <a:srgbClr val="65CEFF"/>
          </p15:clr>
        </p15:guide>
        <p15:guide id="6" orient="horz" pos="3658">
          <p15:clr>
            <a:srgbClr val="65CEFF"/>
          </p15:clr>
        </p15:guide>
        <p15:guide id="7" orient="horz" pos="4157">
          <p15:clr>
            <a:srgbClr val="65CEFF"/>
          </p15:clr>
        </p15:guide>
      </p15:sldGuideLst>
    </p:ext>
  </p:extLs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title color 60p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lor Stage">
            <a:extLst>
              <a:ext uri="{FF2B5EF4-FFF2-40B4-BE49-F238E27FC236}">
                <a16:creationId xmlns:a16="http://schemas.microsoft.com/office/drawing/2014/main" id="{A236A90B-8F03-45C0-87DD-5479E8376B64}"/>
              </a:ext>
            </a:extLst>
          </p:cNvPr>
          <p:cNvSpPr/>
          <p:nvPr userDrawn="1"/>
        </p:nvSpPr>
        <p:spPr bwMode="hidden">
          <a:xfrm>
            <a:off x="0" y="0"/>
            <a:ext cx="12192000" cy="6166800"/>
          </a:xfrm>
          <a:prstGeom prst="rect">
            <a:avLst/>
          </a:prstGeom>
          <a:solidFill>
            <a:srgbClr val="00E6D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 anchorCtr="0"/>
          <a:lstStyle/>
          <a:p>
            <a:pPr algn="l"/>
            <a:endParaRPr lang="en-US" dirty="0"/>
          </a:p>
        </p:txBody>
      </p:sp>
      <p:sp>
        <p:nvSpPr>
          <p:cNvPr id="4" name="Title">
            <a:extLst>
              <a:ext uri="{FF2B5EF4-FFF2-40B4-BE49-F238E27FC236}">
                <a16:creationId xmlns:a16="http://schemas.microsoft.com/office/drawing/2014/main" id="{B3CAAA86-26BD-41E0-A26A-7AF592C3A3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410400" y="1414463"/>
            <a:ext cx="11376788" cy="2769989"/>
          </a:xfrm>
          <a:noFill/>
        </p:spPr>
        <p:txBody>
          <a:bodyPr rIns="0" bIns="0" anchor="b" anchorCtr="0">
            <a:spAutoFit/>
          </a:bodyPr>
          <a:lstStyle>
            <a:lvl1pPr marL="0">
              <a:lnSpc>
                <a:spcPct val="100000"/>
              </a:lnSpc>
              <a:defRPr sz="6000" b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Chapter divider, </a:t>
            </a:r>
            <a:br>
              <a:rPr lang="en-US" dirty="0"/>
            </a:br>
            <a:r>
              <a:rPr lang="en-US" dirty="0"/>
              <a:t>Arial Regular, 60 </a:t>
            </a:r>
            <a:r>
              <a:rPr lang="en-US" dirty="0" err="1"/>
              <a:t>pt</a:t>
            </a:r>
            <a:br>
              <a:rPr lang="en-US" dirty="0"/>
            </a:br>
            <a:r>
              <a:rPr lang="en-US" dirty="0"/>
              <a:t>3 lines</a:t>
            </a:r>
          </a:p>
        </p:txBody>
      </p:sp>
      <p:sp>
        <p:nvSpPr>
          <p:cNvPr id="3" name="Subhead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411163" y="4184452"/>
            <a:ext cx="9288000" cy="1622622"/>
          </a:xfrm>
          <a:prstGeom prst="rect">
            <a:avLst/>
          </a:prstGeom>
        </p:spPr>
        <p:txBody>
          <a:bodyPr lIns="0" tIns="370800">
            <a:noAutofit/>
          </a:bodyPr>
          <a:lstStyle>
            <a:lvl1pPr marL="0" indent="0" algn="l">
              <a:spcAft>
                <a:spcPts val="300"/>
              </a:spcAft>
              <a:buNone/>
              <a:defRPr sz="2400">
                <a:solidFill>
                  <a:schemeClr val="tx2"/>
                </a:solidFill>
              </a:defRPr>
            </a:lvl1pPr>
            <a:lvl2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2400"/>
            </a:lvl2pPr>
            <a:lvl3pPr marL="0" indent="0" algn="l">
              <a:spcAft>
                <a:spcPts val="300"/>
              </a:spcAft>
              <a:buNone/>
              <a:defRPr sz="1600"/>
            </a:lvl3pPr>
            <a:lvl4pPr marL="0" indent="0" algn="l">
              <a:buNone/>
              <a:defRPr sz="1600"/>
            </a:lvl4pPr>
            <a:lvl5pPr marL="0" indent="0" algn="l">
              <a:buNone/>
              <a:defRPr sz="1600"/>
            </a:lvl5pPr>
            <a:lvl6pPr marL="0" indent="0" algn="l">
              <a:buNone/>
              <a:defRPr sz="1600"/>
            </a:lvl6pPr>
            <a:lvl7pPr marL="0" indent="0" algn="l">
              <a:buNone/>
              <a:defRPr sz="1600"/>
            </a:lvl7pPr>
            <a:lvl8pPr marL="0" indent="0" algn="l">
              <a:buNone/>
              <a:defRPr sz="1600"/>
            </a:lvl8pPr>
            <a:lvl9pPr marL="0" indent="0" algn="l">
              <a:buNone/>
              <a:defRPr sz="1600"/>
            </a:lvl9pPr>
          </a:lstStyle>
          <a:p>
            <a:pPr lvl="0"/>
            <a:r>
              <a:rPr lang="en-US" dirty="0"/>
              <a:t>Subhead for headline size 60 </a:t>
            </a:r>
            <a:r>
              <a:rPr lang="en-US" dirty="0" err="1"/>
              <a:t>pt</a:t>
            </a:r>
            <a:endParaRPr lang="en-US" dirty="0"/>
          </a:p>
        </p:txBody>
      </p:sp>
      <p:pic>
        <p:nvPicPr>
          <p:cNvPr id="7" name="Siemens Logo">
            <a:extLst>
              <a:ext uri="{FF2B5EF4-FFF2-40B4-BE49-F238E27FC236}">
                <a16:creationId xmlns:a16="http://schemas.microsoft.com/office/drawing/2014/main" id="{ECFA8B97-DE99-4B15-8C8C-3748FA022B72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 bwMode="black">
          <a:xfrm>
            <a:off x="10274400" y="6364800"/>
            <a:ext cx="1512000" cy="240408"/>
          </a:xfrm>
          <a:prstGeom prst="rect">
            <a:avLst/>
          </a:prstGeom>
        </p:spPr>
      </p:pic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21031E7D-E514-484A-9CCD-52A9C222226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black">
          <a:xfrm>
            <a:off x="1059160" y="6310800"/>
            <a:ext cx="8640003" cy="5472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Restricted | © Siemens 20XX | Author | Department | YYYY-MM-DD</a:t>
            </a:r>
            <a:endParaRPr lang="en-US" dirty="0"/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447F428C-5AA7-413C-A721-B7AADDF8B4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black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704355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3" pos="6109">
          <p15:clr>
            <a:srgbClr val="65CEFF"/>
          </p15:clr>
        </p15:guide>
        <p15:guide id="4" pos="7425">
          <p15:clr>
            <a:srgbClr val="65CEFF"/>
          </p15:clr>
        </p15:guide>
        <p15:guide id="5" orient="horz" pos="891">
          <p15:clr>
            <a:srgbClr val="65CEFF"/>
          </p15:clr>
        </p15:guide>
        <p15:guide id="6" orient="horz" pos="3658">
          <p15:clr>
            <a:srgbClr val="65CEFF"/>
          </p15:clr>
        </p15:guide>
        <p15:guide id="7" orient="horz" pos="4157">
          <p15:clr>
            <a:srgbClr val="65CEFF"/>
          </p15:clr>
        </p15:guide>
      </p15:sldGuideLst>
    </p:ext>
  </p:extLs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title color 40p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lor Stage">
            <a:extLst>
              <a:ext uri="{FF2B5EF4-FFF2-40B4-BE49-F238E27FC236}">
                <a16:creationId xmlns:a16="http://schemas.microsoft.com/office/drawing/2014/main" id="{40C63E25-48A4-43B2-BEE6-D2FE79309C83}"/>
              </a:ext>
            </a:extLst>
          </p:cNvPr>
          <p:cNvSpPr/>
          <p:nvPr userDrawn="1"/>
        </p:nvSpPr>
        <p:spPr bwMode="hidden">
          <a:xfrm>
            <a:off x="0" y="0"/>
            <a:ext cx="12192000" cy="6166800"/>
          </a:xfrm>
          <a:prstGeom prst="rect">
            <a:avLst/>
          </a:prstGeom>
          <a:gradFill>
            <a:gsLst>
              <a:gs pos="40000">
                <a:srgbClr val="00FFB9"/>
              </a:gs>
              <a:gs pos="100000">
                <a:srgbClr val="00E6DC"/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 anchorCtr="0"/>
          <a:lstStyle/>
          <a:p>
            <a:pPr algn="l"/>
            <a:endParaRPr lang="en-EN" dirty="0"/>
          </a:p>
        </p:txBody>
      </p:sp>
      <p:sp>
        <p:nvSpPr>
          <p:cNvPr id="9" name="Color Stage">
            <a:extLst>
              <a:ext uri="{FF2B5EF4-FFF2-40B4-BE49-F238E27FC236}">
                <a16:creationId xmlns:a16="http://schemas.microsoft.com/office/drawing/2014/main" id="{0C524D66-9942-450A-A90F-E7A0CC42EC73}"/>
              </a:ext>
            </a:extLst>
          </p:cNvPr>
          <p:cNvSpPr/>
          <p:nvPr userDrawn="1"/>
        </p:nvSpPr>
        <p:spPr>
          <a:xfrm>
            <a:off x="0" y="1414463"/>
            <a:ext cx="12192000" cy="4752337"/>
          </a:xfrm>
          <a:prstGeom prst="rect">
            <a:avLst/>
          </a:prstGeom>
          <a:gradFill flip="none" rotWithShape="1">
            <a:gsLst>
              <a:gs pos="0">
                <a:srgbClr val="00FFB9"/>
              </a:gs>
              <a:gs pos="100000">
                <a:schemeClr val="bg2">
                  <a:alpha val="0"/>
                </a:schemeClr>
              </a:gs>
              <a:gs pos="40000">
                <a:srgbClr val="00FFB9">
                  <a:alpha val="50000"/>
                </a:srgbClr>
              </a:gs>
            </a:gsLst>
            <a:lin ang="16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 anchorCtr="0"/>
          <a:lstStyle/>
          <a:p>
            <a:pPr algn="l"/>
            <a:endParaRPr lang="de-DE" dirty="0"/>
          </a:p>
        </p:txBody>
      </p:sp>
      <p:sp>
        <p:nvSpPr>
          <p:cNvPr id="4" name="Title">
            <a:extLst>
              <a:ext uri="{FF2B5EF4-FFF2-40B4-BE49-F238E27FC236}">
                <a16:creationId xmlns:a16="http://schemas.microsoft.com/office/drawing/2014/main" id="{B3CAAA86-26BD-41E0-A26A-7AF592C3A3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410400" y="1414464"/>
            <a:ext cx="11376788" cy="2462213"/>
          </a:xfrm>
          <a:noFill/>
        </p:spPr>
        <p:txBody>
          <a:bodyPr wrap="square" rIns="0" bIns="0" anchor="b" anchorCtr="0">
            <a:spAutoFit/>
          </a:bodyPr>
          <a:lstStyle>
            <a:lvl1pPr marL="0">
              <a:lnSpc>
                <a:spcPct val="100000"/>
              </a:lnSpc>
              <a:defRPr sz="4000" b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Chapter divider, </a:t>
            </a:r>
            <a:br>
              <a:rPr lang="en-US" dirty="0"/>
            </a:br>
            <a:r>
              <a:rPr lang="en-US" dirty="0"/>
              <a:t>Arial Regular, 40 </a:t>
            </a:r>
            <a:r>
              <a:rPr lang="en-US" dirty="0" err="1"/>
              <a:t>pt</a:t>
            </a:r>
            <a:r>
              <a:rPr lang="en-US" dirty="0"/>
              <a:t>, </a:t>
            </a:r>
            <a:br>
              <a:rPr lang="en-US" dirty="0"/>
            </a:br>
            <a:r>
              <a:rPr lang="en-US" dirty="0"/>
              <a:t>extra long headlines,</a:t>
            </a:r>
            <a:br>
              <a:rPr lang="en-US" dirty="0"/>
            </a:br>
            <a:r>
              <a:rPr lang="en-US" dirty="0"/>
              <a:t>4 lines</a:t>
            </a:r>
          </a:p>
        </p:txBody>
      </p:sp>
      <p:sp>
        <p:nvSpPr>
          <p:cNvPr id="3" name="Subhead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411163" y="3876677"/>
            <a:ext cx="9288000" cy="1930121"/>
          </a:xfrm>
          <a:prstGeom prst="rect">
            <a:avLst/>
          </a:prstGeom>
        </p:spPr>
        <p:txBody>
          <a:bodyPr lIns="0" tIns="370800">
            <a:noAutofit/>
          </a:bodyPr>
          <a:lstStyle>
            <a:lvl1pPr marL="0" indent="0" algn="l">
              <a:spcAft>
                <a:spcPts val="300"/>
              </a:spcAft>
              <a:buNone/>
              <a:defRPr sz="1600">
                <a:solidFill>
                  <a:schemeClr val="tx2"/>
                </a:solidFill>
              </a:defRPr>
            </a:lvl1pPr>
            <a:lvl2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1600"/>
            </a:lvl2pPr>
            <a:lvl3pPr marL="0" indent="0" algn="l">
              <a:spcAft>
                <a:spcPts val="300"/>
              </a:spcAft>
              <a:buNone/>
              <a:defRPr sz="1600"/>
            </a:lvl3pPr>
            <a:lvl4pPr marL="0" indent="0" algn="l">
              <a:buNone/>
              <a:defRPr sz="1600"/>
            </a:lvl4pPr>
            <a:lvl5pPr marL="0" indent="0" algn="l">
              <a:buNone/>
              <a:defRPr sz="1600"/>
            </a:lvl5pPr>
            <a:lvl6pPr marL="0" indent="0" algn="l">
              <a:buNone/>
              <a:defRPr sz="1600"/>
            </a:lvl6pPr>
            <a:lvl7pPr marL="0" indent="0" algn="l">
              <a:buNone/>
              <a:defRPr sz="1600"/>
            </a:lvl7pPr>
            <a:lvl8pPr marL="0" indent="0" algn="l">
              <a:buNone/>
              <a:defRPr sz="1600"/>
            </a:lvl8pPr>
            <a:lvl9pPr marL="0" indent="0" algn="l">
              <a:buNone/>
              <a:defRPr sz="1600"/>
            </a:lvl9pPr>
          </a:lstStyle>
          <a:p>
            <a:pPr lvl="0"/>
            <a:r>
              <a:rPr lang="en-US" dirty="0"/>
              <a:t>Subhead for headline size 40 </a:t>
            </a:r>
            <a:r>
              <a:rPr lang="en-US" dirty="0" err="1"/>
              <a:t>pt</a:t>
            </a:r>
            <a:endParaRPr lang="en-US" dirty="0"/>
          </a:p>
        </p:txBody>
      </p:sp>
      <p:pic>
        <p:nvPicPr>
          <p:cNvPr id="7" name="Siemens Logo">
            <a:extLst>
              <a:ext uri="{FF2B5EF4-FFF2-40B4-BE49-F238E27FC236}">
                <a16:creationId xmlns:a16="http://schemas.microsoft.com/office/drawing/2014/main" id="{CCD0B8A8-7DE9-432C-82EA-6468E4BB565F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 bwMode="black">
          <a:xfrm>
            <a:off x="10274400" y="6364800"/>
            <a:ext cx="1512000" cy="240408"/>
          </a:xfrm>
          <a:prstGeom prst="rect">
            <a:avLst/>
          </a:prstGeom>
        </p:spPr>
      </p:pic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1498F1A9-6241-4523-AFBC-C74F3AA4AC3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black">
          <a:xfrm>
            <a:off x="1059160" y="6310800"/>
            <a:ext cx="8639240" cy="547200"/>
          </a:xfrm>
        </p:spPr>
        <p:txBody>
          <a:bodyPr/>
          <a:lstStyle/>
          <a:p>
            <a:r>
              <a:rPr lang="en-US" dirty="0"/>
              <a:t>Restricted | © Siemens 20XX | Author | Department | YYYY-MM-DD</a:t>
            </a:r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267619FE-01EE-4013-B481-A8C505C5D2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black"/>
        <p:txBody>
          <a:bodyPr/>
          <a:lstStyle/>
          <a:p>
            <a:r>
              <a:rPr lang="en-US" dirty="0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138314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3" pos="6109">
          <p15:clr>
            <a:srgbClr val="65CEFF"/>
          </p15:clr>
        </p15:guide>
        <p15:guide id="4" pos="7425">
          <p15:clr>
            <a:srgbClr val="65CEFF"/>
          </p15:clr>
        </p15:guide>
        <p15:guide id="5" orient="horz" pos="891">
          <p15:clr>
            <a:srgbClr val="65CEFF"/>
          </p15:clr>
        </p15:guide>
        <p15:guide id="6" orient="horz" pos="3658">
          <p15:clr>
            <a:srgbClr val="65CEFF"/>
          </p15:clr>
        </p15:guide>
        <p15:guide id="7" orient="horz" pos="4157">
          <p15:clr>
            <a:srgbClr val="65CEFF"/>
          </p15:clr>
        </p15:guide>
      </p15:sldGuideLst>
    </p:ext>
  </p:extLs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title light 80p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B3CAAA86-26BD-41E0-A26A-7AF592C3A3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410400" y="1414463"/>
            <a:ext cx="11376788" cy="2462213"/>
          </a:xfrm>
          <a:noFill/>
        </p:spPr>
        <p:txBody>
          <a:bodyPr rIns="0" bIns="0" anchor="b" anchorCtr="0">
            <a:spAutoFit/>
          </a:bodyPr>
          <a:lstStyle>
            <a:lvl1pPr marL="0">
              <a:lnSpc>
                <a:spcPct val="100000"/>
              </a:lnSpc>
              <a:defRPr sz="8000" b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Chapter divider, </a:t>
            </a:r>
            <a:br>
              <a:rPr lang="en-US" dirty="0"/>
            </a:br>
            <a:r>
              <a:rPr lang="en-US" dirty="0"/>
              <a:t>Arial Regular, 80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3" name="Subhead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411163" y="3876677"/>
            <a:ext cx="9288000" cy="1930398"/>
          </a:xfrm>
          <a:prstGeom prst="rect">
            <a:avLst/>
          </a:prstGeom>
        </p:spPr>
        <p:txBody>
          <a:bodyPr lIns="0" tIns="370800">
            <a:noAutofit/>
          </a:bodyPr>
          <a:lstStyle>
            <a:lvl1pPr marL="0" indent="0" algn="l">
              <a:spcAft>
                <a:spcPts val="300"/>
              </a:spcAft>
              <a:buNone/>
              <a:defRPr sz="3200">
                <a:solidFill>
                  <a:schemeClr val="tx2"/>
                </a:solidFill>
              </a:defRPr>
            </a:lvl1pPr>
            <a:lvl2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2400"/>
            </a:lvl2pPr>
            <a:lvl3pPr marL="0" indent="0" algn="l">
              <a:spcAft>
                <a:spcPts val="300"/>
              </a:spcAft>
              <a:buNone/>
              <a:defRPr sz="1600"/>
            </a:lvl3pPr>
            <a:lvl4pPr marL="0" indent="0" algn="l">
              <a:buNone/>
              <a:defRPr sz="1600"/>
            </a:lvl4pPr>
            <a:lvl5pPr marL="0" indent="0" algn="l">
              <a:buNone/>
              <a:defRPr sz="1600"/>
            </a:lvl5pPr>
            <a:lvl6pPr marL="0" indent="0" algn="l">
              <a:buNone/>
              <a:defRPr sz="1600"/>
            </a:lvl6pPr>
            <a:lvl7pPr marL="0" indent="0" algn="l">
              <a:buNone/>
              <a:defRPr sz="1600"/>
            </a:lvl7pPr>
            <a:lvl8pPr marL="0" indent="0" algn="l">
              <a:buNone/>
              <a:defRPr sz="1600"/>
            </a:lvl8pPr>
            <a:lvl9pPr marL="0" indent="0" algn="l">
              <a:buNone/>
              <a:defRPr sz="1600"/>
            </a:lvl9pPr>
          </a:lstStyle>
          <a:p>
            <a:r>
              <a:rPr lang="en-US" dirty="0"/>
              <a:t>Subhead for headline size 80 </a:t>
            </a:r>
            <a:r>
              <a:rPr lang="en-US" dirty="0" err="1"/>
              <a:t>pt</a:t>
            </a:r>
            <a:endParaRPr lang="en-US" dirty="0"/>
          </a:p>
        </p:txBody>
      </p:sp>
      <p:pic>
        <p:nvPicPr>
          <p:cNvPr id="7" name="Siemens Logo">
            <a:extLst>
              <a:ext uri="{FF2B5EF4-FFF2-40B4-BE49-F238E27FC236}">
                <a16:creationId xmlns:a16="http://schemas.microsoft.com/office/drawing/2014/main" id="{4FC1DCA2-253A-4E87-91E4-D402488C8D7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 bwMode="black">
          <a:xfrm>
            <a:off x="10274400" y="6364800"/>
            <a:ext cx="1512000" cy="240408"/>
          </a:xfrm>
          <a:prstGeom prst="rect">
            <a:avLst/>
          </a:prstGeom>
        </p:spPr>
      </p:pic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EDBCA456-A643-45C8-9383-5A06099EB62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black">
          <a:xfrm>
            <a:off x="1059160" y="6310800"/>
            <a:ext cx="8640003" cy="5472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Restricted | © Siemens 20XX | Author | Department | YYYY-MM-DD</a:t>
            </a:r>
            <a:endParaRPr lang="en-US" dirty="0"/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5B05DC85-FD3C-4245-83A1-F6197CB9E0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black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511108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3" pos="6109">
          <p15:clr>
            <a:srgbClr val="65CEFF"/>
          </p15:clr>
        </p15:guide>
        <p15:guide id="4" pos="7425">
          <p15:clr>
            <a:srgbClr val="65CEFF"/>
          </p15:clr>
        </p15:guide>
        <p15:guide id="5" orient="horz" pos="891">
          <p15:clr>
            <a:srgbClr val="65CEFF"/>
          </p15:clr>
        </p15:guide>
        <p15:guide id="6" orient="horz" pos="3658">
          <p15:clr>
            <a:srgbClr val="65CEFF"/>
          </p15:clr>
        </p15:guide>
        <p15:guide id="7" orient="horz" pos="4157">
          <p15:clr>
            <a:srgbClr val="65CEFF"/>
          </p15:clr>
        </p15:guide>
      </p15:sldGuideLst>
    </p:ext>
  </p:extLs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title light 60p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B3CAAA86-26BD-41E0-A26A-7AF592C3A3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410400" y="1414463"/>
            <a:ext cx="11376788" cy="2769989"/>
          </a:xfrm>
          <a:noFill/>
        </p:spPr>
        <p:txBody>
          <a:bodyPr rIns="0" bIns="0" anchor="b" anchorCtr="0">
            <a:spAutoFit/>
          </a:bodyPr>
          <a:lstStyle>
            <a:lvl1pPr marL="0">
              <a:lnSpc>
                <a:spcPct val="100000"/>
              </a:lnSpc>
              <a:defRPr sz="6000" b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Chapter divider, </a:t>
            </a:r>
            <a:br>
              <a:rPr lang="en-US" dirty="0"/>
            </a:br>
            <a:r>
              <a:rPr lang="en-US" dirty="0"/>
              <a:t>Arial Regular, 60 </a:t>
            </a:r>
            <a:r>
              <a:rPr lang="en-US" dirty="0" err="1"/>
              <a:t>pt</a:t>
            </a:r>
            <a:br>
              <a:rPr lang="en-US" dirty="0"/>
            </a:br>
            <a:r>
              <a:rPr lang="en-US" dirty="0"/>
              <a:t>3 lines</a:t>
            </a:r>
          </a:p>
        </p:txBody>
      </p:sp>
      <p:sp>
        <p:nvSpPr>
          <p:cNvPr id="3" name="Subhead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411163" y="4184451"/>
            <a:ext cx="9288000" cy="1622623"/>
          </a:xfrm>
          <a:prstGeom prst="rect">
            <a:avLst/>
          </a:prstGeom>
        </p:spPr>
        <p:txBody>
          <a:bodyPr lIns="0" tIns="370800">
            <a:noAutofit/>
          </a:bodyPr>
          <a:lstStyle>
            <a:lvl1pPr marL="0" indent="0" algn="l">
              <a:spcAft>
                <a:spcPts val="300"/>
              </a:spcAft>
              <a:buNone/>
              <a:defRPr sz="2400">
                <a:solidFill>
                  <a:schemeClr val="tx2"/>
                </a:solidFill>
              </a:defRPr>
            </a:lvl1pPr>
            <a:lvl2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2400"/>
            </a:lvl2pPr>
            <a:lvl3pPr marL="0" indent="0" algn="l">
              <a:spcAft>
                <a:spcPts val="300"/>
              </a:spcAft>
              <a:buNone/>
              <a:defRPr sz="1600"/>
            </a:lvl3pPr>
            <a:lvl4pPr marL="0" indent="0" algn="l">
              <a:buNone/>
              <a:defRPr sz="1600"/>
            </a:lvl4pPr>
            <a:lvl5pPr marL="0" indent="0" algn="l">
              <a:buNone/>
              <a:defRPr sz="1600"/>
            </a:lvl5pPr>
            <a:lvl6pPr marL="0" indent="0" algn="l">
              <a:buNone/>
              <a:defRPr sz="1600"/>
            </a:lvl6pPr>
            <a:lvl7pPr marL="0" indent="0" algn="l">
              <a:buNone/>
              <a:defRPr sz="1600"/>
            </a:lvl7pPr>
            <a:lvl8pPr marL="0" indent="0" algn="l">
              <a:buNone/>
              <a:defRPr sz="1600"/>
            </a:lvl8pPr>
            <a:lvl9pPr marL="0" indent="0" algn="l">
              <a:buNone/>
              <a:defRPr sz="1600"/>
            </a:lvl9pPr>
          </a:lstStyle>
          <a:p>
            <a:pPr lvl="0"/>
            <a:r>
              <a:rPr lang="en-US" dirty="0"/>
              <a:t>Subhead for headline size 60 </a:t>
            </a:r>
            <a:r>
              <a:rPr lang="en-US" dirty="0" err="1"/>
              <a:t>pt</a:t>
            </a:r>
            <a:endParaRPr lang="en-US" dirty="0"/>
          </a:p>
        </p:txBody>
      </p:sp>
      <p:pic>
        <p:nvPicPr>
          <p:cNvPr id="7" name="Siemens Logo">
            <a:extLst>
              <a:ext uri="{FF2B5EF4-FFF2-40B4-BE49-F238E27FC236}">
                <a16:creationId xmlns:a16="http://schemas.microsoft.com/office/drawing/2014/main" id="{3543E2CC-A901-4194-A712-51CE520302B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 bwMode="black">
          <a:xfrm>
            <a:off x="10274400" y="6364800"/>
            <a:ext cx="1512000" cy="240408"/>
          </a:xfrm>
          <a:prstGeom prst="rect">
            <a:avLst/>
          </a:prstGeom>
        </p:spPr>
      </p:pic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21031E7D-E514-484A-9CCD-52A9C222226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black">
          <a:xfrm>
            <a:off x="1059160" y="6310800"/>
            <a:ext cx="8640003" cy="5472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Restricted | © Siemens 20XX | Author | Department | YYYY-MM-DD</a:t>
            </a:r>
            <a:endParaRPr lang="en-US" dirty="0"/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447F428C-5AA7-413C-A721-B7AADDF8B4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black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390226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3" pos="6109">
          <p15:clr>
            <a:srgbClr val="65CEFF"/>
          </p15:clr>
        </p15:guide>
        <p15:guide id="4" pos="7425">
          <p15:clr>
            <a:srgbClr val="65CEFF"/>
          </p15:clr>
        </p15:guide>
        <p15:guide id="5" orient="horz" pos="891">
          <p15:clr>
            <a:srgbClr val="65CEFF"/>
          </p15:clr>
        </p15:guide>
        <p15:guide id="6" orient="horz" pos="3658">
          <p15:clr>
            <a:srgbClr val="65CEFF"/>
          </p15:clr>
        </p15:guide>
        <p15:guide id="7" orient="horz" pos="4157">
          <p15:clr>
            <a:srgbClr val="65CEFF"/>
          </p15:clr>
        </p15:guide>
      </p15:sldGuideLst>
    </p:ext>
  </p:extLs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title light 40p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B3CAAA86-26BD-41E0-A26A-7AF592C3A3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410399" y="1414463"/>
            <a:ext cx="11370437" cy="2462213"/>
          </a:xfrm>
          <a:noFill/>
        </p:spPr>
        <p:txBody>
          <a:bodyPr wrap="square" rIns="0" bIns="0" anchor="b" anchorCtr="0">
            <a:spAutoFit/>
          </a:bodyPr>
          <a:lstStyle>
            <a:lvl1pPr marL="0">
              <a:lnSpc>
                <a:spcPct val="100000"/>
              </a:lnSpc>
              <a:defRPr sz="4000" b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Chapter divider, </a:t>
            </a:r>
            <a:br>
              <a:rPr lang="en-US" dirty="0"/>
            </a:br>
            <a:r>
              <a:rPr lang="en-US" dirty="0"/>
              <a:t>Arial Regular, 40 </a:t>
            </a:r>
            <a:r>
              <a:rPr lang="en-US" dirty="0" err="1"/>
              <a:t>pt</a:t>
            </a:r>
            <a:r>
              <a:rPr lang="en-US" dirty="0"/>
              <a:t>, </a:t>
            </a:r>
            <a:br>
              <a:rPr lang="en-US" dirty="0"/>
            </a:br>
            <a:r>
              <a:rPr lang="en-US" dirty="0"/>
              <a:t>extra long headlines,</a:t>
            </a:r>
            <a:br>
              <a:rPr lang="en-US" dirty="0"/>
            </a:br>
            <a:r>
              <a:rPr lang="en-US" dirty="0"/>
              <a:t>4 lines</a:t>
            </a:r>
          </a:p>
        </p:txBody>
      </p:sp>
      <p:sp>
        <p:nvSpPr>
          <p:cNvPr id="3" name="Subhead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411163" y="3876675"/>
            <a:ext cx="9288000" cy="1930123"/>
          </a:xfrm>
          <a:prstGeom prst="rect">
            <a:avLst/>
          </a:prstGeom>
        </p:spPr>
        <p:txBody>
          <a:bodyPr lIns="0" tIns="370800">
            <a:noAutofit/>
          </a:bodyPr>
          <a:lstStyle>
            <a:lvl1pPr marL="0" indent="0" algn="l">
              <a:spcAft>
                <a:spcPts val="300"/>
              </a:spcAft>
              <a:buNone/>
              <a:defRPr sz="1600">
                <a:solidFill>
                  <a:schemeClr val="tx2"/>
                </a:solidFill>
              </a:defRPr>
            </a:lvl1pPr>
            <a:lvl2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1600"/>
            </a:lvl2pPr>
            <a:lvl3pPr marL="0" indent="0" algn="l">
              <a:spcAft>
                <a:spcPts val="300"/>
              </a:spcAft>
              <a:buNone/>
              <a:defRPr sz="1600"/>
            </a:lvl3pPr>
            <a:lvl4pPr marL="0" indent="0" algn="l">
              <a:buNone/>
              <a:defRPr sz="1600"/>
            </a:lvl4pPr>
            <a:lvl5pPr marL="0" indent="0" algn="l">
              <a:buNone/>
              <a:defRPr sz="1600"/>
            </a:lvl5pPr>
            <a:lvl6pPr marL="0" indent="0" algn="l">
              <a:buNone/>
              <a:defRPr sz="1600"/>
            </a:lvl6pPr>
            <a:lvl7pPr marL="0" indent="0" algn="l">
              <a:buNone/>
              <a:defRPr sz="1600"/>
            </a:lvl7pPr>
            <a:lvl8pPr marL="0" indent="0" algn="l">
              <a:buNone/>
              <a:defRPr sz="1600"/>
            </a:lvl8pPr>
            <a:lvl9pPr marL="0" indent="0" algn="l">
              <a:buNone/>
              <a:defRPr sz="1600"/>
            </a:lvl9pPr>
          </a:lstStyle>
          <a:p>
            <a:pPr lvl="0"/>
            <a:r>
              <a:rPr lang="en-US" dirty="0"/>
              <a:t>Subhead for headline size 40 </a:t>
            </a:r>
            <a:r>
              <a:rPr lang="en-US" dirty="0" err="1"/>
              <a:t>pt</a:t>
            </a:r>
            <a:endParaRPr lang="en-US" dirty="0"/>
          </a:p>
        </p:txBody>
      </p:sp>
      <p:pic>
        <p:nvPicPr>
          <p:cNvPr id="7" name="Siemens Logo">
            <a:extLst>
              <a:ext uri="{FF2B5EF4-FFF2-40B4-BE49-F238E27FC236}">
                <a16:creationId xmlns:a16="http://schemas.microsoft.com/office/drawing/2014/main" id="{2A2349A4-4A97-42CC-AE59-7EDEE385EDFA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 bwMode="black">
          <a:xfrm>
            <a:off x="10274400" y="6364800"/>
            <a:ext cx="1512000" cy="240408"/>
          </a:xfrm>
          <a:prstGeom prst="rect">
            <a:avLst/>
          </a:prstGeom>
        </p:spPr>
      </p:pic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1498F1A9-6241-4523-AFBC-C74F3AA4AC3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black">
          <a:xfrm>
            <a:off x="1059160" y="6310800"/>
            <a:ext cx="8639240" cy="5472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Restricted | © Siemens 20XX | Author | Department | YYYY-MM-DD</a:t>
            </a:r>
            <a:endParaRPr lang="en-US" dirty="0"/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267619FE-01EE-4013-B481-A8C505C5D2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black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803672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3" pos="6109">
          <p15:clr>
            <a:srgbClr val="65CEFF"/>
          </p15:clr>
        </p15:guide>
        <p15:guide id="4" pos="7425">
          <p15:clr>
            <a:srgbClr val="65CEFF"/>
          </p15:clr>
        </p15:guide>
        <p15:guide id="5" orient="horz" pos="891">
          <p15:clr>
            <a:srgbClr val="65CEFF"/>
          </p15:clr>
        </p15:guide>
        <p15:guide id="6" orient="horz" pos="3658">
          <p15:clr>
            <a:srgbClr val="65CEFF"/>
          </p15:clr>
        </p15:guide>
        <p15:guide id="7" orient="horz" pos="4157">
          <p15:clr>
            <a:srgbClr val="65CEFF"/>
          </p15:clr>
        </p15:guide>
      </p15:sldGuideLst>
    </p:ext>
  </p:extLs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dex / Agenda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5CDB9E4A-37E0-45B2-BC93-C2EC503FB8F7}"/>
              </a:ext>
            </a:extLst>
          </p:cNvPr>
          <p:cNvSpPr>
            <a:spLocks noGrp="1"/>
          </p:cNvSpPr>
          <p:nvPr>
            <p:ph type="title"/>
          </p:nvPr>
        </p:nvSpPr>
        <p:spPr bwMode="black">
          <a:xfrm>
            <a:off x="410400" y="478800"/>
            <a:ext cx="9863900" cy="5760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Copy 1">
            <a:extLst>
              <a:ext uri="{FF2B5EF4-FFF2-40B4-BE49-F238E27FC236}">
                <a16:creationId xmlns:a16="http://schemas.microsoft.com/office/drawing/2014/main" id="{0E701EC8-7FC1-42BE-915D-048C74A40E0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 bwMode="black">
          <a:xfrm>
            <a:off x="411163" y="1414463"/>
            <a:ext cx="7199311" cy="4751387"/>
          </a:xfrm>
        </p:spPr>
        <p:txBody>
          <a:bodyPr/>
          <a:lstStyle>
            <a:lvl1pPr defTabSz="360000">
              <a:spcAft>
                <a:spcPts val="900"/>
              </a:spcAft>
              <a:tabLst>
                <a:tab pos="7200000" algn="r"/>
              </a:tabLst>
              <a:defRPr/>
            </a:lvl1pPr>
            <a:lvl2pPr defTabSz="360000">
              <a:spcAft>
                <a:spcPts val="900"/>
              </a:spcAft>
              <a:tabLst>
                <a:tab pos="7200000" algn="r"/>
              </a:tabLst>
              <a:defRPr/>
            </a:lvl2pPr>
            <a:lvl3pPr marL="180000" defTabSz="360000">
              <a:spcAft>
                <a:spcPts val="900"/>
              </a:spcAft>
              <a:tabLst>
                <a:tab pos="7200000" algn="r"/>
              </a:tabLst>
              <a:defRPr b="1"/>
            </a:lvl3pPr>
            <a:lvl4pPr marL="360000" defTabSz="360000">
              <a:spcAft>
                <a:spcPts val="900"/>
              </a:spcAft>
              <a:tabLst>
                <a:tab pos="7200000" algn="r"/>
              </a:tabLst>
              <a:defRPr/>
            </a:lvl4pPr>
            <a:lvl5pPr marL="360000" defTabSz="360000">
              <a:spcAft>
                <a:spcPts val="900"/>
              </a:spcAft>
              <a:tabLst>
                <a:tab pos="7200000" algn="r"/>
              </a:tabLst>
              <a:defRPr b="1"/>
            </a:lvl5pPr>
            <a:lvl6pPr marL="180000" defTabSz="360000">
              <a:spcAft>
                <a:spcPts val="600"/>
              </a:spcAft>
              <a:tabLst>
                <a:tab pos="7200000" algn="r"/>
              </a:tabLst>
              <a:defRPr sz="1600"/>
            </a:lvl6pPr>
            <a:lvl7pPr marL="180000" defTabSz="360000">
              <a:spcAft>
                <a:spcPts val="600"/>
              </a:spcAft>
              <a:tabLst>
                <a:tab pos="7200000" algn="r"/>
              </a:tabLst>
              <a:defRPr sz="1600" b="1"/>
            </a:lvl7pPr>
            <a:lvl8pPr marL="360000" defTabSz="360000">
              <a:spcAft>
                <a:spcPts val="600"/>
              </a:spcAft>
              <a:tabLst>
                <a:tab pos="7200000" algn="r"/>
              </a:tabLst>
              <a:defRPr sz="1600"/>
            </a:lvl8pPr>
            <a:lvl9pPr marL="360000" defTabSz="360000">
              <a:spcAft>
                <a:spcPts val="600"/>
              </a:spcAft>
              <a:tabLst>
                <a:tab pos="7200000" algn="r"/>
              </a:tabLst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dirty="0"/>
              <a:t>Seventh level</a:t>
            </a:r>
          </a:p>
          <a:p>
            <a:pPr lvl="7"/>
            <a:r>
              <a:rPr lang="en-US" dirty="0"/>
              <a:t>Eighth level</a:t>
            </a:r>
          </a:p>
          <a:p>
            <a:pPr lvl="8"/>
            <a:r>
              <a:rPr lang="en-US" dirty="0"/>
              <a:t>Ninth level</a:t>
            </a:r>
          </a:p>
        </p:txBody>
      </p:sp>
      <p:pic>
        <p:nvPicPr>
          <p:cNvPr id="7" name="Siemens Logo">
            <a:extLst>
              <a:ext uri="{FF2B5EF4-FFF2-40B4-BE49-F238E27FC236}">
                <a16:creationId xmlns:a16="http://schemas.microsoft.com/office/drawing/2014/main" id="{E73DB6A8-F91C-4B87-ACAA-19A2D5EA21EF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 bwMode="black">
          <a:xfrm>
            <a:off x="10635188" y="6418800"/>
            <a:ext cx="1152000" cy="183168"/>
          </a:xfrm>
          <a:prstGeom prst="rect">
            <a:avLst/>
          </a:prstGeom>
        </p:spPr>
      </p:pic>
      <p:sp>
        <p:nvSpPr>
          <p:cNvPr id="9" name="Footer Placeholder">
            <a:extLst>
              <a:ext uri="{FF2B5EF4-FFF2-40B4-BE49-F238E27FC236}">
                <a16:creationId xmlns:a16="http://schemas.microsoft.com/office/drawing/2014/main" id="{8C6E0B19-DC70-4D19-9A56-05E87567F19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black"/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sp>
        <p:nvSpPr>
          <p:cNvPr id="10" name="Slide Number Placeholder">
            <a:extLst>
              <a:ext uri="{FF2B5EF4-FFF2-40B4-BE49-F238E27FC236}">
                <a16:creationId xmlns:a16="http://schemas.microsoft.com/office/drawing/2014/main" id="{D3DF1D7C-B467-46E9-B036-83EC1DBE71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black"/>
        <p:txBody>
          <a:bodyPr/>
          <a:lstStyle/>
          <a:p>
            <a:r>
              <a:rPr lang="en-US" dirty="0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374742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9" pos="6472">
          <p15:clr>
            <a:srgbClr val="65CEFF"/>
          </p15:clr>
        </p15:guide>
        <p15:guide id="10" pos="7425">
          <p15:clr>
            <a:srgbClr val="65CEFF"/>
          </p15:clr>
        </p15:guide>
        <p15:guide id="11" orient="horz" pos="302">
          <p15:clr>
            <a:srgbClr val="65CEFF"/>
          </p15:clr>
        </p15:guide>
        <p15:guide id="12" orient="horz" pos="664">
          <p15:clr>
            <a:srgbClr val="65CEFF"/>
          </p15:clr>
        </p15:guide>
        <p15:guide id="13" orient="horz" pos="891">
          <p15:clr>
            <a:srgbClr val="65CEFF"/>
          </p15:clr>
        </p15:guide>
        <p15:guide id="14" orient="horz" pos="2206">
          <p15:clr>
            <a:srgbClr val="65CEFF"/>
          </p15:clr>
        </p15:guide>
        <p15:guide id="15" orient="horz" pos="2343">
          <p15:clr>
            <a:srgbClr val="65CEFF"/>
          </p15:clr>
        </p15:guide>
        <p15:guide id="16" orient="horz" pos="3658">
          <p15:clr>
            <a:srgbClr val="65CEFF"/>
          </p15:clr>
        </p15:guide>
        <p15:guide id="17" orient="horz" pos="3885">
          <p15:clr>
            <a:srgbClr val="65CEFF"/>
          </p15:clr>
        </p15:guide>
        <p15:guide id="18" orient="horz" pos="4157">
          <p15:clr>
            <a:srgbClr val="65CEFF"/>
          </p15:clr>
        </p15:guide>
        <p15:guide id="20" pos="4794" userDrawn="1">
          <p15:clr>
            <a:srgbClr val="65CEFF"/>
          </p15:clr>
        </p15:guide>
      </p15:sldGuideLst>
    </p:ext>
  </p:extLs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dex / Agenda dark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5CDB9E4A-37E0-45B2-BC93-C2EC503FB8F7}"/>
              </a:ext>
            </a:extLst>
          </p:cNvPr>
          <p:cNvSpPr>
            <a:spLocks noGrp="1"/>
          </p:cNvSpPr>
          <p:nvPr>
            <p:ph type="title"/>
          </p:nvPr>
        </p:nvSpPr>
        <p:spPr bwMode="black">
          <a:xfrm>
            <a:off x="410400" y="478800"/>
            <a:ext cx="9863900" cy="5760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Copy 1">
            <a:extLst>
              <a:ext uri="{FF2B5EF4-FFF2-40B4-BE49-F238E27FC236}">
                <a16:creationId xmlns:a16="http://schemas.microsoft.com/office/drawing/2014/main" id="{0E701EC8-7FC1-42BE-915D-048C74A40E0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 bwMode="black">
          <a:xfrm>
            <a:off x="411163" y="1414463"/>
            <a:ext cx="5903912" cy="4751387"/>
          </a:xfrm>
        </p:spPr>
        <p:txBody>
          <a:bodyPr/>
          <a:lstStyle>
            <a:lvl1pPr>
              <a:spcAft>
                <a:spcPts val="900"/>
              </a:spcAft>
              <a:tabLst>
                <a:tab pos="5902325" algn="r"/>
              </a:tabLst>
              <a:defRPr/>
            </a:lvl1pPr>
            <a:lvl2pPr>
              <a:spcAft>
                <a:spcPts val="900"/>
              </a:spcAft>
              <a:buClr>
                <a:schemeClr val="tx1"/>
              </a:buClr>
              <a:tabLst>
                <a:tab pos="5902325" algn="r"/>
              </a:tabLst>
              <a:defRPr/>
            </a:lvl2pPr>
            <a:lvl3pPr marL="180000">
              <a:spcAft>
                <a:spcPts val="900"/>
              </a:spcAft>
              <a:buClr>
                <a:schemeClr val="tx1"/>
              </a:buClr>
              <a:tabLst>
                <a:tab pos="5902325" algn="r"/>
              </a:tabLst>
              <a:defRPr b="1"/>
            </a:lvl3pPr>
            <a:lvl4pPr marL="360000">
              <a:spcAft>
                <a:spcPts val="900"/>
              </a:spcAft>
              <a:buClr>
                <a:schemeClr val="tx1"/>
              </a:buClr>
              <a:tabLst>
                <a:tab pos="5902325" algn="r"/>
              </a:tabLst>
              <a:defRPr/>
            </a:lvl4pPr>
            <a:lvl5pPr marL="360000">
              <a:spcAft>
                <a:spcPts val="900"/>
              </a:spcAft>
              <a:buClr>
                <a:schemeClr val="tx1"/>
              </a:buClr>
              <a:tabLst>
                <a:tab pos="5902325" algn="r"/>
              </a:tabLst>
              <a:defRPr b="1"/>
            </a:lvl5pPr>
            <a:lvl6pPr marL="180000">
              <a:spcAft>
                <a:spcPts val="600"/>
              </a:spcAft>
              <a:buClr>
                <a:schemeClr val="tx1"/>
              </a:buClr>
              <a:tabLst>
                <a:tab pos="5902325" algn="r"/>
              </a:tabLst>
              <a:defRPr sz="1600"/>
            </a:lvl6pPr>
            <a:lvl7pPr marL="180000">
              <a:spcAft>
                <a:spcPts val="600"/>
              </a:spcAft>
              <a:buClr>
                <a:schemeClr val="tx1"/>
              </a:buClr>
              <a:tabLst>
                <a:tab pos="5902325" algn="r"/>
              </a:tabLst>
              <a:defRPr sz="1600" b="1"/>
            </a:lvl7pPr>
            <a:lvl8pPr marL="360000">
              <a:spcAft>
                <a:spcPts val="600"/>
              </a:spcAft>
              <a:buClr>
                <a:schemeClr val="tx1"/>
              </a:buClr>
              <a:tabLst>
                <a:tab pos="5902325" algn="r"/>
              </a:tabLst>
              <a:defRPr sz="1600"/>
            </a:lvl8pPr>
            <a:lvl9pPr marL="360000">
              <a:spcAft>
                <a:spcPts val="600"/>
              </a:spcAft>
              <a:buClr>
                <a:schemeClr val="tx1"/>
              </a:buClr>
              <a:tabLst>
                <a:tab pos="5902325" algn="r"/>
              </a:tabLst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dirty="0"/>
              <a:t>Seventh level</a:t>
            </a:r>
          </a:p>
          <a:p>
            <a:pPr lvl="7"/>
            <a:r>
              <a:rPr lang="en-US" dirty="0"/>
              <a:t>Eighth level</a:t>
            </a:r>
          </a:p>
          <a:p>
            <a:pPr lvl="8"/>
            <a:r>
              <a:rPr lang="en-US" dirty="0"/>
              <a:t>Ninth level</a:t>
            </a:r>
          </a:p>
        </p:txBody>
      </p:sp>
      <p:sp>
        <p:nvSpPr>
          <p:cNvPr id="12" name="Copy 2">
            <a:extLst>
              <a:ext uri="{FF2B5EF4-FFF2-40B4-BE49-F238E27FC236}">
                <a16:creationId xmlns:a16="http://schemas.microsoft.com/office/drawing/2014/main" id="{F3AAF44F-3461-47E2-8680-A8CD0852205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 bwMode="black">
          <a:xfrm>
            <a:off x="6743700" y="1414463"/>
            <a:ext cx="5043488" cy="4751387"/>
          </a:xfrm>
        </p:spPr>
        <p:txBody>
          <a:bodyPr/>
          <a:lstStyle>
            <a:lvl1pPr>
              <a:spcAft>
                <a:spcPts val="900"/>
              </a:spcAft>
              <a:tabLst>
                <a:tab pos="5040000" algn="r"/>
              </a:tabLst>
              <a:defRPr/>
            </a:lvl1pPr>
            <a:lvl2pPr>
              <a:spcAft>
                <a:spcPts val="900"/>
              </a:spcAft>
              <a:buClr>
                <a:schemeClr val="tx1"/>
              </a:buClr>
              <a:tabLst>
                <a:tab pos="5040000" algn="r"/>
              </a:tabLst>
              <a:defRPr/>
            </a:lvl2pPr>
            <a:lvl3pPr marL="180000">
              <a:spcAft>
                <a:spcPts val="900"/>
              </a:spcAft>
              <a:buClr>
                <a:schemeClr val="tx1"/>
              </a:buClr>
              <a:tabLst>
                <a:tab pos="5040000" algn="r"/>
              </a:tabLst>
              <a:defRPr b="1"/>
            </a:lvl3pPr>
            <a:lvl4pPr marL="360000">
              <a:spcAft>
                <a:spcPts val="900"/>
              </a:spcAft>
              <a:buClr>
                <a:schemeClr val="tx1"/>
              </a:buClr>
              <a:tabLst>
                <a:tab pos="5040000" algn="r"/>
              </a:tabLst>
              <a:defRPr/>
            </a:lvl4pPr>
            <a:lvl5pPr marL="360000">
              <a:spcAft>
                <a:spcPts val="900"/>
              </a:spcAft>
              <a:buClr>
                <a:schemeClr val="tx1"/>
              </a:buClr>
              <a:tabLst>
                <a:tab pos="5040000" algn="r"/>
              </a:tabLst>
              <a:defRPr b="1"/>
            </a:lvl5pPr>
            <a:lvl6pPr marL="180000">
              <a:spcAft>
                <a:spcPts val="600"/>
              </a:spcAft>
              <a:buClr>
                <a:schemeClr val="tx1"/>
              </a:buClr>
              <a:tabLst>
                <a:tab pos="5040000" algn="r"/>
              </a:tabLst>
              <a:defRPr sz="1600"/>
            </a:lvl6pPr>
            <a:lvl7pPr marL="180000">
              <a:spcAft>
                <a:spcPts val="600"/>
              </a:spcAft>
              <a:buClr>
                <a:schemeClr val="tx1"/>
              </a:buClr>
              <a:tabLst>
                <a:tab pos="5040000" algn="r"/>
              </a:tabLst>
              <a:defRPr sz="1600" b="1"/>
            </a:lvl7pPr>
            <a:lvl8pPr marL="360000">
              <a:spcAft>
                <a:spcPts val="600"/>
              </a:spcAft>
              <a:buClr>
                <a:schemeClr val="tx1"/>
              </a:buClr>
              <a:tabLst>
                <a:tab pos="5040000" algn="r"/>
              </a:tabLst>
              <a:defRPr sz="1600"/>
            </a:lvl8pPr>
            <a:lvl9pPr marL="360000">
              <a:spcAft>
                <a:spcPts val="600"/>
              </a:spcAft>
              <a:buClr>
                <a:schemeClr val="tx1"/>
              </a:buClr>
              <a:tabLst>
                <a:tab pos="5040000" algn="r"/>
              </a:tabLst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dirty="0"/>
              <a:t>Seventh level</a:t>
            </a:r>
          </a:p>
          <a:p>
            <a:pPr lvl="7"/>
            <a:r>
              <a:rPr lang="en-US" dirty="0"/>
              <a:t>Eighth level</a:t>
            </a:r>
          </a:p>
          <a:p>
            <a:pPr lvl="8"/>
            <a:r>
              <a:rPr lang="en-US" dirty="0"/>
              <a:t>Ninth level</a:t>
            </a:r>
          </a:p>
        </p:txBody>
      </p:sp>
      <p:pic>
        <p:nvPicPr>
          <p:cNvPr id="8" name="Siemens Logo">
            <a:extLst>
              <a:ext uri="{FF2B5EF4-FFF2-40B4-BE49-F238E27FC236}">
                <a16:creationId xmlns:a16="http://schemas.microsoft.com/office/drawing/2014/main" id="{AB400EC0-C78D-42DD-85FB-5ED577185C17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 bwMode="black">
          <a:xfrm>
            <a:off x="10635188" y="6418800"/>
            <a:ext cx="1152000" cy="183168"/>
          </a:xfrm>
          <a:prstGeom prst="rect">
            <a:avLst/>
          </a:prstGeom>
        </p:spPr>
      </p:pic>
      <p:sp>
        <p:nvSpPr>
          <p:cNvPr id="9" name="Footer Placeholder">
            <a:extLst>
              <a:ext uri="{FF2B5EF4-FFF2-40B4-BE49-F238E27FC236}">
                <a16:creationId xmlns:a16="http://schemas.microsoft.com/office/drawing/2014/main" id="{8C6E0B19-DC70-4D19-9A56-05E87567F19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black"/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sp>
        <p:nvSpPr>
          <p:cNvPr id="10" name="Slide Number Placeholder">
            <a:extLst>
              <a:ext uri="{FF2B5EF4-FFF2-40B4-BE49-F238E27FC236}">
                <a16:creationId xmlns:a16="http://schemas.microsoft.com/office/drawing/2014/main" id="{D3DF1D7C-B467-46E9-B036-83EC1DBE71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black"/>
        <p:txBody>
          <a:bodyPr/>
          <a:lstStyle/>
          <a:p>
            <a:r>
              <a:rPr lang="en-US" dirty="0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536359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5" pos="3978">
          <p15:clr>
            <a:srgbClr val="65CEFF"/>
          </p15:clr>
        </p15:guide>
        <p15:guide id="9" pos="6472">
          <p15:clr>
            <a:srgbClr val="65CEFF"/>
          </p15:clr>
        </p15:guide>
        <p15:guide id="10" pos="7425">
          <p15:clr>
            <a:srgbClr val="65CEFF"/>
          </p15:clr>
        </p15:guide>
        <p15:guide id="11" orient="horz" pos="302">
          <p15:clr>
            <a:srgbClr val="65CEFF"/>
          </p15:clr>
        </p15:guide>
        <p15:guide id="12" orient="horz" pos="664">
          <p15:clr>
            <a:srgbClr val="65CEFF"/>
          </p15:clr>
        </p15:guide>
        <p15:guide id="13" orient="horz" pos="891">
          <p15:clr>
            <a:srgbClr val="65CEFF"/>
          </p15:clr>
        </p15:guide>
        <p15:guide id="14" orient="horz" pos="2206">
          <p15:clr>
            <a:srgbClr val="65CEFF"/>
          </p15:clr>
        </p15:guide>
        <p15:guide id="15" orient="horz" pos="2343">
          <p15:clr>
            <a:srgbClr val="65CEFF"/>
          </p15:clr>
        </p15:guide>
        <p15:guide id="16" orient="horz" pos="3658">
          <p15:clr>
            <a:srgbClr val="65CEFF"/>
          </p15:clr>
        </p15:guide>
        <p15:guide id="17" orient="horz" pos="3885">
          <p15:clr>
            <a:srgbClr val="65CEFF"/>
          </p15:clr>
        </p15:guide>
        <p15:guide id="18" orient="horz" pos="4157">
          <p15:clr>
            <a:srgbClr val="65CEFF"/>
          </p15:clr>
        </p15:guide>
        <p15:guide id="19" pos="4248">
          <p15:clr>
            <a:srgbClr val="65CEFF"/>
          </p15:clr>
        </p15:guide>
      </p15:sldGuideLst>
    </p:ext>
  </p:extLs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5CDB9E4A-37E0-45B2-BC93-C2EC503FB8F7}"/>
              </a:ext>
            </a:extLst>
          </p:cNvPr>
          <p:cNvSpPr>
            <a:spLocks noGrp="1"/>
          </p:cNvSpPr>
          <p:nvPr>
            <p:ph type="title"/>
          </p:nvPr>
        </p:nvSpPr>
        <p:spPr bwMode="black"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pic>
        <p:nvPicPr>
          <p:cNvPr id="7" name="Siemens Logo">
            <a:extLst>
              <a:ext uri="{FF2B5EF4-FFF2-40B4-BE49-F238E27FC236}">
                <a16:creationId xmlns:a16="http://schemas.microsoft.com/office/drawing/2014/main" id="{E73DB6A8-F91C-4B87-ACAA-19A2D5EA21EF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 bwMode="black">
          <a:xfrm>
            <a:off x="10635188" y="6418800"/>
            <a:ext cx="1152000" cy="183168"/>
          </a:xfrm>
          <a:prstGeom prst="rect">
            <a:avLst/>
          </a:prstGeom>
        </p:spPr>
      </p:pic>
      <p:sp>
        <p:nvSpPr>
          <p:cNvPr id="9" name="Footer Placeholder">
            <a:extLst>
              <a:ext uri="{FF2B5EF4-FFF2-40B4-BE49-F238E27FC236}">
                <a16:creationId xmlns:a16="http://schemas.microsoft.com/office/drawing/2014/main" id="{8C6E0B19-DC70-4D19-9A56-05E87567F19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black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Restricted | © Siemens 20XX | Author | Department | YYYY-MM-DD</a:t>
            </a:r>
            <a:endParaRPr lang="en-US" dirty="0"/>
          </a:p>
        </p:txBody>
      </p:sp>
      <p:sp>
        <p:nvSpPr>
          <p:cNvPr id="10" name="Slide Number Placeholder">
            <a:extLst>
              <a:ext uri="{FF2B5EF4-FFF2-40B4-BE49-F238E27FC236}">
                <a16:creationId xmlns:a16="http://schemas.microsoft.com/office/drawing/2014/main" id="{D3DF1D7C-B467-46E9-B036-83EC1DBE71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black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30029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9" userDrawn="1">
          <p15:clr>
            <a:srgbClr val="65CEFF"/>
          </p15:clr>
        </p15:guide>
        <p15:guide id="2" pos="2526" userDrawn="1">
          <p15:clr>
            <a:srgbClr val="65CEFF"/>
          </p15:clr>
        </p15:guide>
        <p15:guide id="3" pos="2708" userDrawn="1">
          <p15:clr>
            <a:srgbClr val="65CEFF"/>
          </p15:clr>
        </p15:guide>
        <p15:guide id="4" pos="3705" userDrawn="1">
          <p15:clr>
            <a:srgbClr val="65CEFF"/>
          </p15:clr>
        </p15:guide>
        <p15:guide id="5" pos="3978" userDrawn="1">
          <p15:clr>
            <a:srgbClr val="65CEFF"/>
          </p15:clr>
        </p15:guide>
        <p15:guide id="7" pos="4975" userDrawn="1">
          <p15:clr>
            <a:srgbClr val="65CEFF"/>
          </p15:clr>
        </p15:guide>
        <p15:guide id="8" pos="5157" userDrawn="1">
          <p15:clr>
            <a:srgbClr val="65CEFF"/>
          </p15:clr>
        </p15:guide>
        <p15:guide id="9" pos="6472" userDrawn="1">
          <p15:clr>
            <a:srgbClr val="65CEFF"/>
          </p15:clr>
        </p15:guide>
        <p15:guide id="10" pos="7425" userDrawn="1">
          <p15:clr>
            <a:srgbClr val="65CEFF"/>
          </p15:clr>
        </p15:guide>
        <p15:guide id="11" orient="horz" pos="302" userDrawn="1">
          <p15:clr>
            <a:srgbClr val="65CEFF"/>
          </p15:clr>
        </p15:guide>
        <p15:guide id="12" orient="horz" pos="664" userDrawn="1">
          <p15:clr>
            <a:srgbClr val="65CEFF"/>
          </p15:clr>
        </p15:guide>
        <p15:guide id="13" orient="horz" pos="891" userDrawn="1">
          <p15:clr>
            <a:srgbClr val="65CEFF"/>
          </p15:clr>
        </p15:guide>
        <p15:guide id="14" orient="horz" pos="2206" userDrawn="1">
          <p15:clr>
            <a:srgbClr val="65CEFF"/>
          </p15:clr>
        </p15:guide>
        <p15:guide id="15" orient="horz" pos="2343" userDrawn="1">
          <p15:clr>
            <a:srgbClr val="65CEFF"/>
          </p15:clr>
        </p15:guide>
        <p15:guide id="16" orient="horz" pos="3658" userDrawn="1">
          <p15:clr>
            <a:srgbClr val="65CEFF"/>
          </p15:clr>
        </p15:guide>
        <p15:guide id="17" orient="horz" pos="3885" userDrawn="1">
          <p15:clr>
            <a:srgbClr val="65CEFF"/>
          </p15:clr>
        </p15:guide>
        <p15:guide id="18" orient="horz" pos="4157" userDrawn="1">
          <p15:clr>
            <a:srgbClr val="65CEFF"/>
          </p15:clr>
        </p15:guide>
      </p15:sldGuideLst>
    </p:ext>
  </p:extLs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ngle larg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">
            <a:extLst>
              <a:ext uri="{FF2B5EF4-FFF2-40B4-BE49-F238E27FC236}">
                <a16:creationId xmlns:a16="http://schemas.microsoft.com/office/drawing/2014/main" id="{1CAAD1C1-677B-4ED7-96BE-27B1141D53D5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 bwMode="ltGray">
          <a:xfrm>
            <a:off x="0" y="0"/>
            <a:ext cx="12192000" cy="6167438"/>
          </a:xfrm>
          <a:solidFill>
            <a:srgbClr val="9999A9"/>
          </a:solidFill>
        </p:spPr>
        <p:txBody>
          <a:bodyPr lIns="144000" tIns="108000" rIns="144000" bIns="108000"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 noProof="0" dirty="0"/>
              <a:t>Full size picture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3F142F7C-7BE3-40CB-8C53-6F753307355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1022400" y="1054100"/>
            <a:ext cx="9252000" cy="1477328"/>
          </a:xfrm>
          <a:noFill/>
        </p:spPr>
        <p:txBody>
          <a:bodyPr wrap="square" rIns="0" bIns="0" anchor="t">
            <a:spAutoFit/>
          </a:bodyPr>
          <a:lstStyle>
            <a:lvl1pPr marL="0">
              <a:lnSpc>
                <a:spcPct val="100000"/>
              </a:lnSpc>
              <a:defRPr sz="4800" b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Content page,</a:t>
            </a:r>
            <a:br>
              <a:rPr lang="en-US" dirty="0"/>
            </a:br>
            <a:r>
              <a:rPr lang="en-US" dirty="0"/>
              <a:t>Arial Regular, 48 </a:t>
            </a:r>
            <a:r>
              <a:rPr lang="en-US" dirty="0" err="1"/>
              <a:t>pt</a:t>
            </a:r>
            <a:endParaRPr lang="en-US" dirty="0"/>
          </a:p>
        </p:txBody>
      </p:sp>
      <p:pic>
        <p:nvPicPr>
          <p:cNvPr id="9" name="Siemens Logo">
            <a:extLst>
              <a:ext uri="{FF2B5EF4-FFF2-40B4-BE49-F238E27FC236}">
                <a16:creationId xmlns:a16="http://schemas.microsoft.com/office/drawing/2014/main" id="{30251D14-AF6A-4279-B0A9-69FD9519EA5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 bwMode="black">
          <a:xfrm>
            <a:off x="10635188" y="6418800"/>
            <a:ext cx="1152000" cy="183168"/>
          </a:xfrm>
          <a:prstGeom prst="rect">
            <a:avLst/>
          </a:prstGeom>
        </p:spPr>
      </p:pic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F80D0117-50BB-4A8D-AD28-794FFDA3540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 bwMode="black"/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sp>
        <p:nvSpPr>
          <p:cNvPr id="5" name="Slide Number Placeholder">
            <a:extLst>
              <a:ext uri="{FF2B5EF4-FFF2-40B4-BE49-F238E27FC236}">
                <a16:creationId xmlns:a16="http://schemas.microsoft.com/office/drawing/2014/main" id="{79F3E7D3-5B15-444A-88AC-9161D47F12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 bwMode="black"/>
        <p:txBody>
          <a:bodyPr/>
          <a:lstStyle/>
          <a:p>
            <a:r>
              <a:rPr lang="en-US" dirty="0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91998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9" userDrawn="1">
          <p15:clr>
            <a:srgbClr val="65CEFF"/>
          </p15:clr>
        </p15:guide>
        <p15:guide id="9" pos="6472" userDrawn="1">
          <p15:clr>
            <a:srgbClr val="65CEFF"/>
          </p15:clr>
        </p15:guide>
        <p15:guide id="10" pos="7425" userDrawn="1">
          <p15:clr>
            <a:srgbClr val="65CEFF"/>
          </p15:clr>
        </p15:guide>
        <p15:guide id="12" orient="horz" pos="664" userDrawn="1">
          <p15:clr>
            <a:srgbClr val="65CEFF"/>
          </p15:clr>
        </p15:guide>
        <p15:guide id="17" orient="horz" pos="3885" userDrawn="1">
          <p15:clr>
            <a:srgbClr val="65CEFF"/>
          </p15:clr>
        </p15:guide>
        <p15:guide id="18" orient="horz" pos="4157" userDrawn="1">
          <p15:clr>
            <a:srgbClr val="65CEFF"/>
          </p15:clr>
        </p15:guide>
      </p15:sldGuideLst>
    </p:ext>
  </p:extLs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ngle large image Deep Blu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">
            <a:extLst>
              <a:ext uri="{FF2B5EF4-FFF2-40B4-BE49-F238E27FC236}">
                <a16:creationId xmlns:a16="http://schemas.microsoft.com/office/drawing/2014/main" id="{1CAAD1C1-677B-4ED7-96BE-27B1141D53D5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 bwMode="ltGray">
          <a:xfrm>
            <a:off x="0" y="0"/>
            <a:ext cx="12192000" cy="6167438"/>
          </a:xfrm>
          <a:solidFill>
            <a:srgbClr val="9999A9"/>
          </a:solidFill>
        </p:spPr>
        <p:txBody>
          <a:bodyPr lIns="144000" tIns="108000" rIns="144000" bIns="108000"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Full size picture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3F142F7C-7BE3-40CB-8C53-6F753307355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1022400" y="1054100"/>
            <a:ext cx="9252000" cy="1477328"/>
          </a:xfrm>
          <a:noFill/>
        </p:spPr>
        <p:txBody>
          <a:bodyPr wrap="square" rIns="0" bIns="0" anchor="t">
            <a:spAutoFit/>
          </a:bodyPr>
          <a:lstStyle>
            <a:lvl1pPr marL="0">
              <a:lnSpc>
                <a:spcPct val="100000"/>
              </a:lnSpc>
              <a:defRPr sz="4800" b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Content page,</a:t>
            </a:r>
            <a:br>
              <a:rPr lang="en-US" dirty="0"/>
            </a:br>
            <a:r>
              <a:rPr lang="en-US" dirty="0"/>
              <a:t>Arial Regular, 48 </a:t>
            </a:r>
            <a:r>
              <a:rPr lang="en-US" dirty="0" err="1"/>
              <a:t>pt</a:t>
            </a:r>
            <a:endParaRPr lang="en-US" dirty="0"/>
          </a:p>
        </p:txBody>
      </p:sp>
      <p:pic>
        <p:nvPicPr>
          <p:cNvPr id="7" name="Siemens Logo">
            <a:extLst>
              <a:ext uri="{FF2B5EF4-FFF2-40B4-BE49-F238E27FC236}">
                <a16:creationId xmlns:a16="http://schemas.microsoft.com/office/drawing/2014/main" id="{2AF4F4C6-6E41-442C-BB9E-9E72BE92D2D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 bwMode="black">
          <a:xfrm>
            <a:off x="10635188" y="6418800"/>
            <a:ext cx="1152000" cy="183168"/>
          </a:xfrm>
          <a:prstGeom prst="rect">
            <a:avLst/>
          </a:prstGeom>
        </p:spPr>
      </p:pic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F80D0117-50BB-4A8D-AD28-794FFDA3540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 bwMode="black"/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sp>
        <p:nvSpPr>
          <p:cNvPr id="5" name="Slide Number Placeholder">
            <a:extLst>
              <a:ext uri="{FF2B5EF4-FFF2-40B4-BE49-F238E27FC236}">
                <a16:creationId xmlns:a16="http://schemas.microsoft.com/office/drawing/2014/main" id="{79F3E7D3-5B15-444A-88AC-9161D47F12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 bwMode="black"/>
        <p:txBody>
          <a:bodyPr/>
          <a:lstStyle/>
          <a:p>
            <a:r>
              <a:rPr lang="en-US" dirty="0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900730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 userDrawn="1">
          <p15:clr>
            <a:srgbClr val="65CEFF"/>
          </p15:clr>
        </p15:guide>
        <p15:guide id="9" pos="6472" userDrawn="1">
          <p15:clr>
            <a:srgbClr val="65CEFF"/>
          </p15:clr>
        </p15:guide>
        <p15:guide id="10" pos="7425" userDrawn="1">
          <p15:clr>
            <a:srgbClr val="65CEFF"/>
          </p15:clr>
        </p15:guide>
        <p15:guide id="12" orient="horz" pos="664" userDrawn="1">
          <p15:clr>
            <a:srgbClr val="65CEFF"/>
          </p15:clr>
        </p15:guide>
        <p15:guide id="17" orient="horz" pos="3885" userDrawn="1">
          <p15:clr>
            <a:srgbClr val="65CEFF"/>
          </p15:clr>
        </p15:guide>
        <p15:guide id="18" orient="horz" pos="4157" userDrawn="1">
          <p15:clr>
            <a:srgbClr val="65CEFF"/>
          </p15:clr>
        </p15:guide>
      </p15:sldGuideLst>
    </p:ext>
  </p:extLs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ngle image (Text spotligh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">
            <a:extLst>
              <a:ext uri="{FF2B5EF4-FFF2-40B4-BE49-F238E27FC236}">
                <a16:creationId xmlns:a16="http://schemas.microsoft.com/office/drawing/2014/main" id="{1CAAD1C1-677B-4ED7-96BE-27B1141D53D5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 bwMode="ltGray">
          <a:xfrm>
            <a:off x="0" y="1"/>
            <a:ext cx="7611160" cy="6167438"/>
          </a:xfrm>
          <a:solidFill>
            <a:srgbClr val="9999A9"/>
          </a:solidFill>
        </p:spPr>
        <p:txBody>
          <a:bodyPr lIns="144000" tIns="108000" rIns="144000" bIns="108000"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 noProof="0" dirty="0"/>
              <a:t>Thematic picture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AFFC798E-B633-4D30-A7C1-DC796BD888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1022400" y="1054100"/>
            <a:ext cx="6156275" cy="1477328"/>
          </a:xfrm>
          <a:noFill/>
        </p:spPr>
        <p:txBody>
          <a:bodyPr wrap="square" rIns="0" bIns="0" anchor="t">
            <a:spAutoFit/>
          </a:bodyPr>
          <a:lstStyle>
            <a:lvl1pPr marL="0">
              <a:lnSpc>
                <a:spcPct val="100000"/>
              </a:lnSpc>
              <a:defRPr sz="4800" b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Content page,</a:t>
            </a:r>
            <a:br>
              <a:rPr lang="en-US" dirty="0"/>
            </a:br>
            <a:r>
              <a:rPr lang="en-US" dirty="0"/>
              <a:t>Arial Regular, 48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3" name="Copy">
            <a:extLst>
              <a:ext uri="{FF2B5EF4-FFF2-40B4-BE49-F238E27FC236}">
                <a16:creationId xmlns:a16="http://schemas.microsoft.com/office/drawing/2014/main" id="{6F965802-E517-4CC3-99D7-1DA8BF1FB02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 bwMode="black">
          <a:xfrm>
            <a:off x="8042400" y="1054100"/>
            <a:ext cx="3744000" cy="5113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dirty="0"/>
              <a:t>Seventh level</a:t>
            </a:r>
          </a:p>
          <a:p>
            <a:pPr lvl="7"/>
            <a:r>
              <a:rPr lang="en-US" dirty="0"/>
              <a:t>Eighth level</a:t>
            </a:r>
          </a:p>
          <a:p>
            <a:pPr lvl="8"/>
            <a:r>
              <a:rPr lang="en-US" dirty="0"/>
              <a:t>Ninth level</a:t>
            </a:r>
          </a:p>
        </p:txBody>
      </p:sp>
      <p:pic>
        <p:nvPicPr>
          <p:cNvPr id="9" name="Siemens Logo">
            <a:extLst>
              <a:ext uri="{FF2B5EF4-FFF2-40B4-BE49-F238E27FC236}">
                <a16:creationId xmlns:a16="http://schemas.microsoft.com/office/drawing/2014/main" id="{30251D14-AF6A-4279-B0A9-69FD9519EA5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 bwMode="black">
          <a:xfrm>
            <a:off x="10635188" y="6418800"/>
            <a:ext cx="1152000" cy="183168"/>
          </a:xfrm>
          <a:prstGeom prst="rect">
            <a:avLst/>
          </a:prstGeom>
        </p:spPr>
      </p:pic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F80D0117-50BB-4A8D-AD28-794FFDA3540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 bwMode="black"/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sp>
        <p:nvSpPr>
          <p:cNvPr id="5" name="Slide Number Placeholder">
            <a:extLst>
              <a:ext uri="{FF2B5EF4-FFF2-40B4-BE49-F238E27FC236}">
                <a16:creationId xmlns:a16="http://schemas.microsoft.com/office/drawing/2014/main" id="{79F3E7D3-5B15-444A-88AC-9161D47F12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 bwMode="black"/>
        <p:txBody>
          <a:bodyPr/>
          <a:lstStyle/>
          <a:p>
            <a:r>
              <a:rPr lang="en-US" dirty="0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427988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9" userDrawn="1">
          <p15:clr>
            <a:srgbClr val="65CEFF"/>
          </p15:clr>
        </p15:guide>
        <p15:guide id="2" pos="4522" userDrawn="1">
          <p15:clr>
            <a:srgbClr val="65CEFF"/>
          </p15:clr>
        </p15:guide>
        <p15:guide id="3" pos="4794" userDrawn="1">
          <p15:clr>
            <a:srgbClr val="65CEFF"/>
          </p15:clr>
        </p15:guide>
        <p15:guide id="4" pos="5066" userDrawn="1">
          <p15:clr>
            <a:srgbClr val="65CEFF"/>
          </p15:clr>
        </p15:guide>
        <p15:guide id="5" pos="6472" userDrawn="1">
          <p15:clr>
            <a:srgbClr val="65CEFF"/>
          </p15:clr>
        </p15:guide>
        <p15:guide id="6" pos="7425" userDrawn="1">
          <p15:clr>
            <a:srgbClr val="65CEFF"/>
          </p15:clr>
        </p15:guide>
        <p15:guide id="7" orient="horz" pos="302" userDrawn="1">
          <p15:clr>
            <a:srgbClr val="65CEFF"/>
          </p15:clr>
        </p15:guide>
        <p15:guide id="8" orient="horz" pos="664" userDrawn="1">
          <p15:clr>
            <a:srgbClr val="65CEFF"/>
          </p15:clr>
        </p15:guide>
        <p15:guide id="9" orient="horz" pos="891" userDrawn="1">
          <p15:clr>
            <a:srgbClr val="65CEFF"/>
          </p15:clr>
        </p15:guide>
        <p15:guide id="10" orient="horz" pos="3658" userDrawn="1">
          <p15:clr>
            <a:srgbClr val="65CEFF"/>
          </p15:clr>
        </p15:guide>
        <p15:guide id="11" orient="horz" pos="3885" userDrawn="1">
          <p15:clr>
            <a:srgbClr val="65CEFF"/>
          </p15:clr>
        </p15:guide>
        <p15:guide id="12" orient="horz" pos="4157" userDrawn="1">
          <p15:clr>
            <a:srgbClr val="65CEFF"/>
          </p15:clr>
        </p15:guide>
      </p15:sldGuideLst>
    </p:ext>
  </p:extLs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bleed color Deep Blu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5CDB9E4A-37E0-45B2-BC93-C2EC503FB8F7}"/>
              </a:ext>
            </a:extLst>
          </p:cNvPr>
          <p:cNvSpPr>
            <a:spLocks noGrp="1"/>
          </p:cNvSpPr>
          <p:nvPr>
            <p:ph type="title"/>
          </p:nvPr>
        </p:nvSpPr>
        <p:spPr bwMode="black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7" name="Siemens Logo">
            <a:extLst>
              <a:ext uri="{FF2B5EF4-FFF2-40B4-BE49-F238E27FC236}">
                <a16:creationId xmlns:a16="http://schemas.microsoft.com/office/drawing/2014/main" id="{863976F1-B9C2-4217-A36A-7F1DCFF6EE2A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 bwMode="black">
          <a:xfrm>
            <a:off x="10635188" y="6418800"/>
            <a:ext cx="1152000" cy="183168"/>
          </a:xfrm>
          <a:prstGeom prst="rect">
            <a:avLst/>
          </a:prstGeom>
        </p:spPr>
      </p:pic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16495290-0795-4AB1-8AEA-2BB78678362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black"/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E8FC1C65-873A-4B8F-BB57-51EEBC35A1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black"/>
        <p:txBody>
          <a:bodyPr/>
          <a:lstStyle/>
          <a:p>
            <a:r>
              <a:rPr lang="en-US" dirty="0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453451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 userDrawn="1">
          <p15:clr>
            <a:srgbClr val="65CEFF"/>
          </p15:clr>
        </p15:guide>
        <p15:guide id="2" pos="2526" userDrawn="1">
          <p15:clr>
            <a:srgbClr val="65CEFF"/>
          </p15:clr>
        </p15:guide>
        <p15:guide id="3" pos="2708" userDrawn="1">
          <p15:clr>
            <a:srgbClr val="65CEFF"/>
          </p15:clr>
        </p15:guide>
        <p15:guide id="4" pos="3705" userDrawn="1">
          <p15:clr>
            <a:srgbClr val="65CEFF"/>
          </p15:clr>
        </p15:guide>
        <p15:guide id="5" pos="3978" userDrawn="1">
          <p15:clr>
            <a:srgbClr val="65CEFF"/>
          </p15:clr>
        </p15:guide>
        <p15:guide id="7" pos="4975" userDrawn="1">
          <p15:clr>
            <a:srgbClr val="65CEFF"/>
          </p15:clr>
        </p15:guide>
        <p15:guide id="8" pos="5157" userDrawn="1">
          <p15:clr>
            <a:srgbClr val="65CEFF"/>
          </p15:clr>
        </p15:guide>
        <p15:guide id="9" pos="6472" userDrawn="1">
          <p15:clr>
            <a:srgbClr val="65CEFF"/>
          </p15:clr>
        </p15:guide>
        <p15:guide id="10" pos="7425" userDrawn="1">
          <p15:clr>
            <a:srgbClr val="65CEFF"/>
          </p15:clr>
        </p15:guide>
        <p15:guide id="11" orient="horz" pos="302" userDrawn="1">
          <p15:clr>
            <a:srgbClr val="65CEFF"/>
          </p15:clr>
        </p15:guide>
        <p15:guide id="12" orient="horz" pos="664" userDrawn="1">
          <p15:clr>
            <a:srgbClr val="65CEFF"/>
          </p15:clr>
        </p15:guide>
        <p15:guide id="13" orient="horz" pos="891" userDrawn="1">
          <p15:clr>
            <a:srgbClr val="65CEFF"/>
          </p15:clr>
        </p15:guide>
        <p15:guide id="14" orient="horz" pos="2206" userDrawn="1">
          <p15:clr>
            <a:srgbClr val="65CEFF"/>
          </p15:clr>
        </p15:guide>
        <p15:guide id="15" orient="horz" pos="2343" userDrawn="1">
          <p15:clr>
            <a:srgbClr val="65CEFF"/>
          </p15:clr>
        </p15:guide>
        <p15:guide id="16" orient="horz" pos="3658" userDrawn="1">
          <p15:clr>
            <a:srgbClr val="65CEFF"/>
          </p15:clr>
        </p15:guide>
        <p15:guide id="17" orient="horz" pos="3885" userDrawn="1">
          <p15:clr>
            <a:srgbClr val="65CEFF"/>
          </p15:clr>
        </p15:guide>
        <p15:guide id="18" orient="horz" pos="4157" userDrawn="1">
          <p15:clr>
            <a:srgbClr val="65CEFF"/>
          </p15:clr>
        </p15:guide>
      </p15:sldGuideLst>
    </p:ext>
  </p:extLs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bleed color Gradient">
    <p:bg>
      <p:bgPr>
        <a:gradFill flip="none" rotWithShape="1">
          <a:gsLst>
            <a:gs pos="40000">
              <a:schemeClr val="accent6"/>
            </a:gs>
            <a:gs pos="100000">
              <a:schemeClr val="accent1"/>
            </a:gs>
          </a:gsLst>
          <a:path path="circle">
            <a:fillToRect l="100000" t="100000"/>
          </a:path>
          <a:tileRect r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lor Stage">
            <a:extLst>
              <a:ext uri="{FF2B5EF4-FFF2-40B4-BE49-F238E27FC236}">
                <a16:creationId xmlns:a16="http://schemas.microsoft.com/office/drawing/2014/main" id="{B8172AC2-E83F-4EFD-B70E-DE91E64651D8}"/>
              </a:ext>
            </a:extLst>
          </p:cNvPr>
          <p:cNvSpPr/>
          <p:nvPr userDrawn="1"/>
        </p:nvSpPr>
        <p:spPr>
          <a:xfrm>
            <a:off x="0" y="1414463"/>
            <a:ext cx="12192000" cy="5443537"/>
          </a:xfrm>
          <a:prstGeom prst="rect">
            <a:avLst/>
          </a:prstGeom>
          <a:gradFill flip="none" rotWithShape="1">
            <a:gsLst>
              <a:gs pos="0">
                <a:schemeClr val="accent6"/>
              </a:gs>
              <a:gs pos="100000">
                <a:schemeClr val="bg2">
                  <a:alpha val="0"/>
                </a:schemeClr>
              </a:gs>
              <a:gs pos="40000">
                <a:schemeClr val="bg2">
                  <a:alpha val="50000"/>
                </a:schemeClr>
              </a:gs>
            </a:gsLst>
            <a:lin ang="16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 anchorCtr="0"/>
          <a:lstStyle/>
          <a:p>
            <a:pPr algn="l"/>
            <a:endParaRPr lang="en-US" dirty="0"/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5CDB9E4A-37E0-45B2-BC93-C2EC503FB8F7}"/>
              </a:ext>
            </a:extLst>
          </p:cNvPr>
          <p:cNvSpPr>
            <a:spLocks noGrp="1"/>
          </p:cNvSpPr>
          <p:nvPr>
            <p:ph type="title"/>
          </p:nvPr>
        </p:nvSpPr>
        <p:spPr bwMode="black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7" name="Siemens Logo">
            <a:extLst>
              <a:ext uri="{FF2B5EF4-FFF2-40B4-BE49-F238E27FC236}">
                <a16:creationId xmlns:a16="http://schemas.microsoft.com/office/drawing/2014/main" id="{863976F1-B9C2-4217-A36A-7F1DCFF6EE2A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 bwMode="black">
          <a:xfrm>
            <a:off x="10635188" y="6418800"/>
            <a:ext cx="1152000" cy="183168"/>
          </a:xfrm>
          <a:prstGeom prst="rect">
            <a:avLst/>
          </a:prstGeom>
        </p:spPr>
      </p:pic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E4BECE54-DDA8-4D2C-8A02-4C8E3E1585E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black"/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07B7E75B-80B4-49F8-AA70-A41C9D8968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black"/>
        <p:txBody>
          <a:bodyPr/>
          <a:lstStyle/>
          <a:p>
            <a:r>
              <a:rPr lang="en-US" dirty="0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608322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 userDrawn="1">
          <p15:clr>
            <a:srgbClr val="65CEFF"/>
          </p15:clr>
        </p15:guide>
        <p15:guide id="2" pos="2526" userDrawn="1">
          <p15:clr>
            <a:srgbClr val="65CEFF"/>
          </p15:clr>
        </p15:guide>
        <p15:guide id="3" pos="2708" userDrawn="1">
          <p15:clr>
            <a:srgbClr val="65CEFF"/>
          </p15:clr>
        </p15:guide>
        <p15:guide id="4" pos="3705" userDrawn="1">
          <p15:clr>
            <a:srgbClr val="65CEFF"/>
          </p15:clr>
        </p15:guide>
        <p15:guide id="5" pos="3978" userDrawn="1">
          <p15:clr>
            <a:srgbClr val="65CEFF"/>
          </p15:clr>
        </p15:guide>
        <p15:guide id="7" pos="4975" userDrawn="1">
          <p15:clr>
            <a:srgbClr val="65CEFF"/>
          </p15:clr>
        </p15:guide>
        <p15:guide id="8" pos="5157" userDrawn="1">
          <p15:clr>
            <a:srgbClr val="65CEFF"/>
          </p15:clr>
        </p15:guide>
        <p15:guide id="9" pos="6472" userDrawn="1">
          <p15:clr>
            <a:srgbClr val="65CEFF"/>
          </p15:clr>
        </p15:guide>
        <p15:guide id="10" pos="7425" userDrawn="1">
          <p15:clr>
            <a:srgbClr val="65CEFF"/>
          </p15:clr>
        </p15:guide>
        <p15:guide id="11" orient="horz" pos="302" userDrawn="1">
          <p15:clr>
            <a:srgbClr val="65CEFF"/>
          </p15:clr>
        </p15:guide>
        <p15:guide id="12" orient="horz" pos="663" userDrawn="1">
          <p15:clr>
            <a:srgbClr val="65CEFF"/>
          </p15:clr>
        </p15:guide>
        <p15:guide id="13" orient="horz" pos="891" userDrawn="1">
          <p15:clr>
            <a:srgbClr val="65CEFF"/>
          </p15:clr>
        </p15:guide>
        <p15:guide id="14" orient="horz" pos="2206" userDrawn="1">
          <p15:clr>
            <a:srgbClr val="65CEFF"/>
          </p15:clr>
        </p15:guide>
        <p15:guide id="15" orient="horz" pos="2343" userDrawn="1">
          <p15:clr>
            <a:srgbClr val="65CEFF"/>
          </p15:clr>
        </p15:guide>
        <p15:guide id="16" orient="horz" pos="3658" userDrawn="1">
          <p15:clr>
            <a:srgbClr val="65CEFF"/>
          </p15:clr>
        </p15:guide>
        <p15:guide id="17" orient="horz" pos="3885" userDrawn="1">
          <p15:clr>
            <a:srgbClr val="65CEFF"/>
          </p15:clr>
        </p15:guide>
        <p15:guide id="18" orient="horz" pos="4157" userDrawn="1">
          <p15:clr>
            <a:srgbClr val="65CEFF"/>
          </p15:clr>
        </p15:guide>
      </p15:sldGuideLst>
    </p:ext>
  </p:extLst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bleed color Light Sand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5CDB9E4A-37E0-45B2-BC93-C2EC503FB8F7}"/>
              </a:ext>
            </a:extLst>
          </p:cNvPr>
          <p:cNvSpPr>
            <a:spLocks noGrp="1"/>
          </p:cNvSpPr>
          <p:nvPr>
            <p:ph type="title"/>
          </p:nvPr>
        </p:nvSpPr>
        <p:spPr bwMode="black"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8" name="Siemens Logo">
            <a:extLst>
              <a:ext uri="{FF2B5EF4-FFF2-40B4-BE49-F238E27FC236}">
                <a16:creationId xmlns:a16="http://schemas.microsoft.com/office/drawing/2014/main" id="{1AC59AB3-8DAC-43B8-977E-A91337DC0825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 bwMode="black">
          <a:xfrm>
            <a:off x="10635188" y="6418800"/>
            <a:ext cx="1152000" cy="183168"/>
          </a:xfrm>
          <a:prstGeom prst="rect">
            <a:avLst/>
          </a:prstGeom>
        </p:spPr>
      </p:pic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16495290-0795-4AB1-8AEA-2BB78678362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black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Restricted | © Siemens 20XX | Author | Department | YYYY-MM-DD</a:t>
            </a:r>
            <a:endParaRPr lang="en-US" dirty="0"/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E8FC1C65-873A-4B8F-BB57-51EEBC35A1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black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381909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 userDrawn="1">
          <p15:clr>
            <a:srgbClr val="65CEFF"/>
          </p15:clr>
        </p15:guide>
        <p15:guide id="2" pos="2526" userDrawn="1">
          <p15:clr>
            <a:srgbClr val="65CEFF"/>
          </p15:clr>
        </p15:guide>
        <p15:guide id="3" pos="2708" userDrawn="1">
          <p15:clr>
            <a:srgbClr val="65CEFF"/>
          </p15:clr>
        </p15:guide>
        <p15:guide id="4" pos="3705" userDrawn="1">
          <p15:clr>
            <a:srgbClr val="65CEFF"/>
          </p15:clr>
        </p15:guide>
        <p15:guide id="5" pos="3978" userDrawn="1">
          <p15:clr>
            <a:srgbClr val="65CEFF"/>
          </p15:clr>
        </p15:guide>
        <p15:guide id="7" pos="4975" userDrawn="1">
          <p15:clr>
            <a:srgbClr val="65CEFF"/>
          </p15:clr>
        </p15:guide>
        <p15:guide id="8" pos="5157" userDrawn="1">
          <p15:clr>
            <a:srgbClr val="65CEFF"/>
          </p15:clr>
        </p15:guide>
        <p15:guide id="9" pos="6472" userDrawn="1">
          <p15:clr>
            <a:srgbClr val="65CEFF"/>
          </p15:clr>
        </p15:guide>
        <p15:guide id="10" pos="7425" userDrawn="1">
          <p15:clr>
            <a:srgbClr val="65CEFF"/>
          </p15:clr>
        </p15:guide>
        <p15:guide id="11" orient="horz" pos="302" userDrawn="1">
          <p15:clr>
            <a:srgbClr val="65CEFF"/>
          </p15:clr>
        </p15:guide>
        <p15:guide id="12" orient="horz" pos="664" userDrawn="1">
          <p15:clr>
            <a:srgbClr val="65CEFF"/>
          </p15:clr>
        </p15:guide>
        <p15:guide id="13" orient="horz" pos="891" userDrawn="1">
          <p15:clr>
            <a:srgbClr val="65CEFF"/>
          </p15:clr>
        </p15:guide>
        <p15:guide id="14" orient="horz" pos="2206" userDrawn="1">
          <p15:clr>
            <a:srgbClr val="65CEFF"/>
          </p15:clr>
        </p15:guide>
        <p15:guide id="15" orient="horz" pos="2343" userDrawn="1">
          <p15:clr>
            <a:srgbClr val="65CEFF"/>
          </p15:clr>
        </p15:guide>
        <p15:guide id="16" orient="horz" pos="3658" userDrawn="1">
          <p15:clr>
            <a:srgbClr val="65CEFF"/>
          </p15:clr>
        </p15:guide>
        <p15:guide id="17" orient="horz" pos="3885" userDrawn="1">
          <p15:clr>
            <a:srgbClr val="65CEFF"/>
          </p15:clr>
        </p15:guide>
        <p15:guide id="18" orient="horz" pos="4157" userDrawn="1">
          <p15:clr>
            <a:srgbClr val="65CEFF"/>
          </p15:clr>
        </p15:guide>
      </p15:sldGuideLst>
    </p:ext>
  </p:extLst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object (small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">
            <a:extLst>
              <a:ext uri="{FF2B5EF4-FFF2-40B4-BE49-F238E27FC236}">
                <a16:creationId xmlns:a16="http://schemas.microsoft.com/office/drawing/2014/main" id="{9C4633C1-8D3E-45A5-A522-817574663A85}"/>
              </a:ext>
            </a:extLst>
          </p:cNvPr>
          <p:cNvSpPr>
            <a:spLocks noGrp="1"/>
          </p:cNvSpPr>
          <p:nvPr>
            <p:ph type="title"/>
          </p:nvPr>
        </p:nvSpPr>
        <p:spPr bwMode="black"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py">
            <a:extLst>
              <a:ext uri="{FF2B5EF4-FFF2-40B4-BE49-F238E27FC236}">
                <a16:creationId xmlns:a16="http://schemas.microsoft.com/office/drawing/2014/main" id="{9CE7E2D8-94E8-4FE6-93A5-924CA3EC5315}"/>
              </a:ext>
            </a:extLst>
          </p:cNvPr>
          <p:cNvSpPr>
            <a:spLocks noGrp="1"/>
          </p:cNvSpPr>
          <p:nvPr>
            <p:ph idx="1"/>
          </p:nvPr>
        </p:nvSpPr>
        <p:spPr bwMode="black">
          <a:xfrm>
            <a:off x="411162" y="1414800"/>
            <a:ext cx="7199313" cy="4752000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dirty="0"/>
              <a:t>Seventh level</a:t>
            </a:r>
          </a:p>
          <a:p>
            <a:pPr lvl="7"/>
            <a:r>
              <a:rPr lang="en-US" dirty="0"/>
              <a:t>Eighth level</a:t>
            </a:r>
          </a:p>
          <a:p>
            <a:pPr lvl="8"/>
            <a:r>
              <a:rPr lang="en-US" dirty="0"/>
              <a:t>Ninth level</a:t>
            </a:r>
          </a:p>
        </p:txBody>
      </p:sp>
      <p:pic>
        <p:nvPicPr>
          <p:cNvPr id="8" name="Siemens Logo">
            <a:extLst>
              <a:ext uri="{FF2B5EF4-FFF2-40B4-BE49-F238E27FC236}">
                <a16:creationId xmlns:a16="http://schemas.microsoft.com/office/drawing/2014/main" id="{91EB517C-C8FD-4E2E-B744-DB952E96B47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 bwMode="black">
          <a:xfrm>
            <a:off x="10635188" y="6418800"/>
            <a:ext cx="1152000" cy="183168"/>
          </a:xfrm>
          <a:prstGeom prst="rect">
            <a:avLst/>
          </a:prstGeom>
        </p:spPr>
      </p:pic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E519D384-FA09-4D60-95A8-589F157A93F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black"/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7B1666FD-2258-443A-846C-6C7533C61D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black"/>
        <p:txBody>
          <a:bodyPr/>
          <a:lstStyle/>
          <a:p>
            <a:r>
              <a:rPr lang="en-US" dirty="0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29426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9" userDrawn="1">
          <p15:clr>
            <a:srgbClr val="65CEFF"/>
          </p15:clr>
        </p15:guide>
        <p15:guide id="2" pos="4794" userDrawn="1">
          <p15:clr>
            <a:srgbClr val="65CEFF"/>
          </p15:clr>
        </p15:guide>
        <p15:guide id="3" pos="6472" userDrawn="1">
          <p15:clr>
            <a:srgbClr val="65CEFF"/>
          </p15:clr>
        </p15:guide>
        <p15:guide id="4" pos="7425" userDrawn="1">
          <p15:clr>
            <a:srgbClr val="65CEFF"/>
          </p15:clr>
        </p15:guide>
        <p15:guide id="5" orient="horz" pos="302" userDrawn="1">
          <p15:clr>
            <a:srgbClr val="65CEFF"/>
          </p15:clr>
        </p15:guide>
        <p15:guide id="6" orient="horz" pos="664" userDrawn="1">
          <p15:clr>
            <a:srgbClr val="65CEFF"/>
          </p15:clr>
        </p15:guide>
        <p15:guide id="7" orient="horz" pos="891" userDrawn="1">
          <p15:clr>
            <a:srgbClr val="65CEFF"/>
          </p15:clr>
        </p15:guide>
        <p15:guide id="8" orient="horz" pos="3658" userDrawn="1">
          <p15:clr>
            <a:srgbClr val="65CEFF"/>
          </p15:clr>
        </p15:guide>
        <p15:guide id="9" orient="horz" pos="3885" userDrawn="1">
          <p15:clr>
            <a:srgbClr val="65CEFF"/>
          </p15:clr>
        </p15:guide>
        <p15:guide id="10" orient="horz" pos="4157" userDrawn="1">
          <p15:clr>
            <a:srgbClr val="65CEFF"/>
          </p15:clr>
        </p15:guide>
      </p15:sldGuideLst>
    </p:ext>
  </p:extLst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object (larg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">
            <a:extLst>
              <a:ext uri="{FF2B5EF4-FFF2-40B4-BE49-F238E27FC236}">
                <a16:creationId xmlns:a16="http://schemas.microsoft.com/office/drawing/2014/main" id="{9C4633C1-8D3E-45A5-A522-817574663A85}"/>
              </a:ext>
            </a:extLst>
          </p:cNvPr>
          <p:cNvSpPr>
            <a:spLocks noGrp="1"/>
          </p:cNvSpPr>
          <p:nvPr>
            <p:ph type="title"/>
          </p:nvPr>
        </p:nvSpPr>
        <p:spPr bwMode="black"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py">
            <a:extLst>
              <a:ext uri="{FF2B5EF4-FFF2-40B4-BE49-F238E27FC236}">
                <a16:creationId xmlns:a16="http://schemas.microsoft.com/office/drawing/2014/main" id="{9CE7E2D8-94E8-4FE6-93A5-924CA3EC5315}"/>
              </a:ext>
            </a:extLst>
          </p:cNvPr>
          <p:cNvSpPr>
            <a:spLocks noGrp="1"/>
          </p:cNvSpPr>
          <p:nvPr>
            <p:ph idx="1"/>
          </p:nvPr>
        </p:nvSpPr>
        <p:spPr bwMode="black">
          <a:xfrm>
            <a:off x="411162" y="1414800"/>
            <a:ext cx="11376026" cy="4752000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dirty="0"/>
              <a:t>Seventh level</a:t>
            </a:r>
          </a:p>
          <a:p>
            <a:pPr lvl="7"/>
            <a:r>
              <a:rPr lang="en-US" dirty="0"/>
              <a:t>Eighth level</a:t>
            </a:r>
          </a:p>
          <a:p>
            <a:pPr lvl="8"/>
            <a:r>
              <a:rPr lang="en-US" dirty="0"/>
              <a:t>Ninth level</a:t>
            </a:r>
          </a:p>
        </p:txBody>
      </p:sp>
      <p:pic>
        <p:nvPicPr>
          <p:cNvPr id="9" name="Siemens Logo">
            <a:extLst>
              <a:ext uri="{FF2B5EF4-FFF2-40B4-BE49-F238E27FC236}">
                <a16:creationId xmlns:a16="http://schemas.microsoft.com/office/drawing/2014/main" id="{2EA6CE5F-6FF7-4E0A-AEB2-1A7C43CE05C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 bwMode="black">
          <a:xfrm>
            <a:off x="10635188" y="6418800"/>
            <a:ext cx="1152000" cy="183168"/>
          </a:xfrm>
          <a:prstGeom prst="rect">
            <a:avLst/>
          </a:prstGeom>
        </p:spPr>
      </p:pic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7367E6C0-4D2C-4C5F-86D8-A2CFF0EB3D6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black"/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6F746812-65E3-4C09-AC38-B0CFE93C8A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black"/>
        <p:txBody>
          <a:bodyPr/>
          <a:lstStyle/>
          <a:p>
            <a:r>
              <a:rPr lang="en-US" dirty="0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76545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9" userDrawn="1">
          <p15:clr>
            <a:srgbClr val="65CEFF"/>
          </p15:clr>
        </p15:guide>
        <p15:guide id="2" pos="6472" userDrawn="1">
          <p15:clr>
            <a:srgbClr val="65CEFF"/>
          </p15:clr>
        </p15:guide>
        <p15:guide id="3" pos="7425" userDrawn="1">
          <p15:clr>
            <a:srgbClr val="65CEFF"/>
          </p15:clr>
        </p15:guide>
        <p15:guide id="4" orient="horz" pos="302" userDrawn="1">
          <p15:clr>
            <a:srgbClr val="65CEFF"/>
          </p15:clr>
        </p15:guide>
        <p15:guide id="5" orient="horz" pos="664" userDrawn="1">
          <p15:clr>
            <a:srgbClr val="65CEFF"/>
          </p15:clr>
        </p15:guide>
        <p15:guide id="6" orient="horz" pos="891" userDrawn="1">
          <p15:clr>
            <a:srgbClr val="65CEFF"/>
          </p15:clr>
        </p15:guide>
        <p15:guide id="7" orient="horz" pos="3658" userDrawn="1">
          <p15:clr>
            <a:srgbClr val="65CEFF"/>
          </p15:clr>
        </p15:guide>
        <p15:guide id="8" orient="horz" pos="3885" userDrawn="1">
          <p15:clr>
            <a:srgbClr val="65CEFF"/>
          </p15:clr>
        </p15:guide>
        <p15:guide id="9" orient="horz" pos="4157" userDrawn="1">
          <p15:clr>
            <a:srgbClr val="65CEFF"/>
          </p15:clr>
        </p15:guide>
      </p15:sldGuideLst>
    </p:ext>
  </p:extLst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">
            <a:extLst>
              <a:ext uri="{FF2B5EF4-FFF2-40B4-BE49-F238E27FC236}">
                <a16:creationId xmlns:a16="http://schemas.microsoft.com/office/drawing/2014/main" id="{39939C22-A735-46A9-A277-A4B1B330F31C}"/>
              </a:ext>
            </a:extLst>
          </p:cNvPr>
          <p:cNvSpPr>
            <a:spLocks noGrp="1"/>
          </p:cNvSpPr>
          <p:nvPr>
            <p:ph type="title"/>
          </p:nvPr>
        </p:nvSpPr>
        <p:spPr bwMode="black"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py 1">
            <a:extLst>
              <a:ext uri="{FF2B5EF4-FFF2-40B4-BE49-F238E27FC236}">
                <a16:creationId xmlns:a16="http://schemas.microsoft.com/office/drawing/2014/main" id="{A8B1D58A-DC84-4573-957E-9BEA9AAB308E}"/>
              </a:ext>
            </a:extLst>
          </p:cNvPr>
          <p:cNvSpPr>
            <a:spLocks noGrp="1"/>
          </p:cNvSpPr>
          <p:nvPr>
            <p:ph sz="half" idx="1"/>
          </p:nvPr>
        </p:nvSpPr>
        <p:spPr bwMode="black">
          <a:xfrm>
            <a:off x="411162" y="1414800"/>
            <a:ext cx="5470526" cy="4752000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dirty="0"/>
              <a:t>Seventh level</a:t>
            </a:r>
          </a:p>
          <a:p>
            <a:pPr lvl="7"/>
            <a:r>
              <a:rPr lang="en-US" dirty="0"/>
              <a:t>Eighth level</a:t>
            </a:r>
          </a:p>
          <a:p>
            <a:pPr lvl="8"/>
            <a:r>
              <a:rPr lang="en-US" dirty="0"/>
              <a:t>Ninth level</a:t>
            </a:r>
          </a:p>
        </p:txBody>
      </p:sp>
      <p:sp>
        <p:nvSpPr>
          <p:cNvPr id="4" name="Copy 2">
            <a:extLst>
              <a:ext uri="{FF2B5EF4-FFF2-40B4-BE49-F238E27FC236}">
                <a16:creationId xmlns:a16="http://schemas.microsoft.com/office/drawing/2014/main" id="{BF3FF41E-3844-4153-B955-A1F3E9EC1D30}"/>
              </a:ext>
            </a:extLst>
          </p:cNvPr>
          <p:cNvSpPr>
            <a:spLocks noGrp="1"/>
          </p:cNvSpPr>
          <p:nvPr>
            <p:ph sz="half" idx="2"/>
          </p:nvPr>
        </p:nvSpPr>
        <p:spPr bwMode="black">
          <a:xfrm>
            <a:off x="6315075" y="1414800"/>
            <a:ext cx="5465763" cy="4752000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dirty="0"/>
              <a:t>Seventh level</a:t>
            </a:r>
          </a:p>
          <a:p>
            <a:pPr lvl="7"/>
            <a:r>
              <a:rPr lang="en-US" dirty="0"/>
              <a:t>Eighth level</a:t>
            </a:r>
          </a:p>
          <a:p>
            <a:pPr lvl="8"/>
            <a:r>
              <a:rPr lang="en-US" dirty="0"/>
              <a:t>Ninth level</a:t>
            </a:r>
          </a:p>
        </p:txBody>
      </p:sp>
      <p:pic>
        <p:nvPicPr>
          <p:cNvPr id="10" name="Siemens Logo">
            <a:extLst>
              <a:ext uri="{FF2B5EF4-FFF2-40B4-BE49-F238E27FC236}">
                <a16:creationId xmlns:a16="http://schemas.microsoft.com/office/drawing/2014/main" id="{6FCACBED-2537-4F3E-8D2C-E60141005364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 bwMode="black">
          <a:xfrm>
            <a:off x="10635188" y="6418800"/>
            <a:ext cx="1152000" cy="183168"/>
          </a:xfrm>
          <a:prstGeom prst="rect">
            <a:avLst/>
          </a:prstGeom>
        </p:spPr>
      </p:pic>
      <p:sp>
        <p:nvSpPr>
          <p:cNvPr id="6" name="Footer Placeholder">
            <a:extLst>
              <a:ext uri="{FF2B5EF4-FFF2-40B4-BE49-F238E27FC236}">
                <a16:creationId xmlns:a16="http://schemas.microsoft.com/office/drawing/2014/main" id="{33A503D1-D234-4258-9A03-D858B10BA46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black"/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21AA656B-0BAF-4B75-90BE-93CAC5946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black"/>
        <p:txBody>
          <a:bodyPr/>
          <a:lstStyle/>
          <a:p>
            <a:r>
              <a:rPr lang="en-US" dirty="0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14395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9" userDrawn="1">
          <p15:clr>
            <a:srgbClr val="65CEFF"/>
          </p15:clr>
        </p15:guide>
        <p15:guide id="2" pos="3705" userDrawn="1">
          <p15:clr>
            <a:srgbClr val="65CEFF"/>
          </p15:clr>
        </p15:guide>
        <p15:guide id="3" pos="3978" userDrawn="1">
          <p15:clr>
            <a:srgbClr val="65CEFF"/>
          </p15:clr>
        </p15:guide>
        <p15:guide id="4" pos="6472" userDrawn="1">
          <p15:clr>
            <a:srgbClr val="65CEFF"/>
          </p15:clr>
        </p15:guide>
        <p15:guide id="5" pos="7425" userDrawn="1">
          <p15:clr>
            <a:srgbClr val="65CEFF"/>
          </p15:clr>
        </p15:guide>
        <p15:guide id="6" orient="horz" pos="302" userDrawn="1">
          <p15:clr>
            <a:srgbClr val="65CEFF"/>
          </p15:clr>
        </p15:guide>
        <p15:guide id="7" orient="horz" pos="664" userDrawn="1">
          <p15:clr>
            <a:srgbClr val="65CEFF"/>
          </p15:clr>
        </p15:guide>
        <p15:guide id="8" orient="horz" pos="891" userDrawn="1">
          <p15:clr>
            <a:srgbClr val="65CEFF"/>
          </p15:clr>
        </p15:guide>
        <p15:guide id="9" orient="horz" pos="3658" userDrawn="1">
          <p15:clr>
            <a:srgbClr val="65CEFF"/>
          </p15:clr>
        </p15:guide>
        <p15:guide id="10" orient="horz" pos="3885" userDrawn="1">
          <p15:clr>
            <a:srgbClr val="65CEFF"/>
          </p15:clr>
        </p15:guide>
        <p15:guide id="11" orient="horz" pos="4157" userDrawn="1">
          <p15:clr>
            <a:srgbClr val="65CEFF"/>
          </p15:clr>
        </p15:guide>
      </p15:sldGuideLst>
    </p:ext>
  </p:extLst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">
            <a:extLst>
              <a:ext uri="{FF2B5EF4-FFF2-40B4-BE49-F238E27FC236}">
                <a16:creationId xmlns:a16="http://schemas.microsoft.com/office/drawing/2014/main" id="{39939C22-A735-46A9-A277-A4B1B330F31C}"/>
              </a:ext>
            </a:extLst>
          </p:cNvPr>
          <p:cNvSpPr>
            <a:spLocks noGrp="1"/>
          </p:cNvSpPr>
          <p:nvPr>
            <p:ph type="title"/>
          </p:nvPr>
        </p:nvSpPr>
        <p:spPr bwMode="black"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py 1">
            <a:extLst>
              <a:ext uri="{FF2B5EF4-FFF2-40B4-BE49-F238E27FC236}">
                <a16:creationId xmlns:a16="http://schemas.microsoft.com/office/drawing/2014/main" id="{A8B1D58A-DC84-4573-957E-9BEA9AAB308E}"/>
              </a:ext>
            </a:extLst>
          </p:cNvPr>
          <p:cNvSpPr>
            <a:spLocks noGrp="1"/>
          </p:cNvSpPr>
          <p:nvPr>
            <p:ph sz="half" idx="1"/>
          </p:nvPr>
        </p:nvSpPr>
        <p:spPr bwMode="black">
          <a:xfrm>
            <a:off x="411162" y="1414800"/>
            <a:ext cx="3600000" cy="4752000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dirty="0"/>
              <a:t>Seventh level</a:t>
            </a:r>
          </a:p>
          <a:p>
            <a:pPr lvl="7"/>
            <a:r>
              <a:rPr lang="en-US" dirty="0"/>
              <a:t>Eighth level</a:t>
            </a:r>
          </a:p>
          <a:p>
            <a:pPr lvl="8"/>
            <a:r>
              <a:rPr lang="en-US" dirty="0"/>
              <a:t>Ninth level</a:t>
            </a:r>
          </a:p>
        </p:txBody>
      </p:sp>
      <p:sp>
        <p:nvSpPr>
          <p:cNvPr id="4" name="Copy 2">
            <a:extLst>
              <a:ext uri="{FF2B5EF4-FFF2-40B4-BE49-F238E27FC236}">
                <a16:creationId xmlns:a16="http://schemas.microsoft.com/office/drawing/2014/main" id="{BF3FF41E-3844-4153-B955-A1F3E9EC1D30}"/>
              </a:ext>
            </a:extLst>
          </p:cNvPr>
          <p:cNvSpPr>
            <a:spLocks noGrp="1"/>
          </p:cNvSpPr>
          <p:nvPr>
            <p:ph sz="half" idx="2"/>
          </p:nvPr>
        </p:nvSpPr>
        <p:spPr bwMode="black">
          <a:xfrm>
            <a:off x="4298400" y="1414800"/>
            <a:ext cx="3600000" cy="4752000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dirty="0"/>
              <a:t>Seventh level</a:t>
            </a:r>
          </a:p>
          <a:p>
            <a:pPr lvl="7"/>
            <a:r>
              <a:rPr lang="en-US" dirty="0"/>
              <a:t>Eighth level</a:t>
            </a:r>
          </a:p>
          <a:p>
            <a:pPr lvl="8"/>
            <a:r>
              <a:rPr lang="en-US" dirty="0"/>
              <a:t>Ninth level</a:t>
            </a:r>
          </a:p>
        </p:txBody>
      </p:sp>
      <p:sp>
        <p:nvSpPr>
          <p:cNvPr id="9" name="Copy 3">
            <a:extLst>
              <a:ext uri="{FF2B5EF4-FFF2-40B4-BE49-F238E27FC236}">
                <a16:creationId xmlns:a16="http://schemas.microsoft.com/office/drawing/2014/main" id="{F020B491-E63A-4FB5-94ED-2BC31EB35C33}"/>
              </a:ext>
            </a:extLst>
          </p:cNvPr>
          <p:cNvSpPr>
            <a:spLocks noGrp="1"/>
          </p:cNvSpPr>
          <p:nvPr>
            <p:ph sz="half" idx="12"/>
          </p:nvPr>
        </p:nvSpPr>
        <p:spPr bwMode="black">
          <a:xfrm>
            <a:off x="8186400" y="1414800"/>
            <a:ext cx="3600000" cy="4752000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dirty="0"/>
              <a:t>Seventh level</a:t>
            </a:r>
          </a:p>
          <a:p>
            <a:pPr lvl="7"/>
            <a:r>
              <a:rPr lang="en-US" dirty="0"/>
              <a:t>Eighth level</a:t>
            </a:r>
          </a:p>
          <a:p>
            <a:pPr lvl="8"/>
            <a:r>
              <a:rPr lang="en-US" dirty="0"/>
              <a:t>Ninth level</a:t>
            </a:r>
          </a:p>
        </p:txBody>
      </p:sp>
      <p:pic>
        <p:nvPicPr>
          <p:cNvPr id="10" name="Siemens Logo">
            <a:extLst>
              <a:ext uri="{FF2B5EF4-FFF2-40B4-BE49-F238E27FC236}">
                <a16:creationId xmlns:a16="http://schemas.microsoft.com/office/drawing/2014/main" id="{6FCACBED-2537-4F3E-8D2C-E60141005364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 bwMode="black">
          <a:xfrm>
            <a:off x="10635188" y="6418800"/>
            <a:ext cx="1152000" cy="183168"/>
          </a:xfrm>
          <a:prstGeom prst="rect">
            <a:avLst/>
          </a:prstGeom>
        </p:spPr>
      </p:pic>
      <p:sp>
        <p:nvSpPr>
          <p:cNvPr id="6" name="Footer Placeholder">
            <a:extLst>
              <a:ext uri="{FF2B5EF4-FFF2-40B4-BE49-F238E27FC236}">
                <a16:creationId xmlns:a16="http://schemas.microsoft.com/office/drawing/2014/main" id="{E613FA68-C74A-4621-9563-250388EBCC8B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 bwMode="black"/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F9117D9C-D502-472C-A3C8-FA9087A2ED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 bwMode="black"/>
        <p:txBody>
          <a:bodyPr/>
          <a:lstStyle/>
          <a:p>
            <a:r>
              <a:rPr lang="en-US" dirty="0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891067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9" userDrawn="1">
          <p15:clr>
            <a:srgbClr val="65CEFF"/>
          </p15:clr>
        </p15:guide>
        <p15:guide id="2" pos="2526" userDrawn="1">
          <p15:clr>
            <a:srgbClr val="65CEFF"/>
          </p15:clr>
        </p15:guide>
        <p15:guide id="3" pos="2708" userDrawn="1">
          <p15:clr>
            <a:srgbClr val="65CEFF"/>
          </p15:clr>
        </p15:guide>
        <p15:guide id="4" pos="4975" userDrawn="1">
          <p15:clr>
            <a:srgbClr val="65CEFF"/>
          </p15:clr>
        </p15:guide>
        <p15:guide id="5" pos="5157" userDrawn="1">
          <p15:clr>
            <a:srgbClr val="65CEFF"/>
          </p15:clr>
        </p15:guide>
        <p15:guide id="6" pos="6472" userDrawn="1">
          <p15:clr>
            <a:srgbClr val="65CEFF"/>
          </p15:clr>
        </p15:guide>
        <p15:guide id="7" pos="7425" userDrawn="1">
          <p15:clr>
            <a:srgbClr val="65CEFF"/>
          </p15:clr>
        </p15:guide>
        <p15:guide id="8" orient="horz" pos="302" userDrawn="1">
          <p15:clr>
            <a:srgbClr val="65CEFF"/>
          </p15:clr>
        </p15:guide>
        <p15:guide id="9" orient="horz" pos="664" userDrawn="1">
          <p15:clr>
            <a:srgbClr val="65CEFF"/>
          </p15:clr>
        </p15:guide>
        <p15:guide id="10" orient="horz" pos="891" userDrawn="1">
          <p15:clr>
            <a:srgbClr val="65CEFF"/>
          </p15:clr>
        </p15:guide>
        <p15:guide id="11" orient="horz" pos="3658" userDrawn="1">
          <p15:clr>
            <a:srgbClr val="65CEFF"/>
          </p15:clr>
        </p15:guide>
        <p15:guide id="12" orient="horz" pos="3885" userDrawn="1">
          <p15:clr>
            <a:srgbClr val="65CEFF"/>
          </p15:clr>
        </p15:guide>
        <p15:guide id="13" orient="horz" pos="4157" userDrawn="1">
          <p15:clr>
            <a:srgbClr val="65CEFF"/>
          </p15:clr>
        </p15:guide>
      </p15:sldGuideLst>
    </p:ext>
  </p:extLst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objec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">
            <a:extLst>
              <a:ext uri="{FF2B5EF4-FFF2-40B4-BE49-F238E27FC236}">
                <a16:creationId xmlns:a16="http://schemas.microsoft.com/office/drawing/2014/main" id="{39939C22-A735-46A9-A277-A4B1B330F31C}"/>
              </a:ext>
            </a:extLst>
          </p:cNvPr>
          <p:cNvSpPr>
            <a:spLocks noGrp="1"/>
          </p:cNvSpPr>
          <p:nvPr>
            <p:ph type="title"/>
          </p:nvPr>
        </p:nvSpPr>
        <p:spPr bwMode="black"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py 1">
            <a:extLst>
              <a:ext uri="{FF2B5EF4-FFF2-40B4-BE49-F238E27FC236}">
                <a16:creationId xmlns:a16="http://schemas.microsoft.com/office/drawing/2014/main" id="{A8B1D58A-DC84-4573-957E-9BEA9AAB308E}"/>
              </a:ext>
            </a:extLst>
          </p:cNvPr>
          <p:cNvSpPr>
            <a:spLocks noGrp="1"/>
          </p:cNvSpPr>
          <p:nvPr>
            <p:ph sz="half" idx="1"/>
          </p:nvPr>
        </p:nvSpPr>
        <p:spPr bwMode="black">
          <a:xfrm>
            <a:off x="411162" y="1414800"/>
            <a:ext cx="5470526" cy="208800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dirty="0"/>
              <a:t>Seventh level</a:t>
            </a:r>
          </a:p>
          <a:p>
            <a:pPr lvl="7"/>
            <a:r>
              <a:rPr lang="en-US" dirty="0"/>
              <a:t>Eighth level</a:t>
            </a:r>
          </a:p>
          <a:p>
            <a:pPr lvl="8"/>
            <a:r>
              <a:rPr lang="en-US" dirty="0"/>
              <a:t>Ninth level</a:t>
            </a:r>
          </a:p>
        </p:txBody>
      </p:sp>
      <p:sp>
        <p:nvSpPr>
          <p:cNvPr id="9" name="Copy 2">
            <a:extLst>
              <a:ext uri="{FF2B5EF4-FFF2-40B4-BE49-F238E27FC236}">
                <a16:creationId xmlns:a16="http://schemas.microsoft.com/office/drawing/2014/main" id="{2871E7F7-6A93-4406-8617-80D9CFF396A8}"/>
              </a:ext>
            </a:extLst>
          </p:cNvPr>
          <p:cNvSpPr>
            <a:spLocks noGrp="1"/>
          </p:cNvSpPr>
          <p:nvPr>
            <p:ph sz="half" idx="12"/>
          </p:nvPr>
        </p:nvSpPr>
        <p:spPr bwMode="black">
          <a:xfrm>
            <a:off x="411162" y="3718800"/>
            <a:ext cx="5470526" cy="208800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dirty="0"/>
              <a:t>Seventh level</a:t>
            </a:r>
          </a:p>
          <a:p>
            <a:pPr lvl="7"/>
            <a:r>
              <a:rPr lang="en-US" dirty="0"/>
              <a:t>Eighth level</a:t>
            </a:r>
          </a:p>
          <a:p>
            <a:pPr lvl="8"/>
            <a:r>
              <a:rPr lang="en-US" dirty="0"/>
              <a:t>Ninth level</a:t>
            </a:r>
          </a:p>
        </p:txBody>
      </p:sp>
      <p:sp>
        <p:nvSpPr>
          <p:cNvPr id="4" name="Copy 3">
            <a:extLst>
              <a:ext uri="{FF2B5EF4-FFF2-40B4-BE49-F238E27FC236}">
                <a16:creationId xmlns:a16="http://schemas.microsoft.com/office/drawing/2014/main" id="{BF3FF41E-3844-4153-B955-A1F3E9EC1D30}"/>
              </a:ext>
            </a:extLst>
          </p:cNvPr>
          <p:cNvSpPr>
            <a:spLocks noGrp="1"/>
          </p:cNvSpPr>
          <p:nvPr>
            <p:ph sz="half" idx="2"/>
          </p:nvPr>
        </p:nvSpPr>
        <p:spPr bwMode="black">
          <a:xfrm>
            <a:off x="6315075" y="1414800"/>
            <a:ext cx="5465763" cy="208800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dirty="0"/>
              <a:t>Seventh level</a:t>
            </a:r>
          </a:p>
          <a:p>
            <a:pPr lvl="7"/>
            <a:r>
              <a:rPr lang="en-US" dirty="0"/>
              <a:t>Eighth level</a:t>
            </a:r>
          </a:p>
          <a:p>
            <a:pPr lvl="8"/>
            <a:r>
              <a:rPr lang="en-US" dirty="0"/>
              <a:t>Ninth level</a:t>
            </a:r>
          </a:p>
        </p:txBody>
      </p:sp>
      <p:sp>
        <p:nvSpPr>
          <p:cNvPr id="12" name="Copy 4">
            <a:extLst>
              <a:ext uri="{FF2B5EF4-FFF2-40B4-BE49-F238E27FC236}">
                <a16:creationId xmlns:a16="http://schemas.microsoft.com/office/drawing/2014/main" id="{7AD3B9B1-3210-46C8-8222-A0E11719EB88}"/>
              </a:ext>
            </a:extLst>
          </p:cNvPr>
          <p:cNvSpPr>
            <a:spLocks noGrp="1"/>
          </p:cNvSpPr>
          <p:nvPr>
            <p:ph sz="half" idx="13"/>
          </p:nvPr>
        </p:nvSpPr>
        <p:spPr bwMode="black">
          <a:xfrm>
            <a:off x="6315075" y="3718800"/>
            <a:ext cx="5465763" cy="208800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dirty="0"/>
              <a:t>Seventh level</a:t>
            </a:r>
          </a:p>
          <a:p>
            <a:pPr lvl="7"/>
            <a:r>
              <a:rPr lang="en-US" dirty="0"/>
              <a:t>Eighth level</a:t>
            </a:r>
          </a:p>
          <a:p>
            <a:pPr lvl="8"/>
            <a:r>
              <a:rPr lang="en-US" dirty="0"/>
              <a:t>Ninth level</a:t>
            </a:r>
          </a:p>
        </p:txBody>
      </p:sp>
      <p:pic>
        <p:nvPicPr>
          <p:cNvPr id="10" name="Siemens Logo">
            <a:extLst>
              <a:ext uri="{FF2B5EF4-FFF2-40B4-BE49-F238E27FC236}">
                <a16:creationId xmlns:a16="http://schemas.microsoft.com/office/drawing/2014/main" id="{6FCACBED-2537-4F3E-8D2C-E60141005364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 bwMode="black">
          <a:xfrm>
            <a:off x="10635188" y="6418800"/>
            <a:ext cx="1152000" cy="183168"/>
          </a:xfrm>
          <a:prstGeom prst="rect">
            <a:avLst/>
          </a:prstGeom>
        </p:spPr>
      </p:pic>
      <p:sp>
        <p:nvSpPr>
          <p:cNvPr id="6" name="Footer Placeholder">
            <a:extLst>
              <a:ext uri="{FF2B5EF4-FFF2-40B4-BE49-F238E27FC236}">
                <a16:creationId xmlns:a16="http://schemas.microsoft.com/office/drawing/2014/main" id="{1DF6F0C8-00D9-4034-B3CC-D376702BE1C8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 bwMode="black"/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53D55964-F7E8-48E3-84D5-FE4FE835C5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 bwMode="black"/>
        <p:txBody>
          <a:bodyPr/>
          <a:lstStyle/>
          <a:p>
            <a:r>
              <a:rPr lang="en-US" dirty="0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38607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9" userDrawn="1">
          <p15:clr>
            <a:srgbClr val="65CEFF"/>
          </p15:clr>
        </p15:guide>
        <p15:guide id="2" pos="3705" userDrawn="1">
          <p15:clr>
            <a:srgbClr val="65CEFF"/>
          </p15:clr>
        </p15:guide>
        <p15:guide id="3" pos="3978" userDrawn="1">
          <p15:clr>
            <a:srgbClr val="65CEFF"/>
          </p15:clr>
        </p15:guide>
        <p15:guide id="4" pos="6472" userDrawn="1">
          <p15:clr>
            <a:srgbClr val="65CEFF"/>
          </p15:clr>
        </p15:guide>
        <p15:guide id="5" pos="7425" userDrawn="1">
          <p15:clr>
            <a:srgbClr val="65CEFF"/>
          </p15:clr>
        </p15:guide>
        <p15:guide id="6" orient="horz" pos="302" userDrawn="1">
          <p15:clr>
            <a:srgbClr val="65CEFF"/>
          </p15:clr>
        </p15:guide>
        <p15:guide id="7" orient="horz" pos="664" userDrawn="1">
          <p15:clr>
            <a:srgbClr val="65CEFF"/>
          </p15:clr>
        </p15:guide>
        <p15:guide id="8" orient="horz" pos="891" userDrawn="1">
          <p15:clr>
            <a:srgbClr val="65CEFF"/>
          </p15:clr>
        </p15:guide>
        <p15:guide id="9" orient="horz" pos="2206" userDrawn="1">
          <p15:clr>
            <a:srgbClr val="65CEFF"/>
          </p15:clr>
        </p15:guide>
        <p15:guide id="10" orient="horz" pos="2343" userDrawn="1">
          <p15:clr>
            <a:srgbClr val="65CEFF"/>
          </p15:clr>
        </p15:guide>
        <p15:guide id="11" orient="horz" pos="3658" userDrawn="1">
          <p15:clr>
            <a:srgbClr val="65CEFF"/>
          </p15:clr>
        </p15:guide>
        <p15:guide id="12" orient="horz" pos="3885" userDrawn="1">
          <p15:clr>
            <a:srgbClr val="65CEFF"/>
          </p15:clr>
        </p15:guide>
        <p15:guide id="13" orient="horz" pos="4157" userDrawn="1">
          <p15:clr>
            <a:srgbClr val="65CEFF"/>
          </p15:clr>
        </p15:guide>
      </p15:sldGuideLst>
    </p:ext>
  </p:extLst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s (Spotligh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E568133C-15D2-4F33-802E-DF15E7891829}"/>
              </a:ext>
            </a:extLst>
          </p:cNvPr>
          <p:cNvSpPr>
            <a:spLocks noGrp="1"/>
          </p:cNvSpPr>
          <p:nvPr>
            <p:ph type="title"/>
          </p:nvPr>
        </p:nvSpPr>
        <p:spPr bwMode="black"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7" name="Picture Placeholder">
            <a:extLst>
              <a:ext uri="{FF2B5EF4-FFF2-40B4-BE49-F238E27FC236}">
                <a16:creationId xmlns:a16="http://schemas.microsoft.com/office/drawing/2014/main" id="{90866A30-329B-420B-B42B-2C69E0DE6D9B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 bwMode="ltGray">
          <a:xfrm>
            <a:off x="411161" y="1414800"/>
            <a:ext cx="7199313" cy="4752000"/>
          </a:xfrm>
          <a:solidFill>
            <a:srgbClr val="9999A9"/>
          </a:solidFill>
        </p:spPr>
        <p:txBody>
          <a:bodyPr lIns="144000" tIns="108000" rIns="144000" bIns="108000">
            <a:noAutofit/>
          </a:bodyPr>
          <a:lstStyle/>
          <a:p>
            <a:r>
              <a:rPr lang="en-US" dirty="0"/>
              <a:t>Thematic picture</a:t>
            </a:r>
          </a:p>
        </p:txBody>
      </p:sp>
      <p:sp>
        <p:nvSpPr>
          <p:cNvPr id="4" name="Copy">
            <a:extLst>
              <a:ext uri="{FF2B5EF4-FFF2-40B4-BE49-F238E27FC236}">
                <a16:creationId xmlns:a16="http://schemas.microsoft.com/office/drawing/2014/main" id="{BF3FF41E-3844-4153-B955-A1F3E9EC1D30}"/>
              </a:ext>
            </a:extLst>
          </p:cNvPr>
          <p:cNvSpPr>
            <a:spLocks noGrp="1"/>
          </p:cNvSpPr>
          <p:nvPr>
            <p:ph sz="half" idx="2"/>
          </p:nvPr>
        </p:nvSpPr>
        <p:spPr bwMode="black">
          <a:xfrm>
            <a:off x="8043189" y="1414800"/>
            <a:ext cx="3744000" cy="4752000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dirty="0"/>
              <a:t>Seventh level</a:t>
            </a:r>
          </a:p>
          <a:p>
            <a:pPr lvl="7"/>
            <a:r>
              <a:rPr lang="en-US" dirty="0"/>
              <a:t>Eighth level</a:t>
            </a:r>
          </a:p>
          <a:p>
            <a:pPr lvl="8"/>
            <a:r>
              <a:rPr lang="en-US" dirty="0"/>
              <a:t>Ninth level</a:t>
            </a:r>
          </a:p>
        </p:txBody>
      </p:sp>
      <p:pic>
        <p:nvPicPr>
          <p:cNvPr id="9" name="Siemens Logo">
            <a:extLst>
              <a:ext uri="{FF2B5EF4-FFF2-40B4-BE49-F238E27FC236}">
                <a16:creationId xmlns:a16="http://schemas.microsoft.com/office/drawing/2014/main" id="{F468BE17-5D03-45C2-9D37-CF354AAA9589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 bwMode="black">
          <a:xfrm>
            <a:off x="10635188" y="6418800"/>
            <a:ext cx="1152000" cy="183168"/>
          </a:xfrm>
          <a:prstGeom prst="rect">
            <a:avLst/>
          </a:prstGeom>
        </p:spPr>
      </p:pic>
      <p:sp>
        <p:nvSpPr>
          <p:cNvPr id="3" name="Footer Placeholder">
            <a:extLst>
              <a:ext uri="{FF2B5EF4-FFF2-40B4-BE49-F238E27FC236}">
                <a16:creationId xmlns:a16="http://schemas.microsoft.com/office/drawing/2014/main" id="{33756E69-CA2F-47EC-9D32-CB09C4CD83F1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 bwMode="black"/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sp>
        <p:nvSpPr>
          <p:cNvPr id="5" name="Slide Number Placeholder">
            <a:extLst>
              <a:ext uri="{FF2B5EF4-FFF2-40B4-BE49-F238E27FC236}">
                <a16:creationId xmlns:a16="http://schemas.microsoft.com/office/drawing/2014/main" id="{95022CCB-0484-488B-8637-222C3919B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 bwMode="black"/>
        <p:txBody>
          <a:bodyPr/>
          <a:lstStyle/>
          <a:p>
            <a:r>
              <a:rPr lang="en-US" dirty="0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84888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9" userDrawn="1">
          <p15:clr>
            <a:srgbClr val="65CEFF"/>
          </p15:clr>
        </p15:guide>
        <p15:guide id="2" pos="4794" userDrawn="1">
          <p15:clr>
            <a:srgbClr val="65CEFF"/>
          </p15:clr>
        </p15:guide>
        <p15:guide id="3" pos="5066" userDrawn="1">
          <p15:clr>
            <a:srgbClr val="65CEFF"/>
          </p15:clr>
        </p15:guide>
        <p15:guide id="4" pos="6472" userDrawn="1">
          <p15:clr>
            <a:srgbClr val="65CEFF"/>
          </p15:clr>
        </p15:guide>
        <p15:guide id="5" pos="7425" userDrawn="1">
          <p15:clr>
            <a:srgbClr val="65CEFF"/>
          </p15:clr>
        </p15:guide>
        <p15:guide id="6" orient="horz" pos="302" userDrawn="1">
          <p15:clr>
            <a:srgbClr val="65CEFF"/>
          </p15:clr>
        </p15:guide>
        <p15:guide id="7" orient="horz" pos="664" userDrawn="1">
          <p15:clr>
            <a:srgbClr val="65CEFF"/>
          </p15:clr>
        </p15:guide>
        <p15:guide id="8" orient="horz" pos="891" userDrawn="1">
          <p15:clr>
            <a:srgbClr val="65CEFF"/>
          </p15:clr>
        </p15:guide>
        <p15:guide id="9" orient="horz" pos="3658" userDrawn="1">
          <p15:clr>
            <a:srgbClr val="65CEFF"/>
          </p15:clr>
        </p15:guide>
        <p15:guide id="10" orient="horz" pos="3885" userDrawn="1">
          <p15:clr>
            <a:srgbClr val="65CEFF"/>
          </p15:clr>
        </p15:guide>
        <p15:guide id="11" orient="horz" pos="4157" userDrawn="1">
          <p15:clr>
            <a:srgbClr val="65CEFF"/>
          </p15:clr>
        </p15:guide>
      </p15:sldGuideLst>
    </p:ext>
  </p:extLst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table (larg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">
            <a:extLst>
              <a:ext uri="{FF2B5EF4-FFF2-40B4-BE49-F238E27FC236}">
                <a16:creationId xmlns:a16="http://schemas.microsoft.com/office/drawing/2014/main" id="{9C4633C1-8D3E-45A5-A522-817574663A85}"/>
              </a:ext>
            </a:extLst>
          </p:cNvPr>
          <p:cNvSpPr>
            <a:spLocks noGrp="1"/>
          </p:cNvSpPr>
          <p:nvPr>
            <p:ph type="title"/>
          </p:nvPr>
        </p:nvSpPr>
        <p:spPr bwMode="black"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Table Placeholder">
            <a:extLst>
              <a:ext uri="{FF2B5EF4-FFF2-40B4-BE49-F238E27FC236}">
                <a16:creationId xmlns:a16="http://schemas.microsoft.com/office/drawing/2014/main" id="{D41D1FE0-EDDA-47B8-BF1F-831D4733C32A}"/>
              </a:ext>
            </a:extLst>
          </p:cNvPr>
          <p:cNvSpPr>
            <a:spLocks noGrp="1"/>
          </p:cNvSpPr>
          <p:nvPr>
            <p:ph type="tbl" sz="quarter" idx="12"/>
          </p:nvPr>
        </p:nvSpPr>
        <p:spPr bwMode="black">
          <a:xfrm>
            <a:off x="404812" y="1414461"/>
            <a:ext cx="11376026" cy="4392000"/>
          </a:xfrm>
        </p:spPr>
        <p:txBody>
          <a:bodyPr/>
          <a:lstStyle/>
          <a:p>
            <a:endParaRPr lang="en-US" dirty="0"/>
          </a:p>
        </p:txBody>
      </p:sp>
      <p:pic>
        <p:nvPicPr>
          <p:cNvPr id="9" name="Siemens Logo">
            <a:extLst>
              <a:ext uri="{FF2B5EF4-FFF2-40B4-BE49-F238E27FC236}">
                <a16:creationId xmlns:a16="http://schemas.microsoft.com/office/drawing/2014/main" id="{2EA6CE5F-6FF7-4E0A-AEB2-1A7C43CE05C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 bwMode="black">
          <a:xfrm>
            <a:off x="10635188" y="6418800"/>
            <a:ext cx="1152000" cy="183168"/>
          </a:xfrm>
          <a:prstGeom prst="rect">
            <a:avLst/>
          </a:prstGeom>
        </p:spPr>
      </p:pic>
      <p:sp>
        <p:nvSpPr>
          <p:cNvPr id="3" name="Footer Placeholder">
            <a:extLst>
              <a:ext uri="{FF2B5EF4-FFF2-40B4-BE49-F238E27FC236}">
                <a16:creationId xmlns:a16="http://schemas.microsoft.com/office/drawing/2014/main" id="{9CEA2FAD-1597-4F5C-878D-02CB854024F3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 bwMode="black"/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sp>
        <p:nvSpPr>
          <p:cNvPr id="5" name="Slide Number Placeholder">
            <a:extLst>
              <a:ext uri="{FF2B5EF4-FFF2-40B4-BE49-F238E27FC236}">
                <a16:creationId xmlns:a16="http://schemas.microsoft.com/office/drawing/2014/main" id="{CE0A22CB-5E69-4817-B713-C02B97CF6B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 bwMode="black"/>
        <p:txBody>
          <a:bodyPr/>
          <a:lstStyle/>
          <a:p>
            <a:r>
              <a:rPr lang="en-US" dirty="0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24288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9" userDrawn="1">
          <p15:clr>
            <a:srgbClr val="65CEFF"/>
          </p15:clr>
        </p15:guide>
        <p15:guide id="2" pos="6472" userDrawn="1">
          <p15:clr>
            <a:srgbClr val="65CEFF"/>
          </p15:clr>
        </p15:guide>
        <p15:guide id="3" pos="7425" userDrawn="1">
          <p15:clr>
            <a:srgbClr val="65CEFF"/>
          </p15:clr>
        </p15:guide>
        <p15:guide id="4" orient="horz" pos="302" userDrawn="1">
          <p15:clr>
            <a:srgbClr val="65CEFF"/>
          </p15:clr>
        </p15:guide>
        <p15:guide id="5" orient="horz" pos="664" userDrawn="1">
          <p15:clr>
            <a:srgbClr val="65CEFF"/>
          </p15:clr>
        </p15:guide>
        <p15:guide id="6" orient="horz" pos="891" userDrawn="1">
          <p15:clr>
            <a:srgbClr val="65CEFF"/>
          </p15:clr>
        </p15:guide>
        <p15:guide id="7" orient="horz" pos="3658" userDrawn="1">
          <p15:clr>
            <a:srgbClr val="65CEFF"/>
          </p15:clr>
        </p15:guide>
        <p15:guide id="8" orient="horz" pos="3885" userDrawn="1">
          <p15:clr>
            <a:srgbClr val="65CEFF"/>
          </p15:clr>
        </p15:guide>
        <p15:guide id="9" orient="horz" pos="4157" userDrawn="1">
          <p15:clr>
            <a:srgbClr val="65CEFF"/>
          </p15:clr>
        </p15:guide>
      </p15:sldGuideLst>
    </p:ext>
  </p:extLst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cess flow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>
            <a:extLst>
              <a:ext uri="{FF2B5EF4-FFF2-40B4-BE49-F238E27FC236}">
                <a16:creationId xmlns:a16="http://schemas.microsoft.com/office/drawing/2014/main" id="{9F2A455C-53B1-4792-8EA9-F00926C48E39}"/>
              </a:ext>
            </a:extLst>
          </p:cNvPr>
          <p:cNvSpPr>
            <a:spLocks noGrp="1"/>
          </p:cNvSpPr>
          <p:nvPr>
            <p:ph type="title"/>
          </p:nvPr>
        </p:nvSpPr>
        <p:spPr bwMode="black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py 1">
            <a:extLst>
              <a:ext uri="{FF2B5EF4-FFF2-40B4-BE49-F238E27FC236}">
                <a16:creationId xmlns:a16="http://schemas.microsoft.com/office/drawing/2014/main" id="{9CE7E2D8-94E8-4FE6-93A5-924CA3EC5315}"/>
              </a:ext>
            </a:extLst>
          </p:cNvPr>
          <p:cNvSpPr>
            <a:spLocks noGrp="1"/>
          </p:cNvSpPr>
          <p:nvPr>
            <p:ph idx="1"/>
          </p:nvPr>
        </p:nvSpPr>
        <p:spPr bwMode="black">
          <a:xfrm>
            <a:off x="411162" y="1414462"/>
            <a:ext cx="3600000" cy="4392000"/>
          </a:xfrm>
          <a:prstGeom prst="rect">
            <a:avLst/>
          </a:prstGeom>
          <a:ln w="19050">
            <a:solidFill>
              <a:schemeClr val="accent1"/>
            </a:solidFill>
          </a:ln>
        </p:spPr>
        <p:txBody>
          <a:bodyPr lIns="216000" tIns="144000" rIns="216000" bIns="144000">
            <a:noAutofit/>
          </a:bodyPr>
          <a:lstStyle>
            <a:lvl1pPr>
              <a:defRPr>
                <a:ln>
                  <a:noFill/>
                </a:ln>
              </a:defRPr>
            </a:lvl1pPr>
            <a:lvl2pPr>
              <a:buClr>
                <a:schemeClr val="tx1"/>
              </a:buClr>
              <a:defRPr>
                <a:ln>
                  <a:noFill/>
                </a:ln>
              </a:defRPr>
            </a:lvl2pPr>
            <a:lvl3pPr>
              <a:buClr>
                <a:schemeClr val="tx1"/>
              </a:buClr>
              <a:defRPr>
                <a:ln>
                  <a:noFill/>
                </a:ln>
              </a:defRPr>
            </a:lvl3pPr>
            <a:lvl4pPr>
              <a:buClr>
                <a:schemeClr val="tx1"/>
              </a:buClr>
              <a:defRPr>
                <a:ln>
                  <a:noFill/>
                </a:ln>
              </a:defRPr>
            </a:lvl4pPr>
            <a:lvl5pPr>
              <a:buClr>
                <a:schemeClr val="tx1"/>
              </a:buClr>
              <a:defRPr>
                <a:ln>
                  <a:noFill/>
                </a:ln>
              </a:defRPr>
            </a:lvl5pPr>
            <a:lvl6pPr>
              <a:buClr>
                <a:schemeClr val="tx1"/>
              </a:buClr>
              <a:defRPr>
                <a:ln>
                  <a:noFill/>
                </a:ln>
              </a:defRPr>
            </a:lvl6pPr>
            <a:lvl7pPr>
              <a:buClr>
                <a:schemeClr val="tx1"/>
              </a:buClr>
              <a:defRPr>
                <a:ln>
                  <a:noFill/>
                </a:ln>
              </a:defRPr>
            </a:lvl7pPr>
            <a:lvl8pPr>
              <a:buClr>
                <a:schemeClr val="tx1"/>
              </a:buClr>
              <a:defRPr>
                <a:ln>
                  <a:noFill/>
                </a:ln>
              </a:defRPr>
            </a:lvl8pPr>
            <a:lvl9pPr>
              <a:buClr>
                <a:schemeClr val="tx1"/>
              </a:buClr>
              <a:defRPr>
                <a:ln>
                  <a:noFill/>
                </a:ln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dirty="0"/>
              <a:t>Seventh level</a:t>
            </a:r>
          </a:p>
          <a:p>
            <a:pPr lvl="7"/>
            <a:r>
              <a:rPr lang="en-US" dirty="0"/>
              <a:t>Eighth level</a:t>
            </a:r>
          </a:p>
          <a:p>
            <a:pPr lvl="8"/>
            <a:r>
              <a:rPr lang="en-US" dirty="0"/>
              <a:t>Ninth level</a:t>
            </a:r>
          </a:p>
        </p:txBody>
      </p:sp>
      <p:sp>
        <p:nvSpPr>
          <p:cNvPr id="11" name="Copy 2">
            <a:extLst>
              <a:ext uri="{FF2B5EF4-FFF2-40B4-BE49-F238E27FC236}">
                <a16:creationId xmlns:a16="http://schemas.microsoft.com/office/drawing/2014/main" id="{3AC3CE10-0C4B-4A11-BA76-8CAFED13661C}"/>
              </a:ext>
            </a:extLst>
          </p:cNvPr>
          <p:cNvSpPr>
            <a:spLocks noGrp="1"/>
          </p:cNvSpPr>
          <p:nvPr>
            <p:ph idx="13"/>
          </p:nvPr>
        </p:nvSpPr>
        <p:spPr bwMode="black">
          <a:xfrm>
            <a:off x="4299176" y="1414462"/>
            <a:ext cx="3600000" cy="4392000"/>
          </a:xfrm>
          <a:prstGeom prst="rect">
            <a:avLst/>
          </a:prstGeom>
          <a:ln w="19050">
            <a:solidFill>
              <a:schemeClr val="accent1"/>
            </a:solidFill>
          </a:ln>
        </p:spPr>
        <p:txBody>
          <a:bodyPr lIns="216000" tIns="144000" rIns="216000" bIns="144000">
            <a:noAutofit/>
          </a:bodyPr>
          <a:lstStyle>
            <a:lvl1pPr>
              <a:defRPr>
                <a:ln>
                  <a:noFill/>
                </a:ln>
              </a:defRPr>
            </a:lvl1pPr>
            <a:lvl2pPr>
              <a:buClr>
                <a:schemeClr val="tx1"/>
              </a:buClr>
              <a:defRPr>
                <a:ln>
                  <a:noFill/>
                </a:ln>
              </a:defRPr>
            </a:lvl2pPr>
            <a:lvl3pPr>
              <a:buClr>
                <a:schemeClr val="tx1"/>
              </a:buClr>
              <a:defRPr>
                <a:ln>
                  <a:noFill/>
                </a:ln>
              </a:defRPr>
            </a:lvl3pPr>
            <a:lvl4pPr>
              <a:buClr>
                <a:schemeClr val="tx1"/>
              </a:buClr>
              <a:defRPr>
                <a:ln>
                  <a:noFill/>
                </a:ln>
              </a:defRPr>
            </a:lvl4pPr>
            <a:lvl5pPr>
              <a:buClr>
                <a:schemeClr val="tx1"/>
              </a:buClr>
              <a:defRPr>
                <a:ln>
                  <a:noFill/>
                </a:ln>
              </a:defRPr>
            </a:lvl5pPr>
            <a:lvl6pPr>
              <a:buClr>
                <a:schemeClr val="tx1"/>
              </a:buClr>
              <a:defRPr>
                <a:ln>
                  <a:noFill/>
                </a:ln>
              </a:defRPr>
            </a:lvl6pPr>
            <a:lvl7pPr>
              <a:buClr>
                <a:schemeClr val="tx1"/>
              </a:buClr>
              <a:defRPr>
                <a:ln>
                  <a:noFill/>
                </a:ln>
              </a:defRPr>
            </a:lvl7pPr>
            <a:lvl8pPr>
              <a:buClr>
                <a:schemeClr val="tx1"/>
              </a:buClr>
              <a:defRPr>
                <a:ln>
                  <a:noFill/>
                </a:ln>
              </a:defRPr>
            </a:lvl8pPr>
            <a:lvl9pPr>
              <a:buClr>
                <a:schemeClr val="tx1"/>
              </a:buClr>
              <a:defRPr>
                <a:ln>
                  <a:noFill/>
                </a:ln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dirty="0"/>
              <a:t>Seventh level</a:t>
            </a:r>
          </a:p>
          <a:p>
            <a:pPr lvl="7"/>
            <a:r>
              <a:rPr lang="en-US" dirty="0"/>
              <a:t>Eighth level</a:t>
            </a:r>
          </a:p>
          <a:p>
            <a:pPr lvl="8"/>
            <a:r>
              <a:rPr lang="en-US" dirty="0"/>
              <a:t>Ninth level</a:t>
            </a:r>
          </a:p>
        </p:txBody>
      </p:sp>
      <p:sp>
        <p:nvSpPr>
          <p:cNvPr id="10" name="Copy 3">
            <a:extLst>
              <a:ext uri="{FF2B5EF4-FFF2-40B4-BE49-F238E27FC236}">
                <a16:creationId xmlns:a16="http://schemas.microsoft.com/office/drawing/2014/main" id="{E840DCCC-8E77-40B8-B94B-A4D3A4D77826}"/>
              </a:ext>
            </a:extLst>
          </p:cNvPr>
          <p:cNvSpPr>
            <a:spLocks noGrp="1"/>
          </p:cNvSpPr>
          <p:nvPr>
            <p:ph idx="12"/>
          </p:nvPr>
        </p:nvSpPr>
        <p:spPr bwMode="blackWhite">
          <a:xfrm>
            <a:off x="8187189" y="1414462"/>
            <a:ext cx="3600000" cy="4392000"/>
          </a:xfrm>
          <a:prstGeom prst="rect">
            <a:avLst/>
          </a:prstGeom>
          <a:solidFill>
            <a:schemeClr val="accent1"/>
          </a:solidFill>
          <a:ln w="19050">
            <a:solidFill>
              <a:srgbClr val="009999"/>
            </a:solidFill>
          </a:ln>
        </p:spPr>
        <p:txBody>
          <a:bodyPr lIns="216000" tIns="144000" rIns="216000" bIns="144000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  <a:lvl2pPr>
              <a:buClr>
                <a:schemeClr val="tx1"/>
              </a:buClr>
              <a:defRPr>
                <a:solidFill>
                  <a:schemeClr val="tx1"/>
                </a:solidFill>
              </a:defRPr>
            </a:lvl2pPr>
            <a:lvl3pPr>
              <a:buClr>
                <a:schemeClr val="tx1"/>
              </a:buClr>
              <a:defRPr>
                <a:solidFill>
                  <a:schemeClr val="tx1"/>
                </a:solidFill>
              </a:defRPr>
            </a:lvl3pPr>
            <a:lvl4pPr>
              <a:buClr>
                <a:schemeClr val="tx1"/>
              </a:buClr>
              <a:defRPr>
                <a:solidFill>
                  <a:schemeClr val="tx1"/>
                </a:solidFill>
              </a:defRPr>
            </a:lvl4pPr>
            <a:lvl5pPr>
              <a:buClr>
                <a:schemeClr val="tx1"/>
              </a:buClr>
              <a:defRPr>
                <a:solidFill>
                  <a:schemeClr val="tx1"/>
                </a:solidFill>
              </a:defRPr>
            </a:lvl5pPr>
            <a:lvl6pPr>
              <a:buClr>
                <a:schemeClr val="tx1"/>
              </a:buClr>
              <a:defRPr>
                <a:solidFill>
                  <a:schemeClr val="tx1"/>
                </a:solidFill>
              </a:defRPr>
            </a:lvl6pPr>
            <a:lvl7pPr>
              <a:buClr>
                <a:schemeClr val="tx1"/>
              </a:buClr>
              <a:defRPr>
                <a:solidFill>
                  <a:schemeClr val="tx1"/>
                </a:solidFill>
              </a:defRPr>
            </a:lvl7pPr>
            <a:lvl8pPr>
              <a:buClr>
                <a:schemeClr val="tx1"/>
              </a:buClr>
              <a:defRPr>
                <a:solidFill>
                  <a:schemeClr val="tx1"/>
                </a:solidFill>
              </a:defRPr>
            </a:lvl8pPr>
            <a:lvl9pPr>
              <a:buClr>
                <a:schemeClr val="tx1"/>
              </a:buClr>
              <a:defRPr>
                <a:solidFill>
                  <a:schemeClr val="tx1"/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dirty="0"/>
              <a:t>Seventh level</a:t>
            </a:r>
          </a:p>
          <a:p>
            <a:pPr lvl="7"/>
            <a:r>
              <a:rPr lang="en-US" dirty="0"/>
              <a:t>Eighth level</a:t>
            </a:r>
          </a:p>
          <a:p>
            <a:pPr lvl="8"/>
            <a:r>
              <a:rPr lang="en-US" dirty="0"/>
              <a:t>Ninth level</a:t>
            </a:r>
          </a:p>
        </p:txBody>
      </p:sp>
      <p:pic>
        <p:nvPicPr>
          <p:cNvPr id="9" name="Siemens Logo">
            <a:extLst>
              <a:ext uri="{FF2B5EF4-FFF2-40B4-BE49-F238E27FC236}">
                <a16:creationId xmlns:a16="http://schemas.microsoft.com/office/drawing/2014/main" id="{E5DDD55C-5C17-4BCD-A9BB-FE8A69DC48DE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 bwMode="black">
          <a:xfrm>
            <a:off x="10635188" y="6418800"/>
            <a:ext cx="1152000" cy="183168"/>
          </a:xfrm>
          <a:prstGeom prst="rect">
            <a:avLst/>
          </a:prstGeom>
        </p:spPr>
      </p:pic>
      <p:sp>
        <p:nvSpPr>
          <p:cNvPr id="6" name="Footer Placeholder">
            <a:extLst>
              <a:ext uri="{FF2B5EF4-FFF2-40B4-BE49-F238E27FC236}">
                <a16:creationId xmlns:a16="http://schemas.microsoft.com/office/drawing/2014/main" id="{91FCCEDD-7521-4BD5-8A32-A62DA6246709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 bwMode="black"/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DC2AAE3E-7F56-4838-BCE7-6B966549F4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 bwMode="black"/>
        <p:txBody>
          <a:bodyPr/>
          <a:lstStyle/>
          <a:p>
            <a:r>
              <a:rPr lang="en-US" dirty="0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015824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 userDrawn="1">
          <p15:clr>
            <a:srgbClr val="65CEFF"/>
          </p15:clr>
        </p15:guide>
        <p15:guide id="2" pos="2526" userDrawn="1">
          <p15:clr>
            <a:srgbClr val="65CEFF"/>
          </p15:clr>
        </p15:guide>
        <p15:guide id="3" pos="2708" userDrawn="1">
          <p15:clr>
            <a:srgbClr val="65CEFF"/>
          </p15:clr>
        </p15:guide>
        <p15:guide id="4" pos="4975" userDrawn="1">
          <p15:clr>
            <a:srgbClr val="65CEFF"/>
          </p15:clr>
        </p15:guide>
        <p15:guide id="5" pos="5157" userDrawn="1">
          <p15:clr>
            <a:srgbClr val="65CEFF"/>
          </p15:clr>
        </p15:guide>
        <p15:guide id="6" pos="6472" userDrawn="1">
          <p15:clr>
            <a:srgbClr val="65CEFF"/>
          </p15:clr>
        </p15:guide>
        <p15:guide id="7" pos="7425" userDrawn="1">
          <p15:clr>
            <a:srgbClr val="65CEFF"/>
          </p15:clr>
        </p15:guide>
        <p15:guide id="8" orient="horz" pos="302" userDrawn="1">
          <p15:clr>
            <a:srgbClr val="65CEFF"/>
          </p15:clr>
        </p15:guide>
        <p15:guide id="9" orient="horz" pos="664" userDrawn="1">
          <p15:clr>
            <a:srgbClr val="65CEFF"/>
          </p15:clr>
        </p15:guide>
        <p15:guide id="10" orient="horz" pos="891" userDrawn="1">
          <p15:clr>
            <a:srgbClr val="65CEFF"/>
          </p15:clr>
        </p15:guide>
        <p15:guide id="11" orient="horz" pos="3658" userDrawn="1">
          <p15:clr>
            <a:srgbClr val="65CEFF"/>
          </p15:clr>
        </p15:guide>
        <p15:guide id="12" orient="horz" pos="3885" userDrawn="1">
          <p15:clr>
            <a:srgbClr val="65CEFF"/>
          </p15:clr>
        </p15:guide>
        <p15:guide id="13" orient="horz" pos="4157" userDrawn="1">
          <p15:clr>
            <a:srgbClr val="65CEFF"/>
          </p15:clr>
        </p15:guide>
      </p15:sldGuideLst>
    </p:ext>
  </p:extLst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dark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00B813CE-4DD6-4EAD-800B-047C0542F1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0400" y="-540000"/>
            <a:ext cx="9863997" cy="360000"/>
          </a:xfrm>
        </p:spPr>
        <p:txBody>
          <a:bodyPr/>
          <a:lstStyle>
            <a:lvl1pPr>
              <a:defRPr b="0">
                <a:solidFill>
                  <a:schemeClr val="accent1">
                    <a:alpha val="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Copy">
            <a:extLst>
              <a:ext uri="{FF2B5EF4-FFF2-40B4-BE49-F238E27FC236}">
                <a16:creationId xmlns:a16="http://schemas.microsoft.com/office/drawing/2014/main" id="{9E21D6DF-C9DB-4F02-863A-C5513347A27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black">
          <a:xfrm>
            <a:off x="1022400" y="1702799"/>
            <a:ext cx="9252000" cy="4104000"/>
          </a:xfrm>
        </p:spPr>
        <p:txBody>
          <a:bodyPr>
            <a:noAutofit/>
          </a:bodyPr>
          <a:lstStyle>
            <a:lvl1pPr marL="0">
              <a:lnSpc>
                <a:spcPct val="110000"/>
              </a:lnSpc>
              <a:spcAft>
                <a:spcPts val="0"/>
              </a:spcAft>
              <a:defRPr sz="4800" b="0">
                <a:solidFill>
                  <a:schemeClr val="tx1"/>
                </a:solidFill>
              </a:defRPr>
            </a:lvl1pPr>
            <a:lvl2pPr marL="36000" indent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None/>
              <a:defRPr sz="1800"/>
            </a:lvl2pPr>
            <a:lvl3pPr marL="36000" indent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None/>
              <a:defRPr sz="1800">
                <a:solidFill>
                  <a:schemeClr val="tx1"/>
                </a:solidFill>
              </a:defRPr>
            </a:lvl3pPr>
            <a:lvl4pPr marL="0" indent="0">
              <a:lnSpc>
                <a:spcPct val="110000"/>
              </a:lnSpc>
              <a:spcAft>
                <a:spcPts val="0"/>
              </a:spcAft>
              <a:buNone/>
              <a:defRPr sz="4800"/>
            </a:lvl4pPr>
            <a:lvl5pPr marL="0" indent="0">
              <a:lnSpc>
                <a:spcPct val="110000"/>
              </a:lnSpc>
              <a:spcAft>
                <a:spcPts val="0"/>
              </a:spcAft>
              <a:buNone/>
              <a:defRPr sz="4800"/>
            </a:lvl5pPr>
          </a:lstStyle>
          <a:p>
            <a:pPr lvl="0"/>
            <a:r>
              <a:rPr lang="en-US" dirty="0"/>
              <a:t>Please insert quote here</a:t>
            </a:r>
          </a:p>
          <a:p>
            <a:pPr lvl="1"/>
            <a:r>
              <a:rPr lang="en-US" dirty="0"/>
              <a:t>Name, Author</a:t>
            </a:r>
          </a:p>
        </p:txBody>
      </p:sp>
      <p:sp>
        <p:nvSpPr>
          <p:cNvPr id="11" name="Quote marks">
            <a:extLst>
              <a:ext uri="{FF2B5EF4-FFF2-40B4-BE49-F238E27FC236}">
                <a16:creationId xmlns:a16="http://schemas.microsoft.com/office/drawing/2014/main" id="{916E4245-F21C-4EAB-8B26-FEA21C2606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ltGray">
          <a:xfrm>
            <a:off x="1058400" y="766763"/>
            <a:ext cx="907891" cy="647700"/>
          </a:xfrm>
          <a:custGeom>
            <a:avLst/>
            <a:gdLst>
              <a:gd name="connsiteX0" fmla="*/ 0 w 2619164"/>
              <a:gd name="connsiteY0" fmla="*/ 1868543 h 1868542"/>
              <a:gd name="connsiteX1" fmla="*/ 742610 w 2619164"/>
              <a:gd name="connsiteY1" fmla="*/ 0 h 1868542"/>
              <a:gd name="connsiteX2" fmla="*/ 1318210 w 2619164"/>
              <a:gd name="connsiteY2" fmla="*/ 0 h 1868542"/>
              <a:gd name="connsiteX3" fmla="*/ 742610 w 2619164"/>
              <a:gd name="connsiteY3" fmla="*/ 1868543 h 1868542"/>
              <a:gd name="connsiteX4" fmla="*/ 0 w 2619164"/>
              <a:gd name="connsiteY4" fmla="*/ 1868543 h 1868542"/>
              <a:gd name="connsiteX5" fmla="*/ 1300954 w 2619164"/>
              <a:gd name="connsiteY5" fmla="*/ 1868543 h 1868542"/>
              <a:gd name="connsiteX6" fmla="*/ 2043564 w 2619164"/>
              <a:gd name="connsiteY6" fmla="*/ 0 h 1868542"/>
              <a:gd name="connsiteX7" fmla="*/ 2619164 w 2619164"/>
              <a:gd name="connsiteY7" fmla="*/ 0 h 1868542"/>
              <a:gd name="connsiteX8" fmla="*/ 2043564 w 2619164"/>
              <a:gd name="connsiteY8" fmla="*/ 1868543 h 1868542"/>
              <a:gd name="connsiteX9" fmla="*/ 1300954 w 2619164"/>
              <a:gd name="connsiteY9" fmla="*/ 1868543 h 18685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619164" h="1868542">
                <a:moveTo>
                  <a:pt x="0" y="1868543"/>
                </a:moveTo>
                <a:lnTo>
                  <a:pt x="742610" y="0"/>
                </a:lnTo>
                <a:lnTo>
                  <a:pt x="1318210" y="0"/>
                </a:lnTo>
                <a:lnTo>
                  <a:pt x="742610" y="1868543"/>
                </a:lnTo>
                <a:lnTo>
                  <a:pt x="0" y="1868543"/>
                </a:lnTo>
                <a:close/>
                <a:moveTo>
                  <a:pt x="1300954" y="1868543"/>
                </a:moveTo>
                <a:lnTo>
                  <a:pt x="2043564" y="0"/>
                </a:lnTo>
                <a:lnTo>
                  <a:pt x="2619164" y="0"/>
                </a:lnTo>
                <a:lnTo>
                  <a:pt x="2043564" y="1868543"/>
                </a:lnTo>
                <a:lnTo>
                  <a:pt x="1300954" y="1868543"/>
                </a:lnTo>
                <a:close/>
              </a:path>
            </a:pathLst>
          </a:custGeom>
          <a:gradFill>
            <a:gsLst>
              <a:gs pos="15000">
                <a:srgbClr val="00FFB9"/>
              </a:gs>
              <a:gs pos="80000">
                <a:srgbClr val="00E6DC"/>
              </a:gs>
            </a:gsLst>
            <a:lin ang="5400000" scaled="1"/>
          </a:gradFill>
          <a:ln w="6158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pic>
        <p:nvPicPr>
          <p:cNvPr id="8" name="Siemens Logo">
            <a:extLst>
              <a:ext uri="{FF2B5EF4-FFF2-40B4-BE49-F238E27FC236}">
                <a16:creationId xmlns:a16="http://schemas.microsoft.com/office/drawing/2014/main" id="{AF2E271F-5AF7-408E-9752-03D1D6448EAA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 bwMode="black">
          <a:xfrm>
            <a:off x="10635188" y="6418800"/>
            <a:ext cx="1152000" cy="183168"/>
          </a:xfrm>
          <a:prstGeom prst="rect">
            <a:avLst/>
          </a:prstGeom>
        </p:spPr>
      </p:pic>
      <p:sp>
        <p:nvSpPr>
          <p:cNvPr id="2" name="Footer Placeholder">
            <a:extLst>
              <a:ext uri="{FF2B5EF4-FFF2-40B4-BE49-F238E27FC236}">
                <a16:creationId xmlns:a16="http://schemas.microsoft.com/office/drawing/2014/main" id="{EC4F35EF-AC94-4800-9CB7-CA49CAFDD249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 bwMode="black"/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CCC7FBE7-01B9-4EC8-8BE1-F416F7C5B7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 bwMode="black"/>
        <p:txBody>
          <a:bodyPr/>
          <a:lstStyle/>
          <a:p>
            <a:r>
              <a:rPr lang="en-US" dirty="0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051214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 userDrawn="1">
          <p15:clr>
            <a:srgbClr val="65CEFF"/>
          </p15:clr>
        </p15:guide>
        <p15:guide id="2" pos="6472" userDrawn="1">
          <p15:clr>
            <a:srgbClr val="65CEFF"/>
          </p15:clr>
        </p15:guide>
        <p15:guide id="3" pos="7425" userDrawn="1">
          <p15:clr>
            <a:srgbClr val="65CEFF"/>
          </p15:clr>
        </p15:guide>
        <p15:guide id="4" orient="horz" pos="891" userDrawn="1">
          <p15:clr>
            <a:srgbClr val="65CEFF"/>
          </p15:clr>
        </p15:guide>
        <p15:guide id="5" orient="horz" pos="1073" userDrawn="1">
          <p15:clr>
            <a:srgbClr val="65CEFF"/>
          </p15:clr>
        </p15:guide>
        <p15:guide id="6" orient="horz" pos="3658" userDrawn="1">
          <p15:clr>
            <a:srgbClr val="65CEFF"/>
          </p15:clr>
        </p15:guide>
        <p15:guide id="7" orient="horz" pos="3885" userDrawn="1">
          <p15:clr>
            <a:srgbClr val="65CEFF"/>
          </p15:clr>
        </p15:guide>
        <p15:guide id="8" orient="horz" pos="4157" userDrawn="1">
          <p15:clr>
            <a:srgbClr val="65CEFF"/>
          </p15:clr>
        </p15:guide>
      </p15:sldGuideLst>
    </p:ext>
  </p:extLst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>
            <a:extLst>
              <a:ext uri="{FF2B5EF4-FFF2-40B4-BE49-F238E27FC236}">
                <a16:creationId xmlns:a16="http://schemas.microsoft.com/office/drawing/2014/main" id="{3A8C0A65-FABA-4781-9F01-D54558440B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162" y="-540000"/>
            <a:ext cx="9863138" cy="360000"/>
          </a:xfrm>
        </p:spPr>
        <p:txBody>
          <a:bodyPr/>
          <a:lstStyle>
            <a:lvl1pPr>
              <a:defRPr b="0">
                <a:solidFill>
                  <a:schemeClr val="accent1">
                    <a:alpha val="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Copy">
            <a:extLst>
              <a:ext uri="{FF2B5EF4-FFF2-40B4-BE49-F238E27FC236}">
                <a16:creationId xmlns:a16="http://schemas.microsoft.com/office/drawing/2014/main" id="{9E21D6DF-C9DB-4F02-863A-C5513347A27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black">
          <a:xfrm>
            <a:off x="1022400" y="1702799"/>
            <a:ext cx="9252760" cy="4104000"/>
          </a:xfrm>
        </p:spPr>
        <p:txBody>
          <a:bodyPr>
            <a:noAutofit/>
          </a:bodyPr>
          <a:lstStyle>
            <a:lvl1pPr marL="0">
              <a:lnSpc>
                <a:spcPct val="110000"/>
              </a:lnSpc>
              <a:spcAft>
                <a:spcPts val="0"/>
              </a:spcAft>
              <a:defRPr sz="4800" b="0">
                <a:solidFill>
                  <a:schemeClr val="tx2"/>
                </a:solidFill>
              </a:defRPr>
            </a:lvl1pPr>
            <a:lvl2pPr marL="36000" indent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None/>
              <a:defRPr sz="1800">
                <a:solidFill>
                  <a:schemeClr val="tx2"/>
                </a:solidFill>
              </a:defRPr>
            </a:lvl2pPr>
            <a:lvl3pPr marL="36000" indent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3pPr>
            <a:lvl4pPr marL="0" indent="0">
              <a:lnSpc>
                <a:spcPct val="110000"/>
              </a:lnSpc>
              <a:spcAft>
                <a:spcPts val="0"/>
              </a:spcAft>
              <a:buNone/>
              <a:defRPr sz="4800"/>
            </a:lvl4pPr>
            <a:lvl5pPr marL="0" indent="0">
              <a:lnSpc>
                <a:spcPct val="110000"/>
              </a:lnSpc>
              <a:spcAft>
                <a:spcPts val="0"/>
              </a:spcAft>
              <a:buNone/>
              <a:defRPr sz="4800"/>
            </a:lvl5pPr>
          </a:lstStyle>
          <a:p>
            <a:pPr lvl="0"/>
            <a:r>
              <a:rPr lang="en-US" dirty="0"/>
              <a:t>Please insert quote here</a:t>
            </a:r>
          </a:p>
          <a:p>
            <a:pPr lvl="1"/>
            <a:r>
              <a:rPr lang="en-US" dirty="0"/>
              <a:t>Name, Author</a:t>
            </a:r>
          </a:p>
        </p:txBody>
      </p:sp>
      <p:sp>
        <p:nvSpPr>
          <p:cNvPr id="12" name="Quote marks">
            <a:extLst>
              <a:ext uri="{FF2B5EF4-FFF2-40B4-BE49-F238E27FC236}">
                <a16:creationId xmlns:a16="http://schemas.microsoft.com/office/drawing/2014/main" id="{58EF2AB0-A78A-44C9-9A7D-F20D9ED854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ltGray">
          <a:xfrm>
            <a:off x="1058400" y="766763"/>
            <a:ext cx="907891" cy="647700"/>
          </a:xfrm>
          <a:custGeom>
            <a:avLst/>
            <a:gdLst>
              <a:gd name="connsiteX0" fmla="*/ 0 w 2619164"/>
              <a:gd name="connsiteY0" fmla="*/ 1868543 h 1868542"/>
              <a:gd name="connsiteX1" fmla="*/ 742610 w 2619164"/>
              <a:gd name="connsiteY1" fmla="*/ 0 h 1868542"/>
              <a:gd name="connsiteX2" fmla="*/ 1318210 w 2619164"/>
              <a:gd name="connsiteY2" fmla="*/ 0 h 1868542"/>
              <a:gd name="connsiteX3" fmla="*/ 742610 w 2619164"/>
              <a:gd name="connsiteY3" fmla="*/ 1868543 h 1868542"/>
              <a:gd name="connsiteX4" fmla="*/ 0 w 2619164"/>
              <a:gd name="connsiteY4" fmla="*/ 1868543 h 1868542"/>
              <a:gd name="connsiteX5" fmla="*/ 1300954 w 2619164"/>
              <a:gd name="connsiteY5" fmla="*/ 1868543 h 1868542"/>
              <a:gd name="connsiteX6" fmla="*/ 2043564 w 2619164"/>
              <a:gd name="connsiteY6" fmla="*/ 0 h 1868542"/>
              <a:gd name="connsiteX7" fmla="*/ 2619164 w 2619164"/>
              <a:gd name="connsiteY7" fmla="*/ 0 h 1868542"/>
              <a:gd name="connsiteX8" fmla="*/ 2043564 w 2619164"/>
              <a:gd name="connsiteY8" fmla="*/ 1868543 h 1868542"/>
              <a:gd name="connsiteX9" fmla="*/ 1300954 w 2619164"/>
              <a:gd name="connsiteY9" fmla="*/ 1868543 h 18685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619164" h="1868542">
                <a:moveTo>
                  <a:pt x="0" y="1868543"/>
                </a:moveTo>
                <a:lnTo>
                  <a:pt x="742610" y="0"/>
                </a:lnTo>
                <a:lnTo>
                  <a:pt x="1318210" y="0"/>
                </a:lnTo>
                <a:lnTo>
                  <a:pt x="742610" y="1868543"/>
                </a:lnTo>
                <a:lnTo>
                  <a:pt x="0" y="1868543"/>
                </a:lnTo>
                <a:close/>
                <a:moveTo>
                  <a:pt x="1300954" y="1868543"/>
                </a:moveTo>
                <a:lnTo>
                  <a:pt x="2043564" y="0"/>
                </a:lnTo>
                <a:lnTo>
                  <a:pt x="2619164" y="0"/>
                </a:lnTo>
                <a:lnTo>
                  <a:pt x="2043564" y="1868543"/>
                </a:lnTo>
                <a:lnTo>
                  <a:pt x="1300954" y="1868543"/>
                </a:lnTo>
                <a:close/>
              </a:path>
            </a:pathLst>
          </a:custGeom>
          <a:gradFill>
            <a:gsLst>
              <a:gs pos="15000">
                <a:srgbClr val="00FFB9"/>
              </a:gs>
              <a:gs pos="80000">
                <a:srgbClr val="00E6DC"/>
              </a:gs>
            </a:gsLst>
            <a:lin ang="5400000" scaled="1"/>
          </a:gradFill>
          <a:ln w="6158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pic>
        <p:nvPicPr>
          <p:cNvPr id="4" name="Siemens Logo">
            <a:extLst>
              <a:ext uri="{FF2B5EF4-FFF2-40B4-BE49-F238E27FC236}">
                <a16:creationId xmlns:a16="http://schemas.microsoft.com/office/drawing/2014/main" id="{F8D833B7-9866-4D2D-AEB7-012D6DDE2A37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 bwMode="black">
          <a:xfrm>
            <a:off x="10635188" y="6418800"/>
            <a:ext cx="1152000" cy="183168"/>
          </a:xfrm>
          <a:prstGeom prst="rect">
            <a:avLst/>
          </a:prstGeom>
        </p:spPr>
      </p:pic>
      <p:sp>
        <p:nvSpPr>
          <p:cNvPr id="2" name="Footer Placeholder">
            <a:extLst>
              <a:ext uri="{FF2B5EF4-FFF2-40B4-BE49-F238E27FC236}">
                <a16:creationId xmlns:a16="http://schemas.microsoft.com/office/drawing/2014/main" id="{6AEDD147-ACC0-4A9C-9043-90612765C0FA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 bwMode="black"/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4131F54F-C70B-4435-91E6-F995F83E6C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 bwMode="black"/>
        <p:txBody>
          <a:bodyPr/>
          <a:lstStyle/>
          <a:p>
            <a:r>
              <a:rPr lang="en-US" dirty="0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341993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9" userDrawn="1">
          <p15:clr>
            <a:srgbClr val="65CEFF"/>
          </p15:clr>
        </p15:guide>
        <p15:guide id="2" pos="6472" userDrawn="1">
          <p15:clr>
            <a:srgbClr val="65CEFF"/>
          </p15:clr>
        </p15:guide>
        <p15:guide id="3" pos="7425" userDrawn="1">
          <p15:clr>
            <a:srgbClr val="65CEFF"/>
          </p15:clr>
        </p15:guide>
        <p15:guide id="4" orient="horz" pos="891" userDrawn="1">
          <p15:clr>
            <a:srgbClr val="65CEFF"/>
          </p15:clr>
        </p15:guide>
        <p15:guide id="5" orient="horz" pos="1073" userDrawn="1">
          <p15:clr>
            <a:srgbClr val="65CEFF"/>
          </p15:clr>
        </p15:guide>
        <p15:guide id="6" orient="horz" pos="2206" userDrawn="1">
          <p15:clr>
            <a:srgbClr val="65CEFF"/>
          </p15:clr>
        </p15:guide>
        <p15:guide id="7" orient="horz" pos="2343" userDrawn="1">
          <p15:clr>
            <a:srgbClr val="65CEFF"/>
          </p15:clr>
        </p15:guide>
        <p15:guide id="8" orient="horz" pos="3658" userDrawn="1">
          <p15:clr>
            <a:srgbClr val="65CEFF"/>
          </p15:clr>
        </p15:guide>
        <p15:guide id="9" orient="horz" pos="3885" userDrawn="1">
          <p15:clr>
            <a:srgbClr val="65CEFF"/>
          </p15:clr>
        </p15:guide>
        <p15:guide id="10" orient="horz" pos="4157" userDrawn="1">
          <p15:clr>
            <a:srgbClr val="65CEFF"/>
          </p15:clr>
        </p15:guide>
      </p15:sldGuideLst>
    </p:ext>
  </p:extLst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 dark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">
            <a:extLst>
              <a:ext uri="{FF2B5EF4-FFF2-40B4-BE49-F238E27FC236}">
                <a16:creationId xmlns:a16="http://schemas.microsoft.com/office/drawing/2014/main" id="{39939C22-A735-46A9-A277-A4B1B330F31C}"/>
              </a:ext>
            </a:extLst>
          </p:cNvPr>
          <p:cNvSpPr>
            <a:spLocks noGrp="1"/>
          </p:cNvSpPr>
          <p:nvPr>
            <p:ph type="title"/>
          </p:nvPr>
        </p:nvSpPr>
        <p:spPr bwMode="black">
          <a:xfrm>
            <a:off x="986400" y="1270799"/>
            <a:ext cx="10800000" cy="4536000"/>
          </a:xfrm>
        </p:spPr>
        <p:txBody>
          <a:bodyPr lIns="0" tIns="0" rIns="0" bIns="0" anchor="t">
            <a:noAutofit/>
          </a:bodyPr>
          <a:lstStyle>
            <a:lvl1pPr>
              <a:lnSpc>
                <a:spcPct val="90000"/>
              </a:lnSpc>
              <a:defRPr sz="8000" b="0">
                <a:gradFill>
                  <a:gsLst>
                    <a:gs pos="20000">
                      <a:srgbClr val="00FFB9"/>
                    </a:gs>
                    <a:gs pos="70000">
                      <a:srgbClr val="00E6DC"/>
                    </a:gs>
                  </a:gsLst>
                  <a:lin ang="0" scaled="1"/>
                </a:gra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4" name="Siemens Logo">
            <a:extLst>
              <a:ext uri="{FF2B5EF4-FFF2-40B4-BE49-F238E27FC236}">
                <a16:creationId xmlns:a16="http://schemas.microsoft.com/office/drawing/2014/main" id="{0EF6BB07-4F4E-4859-9572-DA63E35B93A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 bwMode="black">
          <a:xfrm>
            <a:off x="10635188" y="6418800"/>
            <a:ext cx="1152000" cy="183168"/>
          </a:xfrm>
          <a:prstGeom prst="rect">
            <a:avLst/>
          </a:prstGeom>
        </p:spPr>
      </p:pic>
      <p:sp>
        <p:nvSpPr>
          <p:cNvPr id="2" name="Footer Placeholder">
            <a:extLst>
              <a:ext uri="{FF2B5EF4-FFF2-40B4-BE49-F238E27FC236}">
                <a16:creationId xmlns:a16="http://schemas.microsoft.com/office/drawing/2014/main" id="{09BD8BE5-BFF2-469D-8B93-9556FCC45CF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black"/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F9372441-FA7E-4481-BBC2-24CB6D3017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black"/>
        <p:txBody>
          <a:bodyPr/>
          <a:lstStyle/>
          <a:p>
            <a:r>
              <a:rPr lang="en-US" dirty="0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641668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 userDrawn="1">
          <p15:clr>
            <a:srgbClr val="65CEFF"/>
          </p15:clr>
        </p15:guide>
        <p15:guide id="2" pos="6472" userDrawn="1">
          <p15:clr>
            <a:srgbClr val="65CEFF"/>
          </p15:clr>
        </p15:guide>
        <p15:guide id="3" pos="7425" userDrawn="1">
          <p15:clr>
            <a:srgbClr val="65CEFF"/>
          </p15:clr>
        </p15:guide>
        <p15:guide id="4" orient="horz" pos="801" userDrawn="1">
          <p15:clr>
            <a:srgbClr val="65CEFF"/>
          </p15:clr>
        </p15:guide>
        <p15:guide id="5" orient="horz" pos="3658" userDrawn="1">
          <p15:clr>
            <a:srgbClr val="65CEFF"/>
          </p15:clr>
        </p15:guide>
        <p15:guide id="6" orient="horz" pos="4157" userDrawn="1">
          <p15:clr>
            <a:srgbClr val="65CEFF"/>
          </p15:clr>
        </p15:guide>
      </p15:sldGuideLst>
    </p:ext>
  </p:extLst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">
            <a:extLst>
              <a:ext uri="{FF2B5EF4-FFF2-40B4-BE49-F238E27FC236}">
                <a16:creationId xmlns:a16="http://schemas.microsoft.com/office/drawing/2014/main" id="{39939C22-A735-46A9-A277-A4B1B330F31C}"/>
              </a:ext>
            </a:extLst>
          </p:cNvPr>
          <p:cNvSpPr>
            <a:spLocks noGrp="1"/>
          </p:cNvSpPr>
          <p:nvPr>
            <p:ph type="title"/>
          </p:nvPr>
        </p:nvSpPr>
        <p:spPr bwMode="black">
          <a:xfrm>
            <a:off x="986400" y="1271538"/>
            <a:ext cx="10800000" cy="4536000"/>
          </a:xfrm>
        </p:spPr>
        <p:txBody>
          <a:bodyPr lIns="0" tIns="0" rIns="0" bIns="0" anchor="t">
            <a:noAutofit/>
          </a:bodyPr>
          <a:lstStyle>
            <a:lvl1pPr>
              <a:lnSpc>
                <a:spcPct val="90000"/>
              </a:lnSpc>
              <a:defRPr sz="8000" b="0">
                <a:gradFill>
                  <a:gsLst>
                    <a:gs pos="20000">
                      <a:srgbClr val="00FFB9"/>
                    </a:gs>
                    <a:gs pos="70000">
                      <a:srgbClr val="00E6DC"/>
                    </a:gs>
                  </a:gsLst>
                  <a:lin ang="0" scaled="1"/>
                </a:gra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4" name="Siemens Logo">
            <a:extLst>
              <a:ext uri="{FF2B5EF4-FFF2-40B4-BE49-F238E27FC236}">
                <a16:creationId xmlns:a16="http://schemas.microsoft.com/office/drawing/2014/main" id="{F8D833B7-9866-4D2D-AEB7-012D6DDE2A37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 bwMode="black">
          <a:xfrm>
            <a:off x="10635188" y="6418800"/>
            <a:ext cx="1152000" cy="183168"/>
          </a:xfrm>
          <a:prstGeom prst="rect">
            <a:avLst/>
          </a:prstGeom>
        </p:spPr>
      </p:pic>
      <p:sp>
        <p:nvSpPr>
          <p:cNvPr id="2" name="Footer Placeholder">
            <a:extLst>
              <a:ext uri="{FF2B5EF4-FFF2-40B4-BE49-F238E27FC236}">
                <a16:creationId xmlns:a16="http://schemas.microsoft.com/office/drawing/2014/main" id="{39F9E844-3827-4B6C-9CB5-13C9A70DCD4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black"/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D52C2AF7-8539-453F-BD56-35B696DB20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black"/>
        <p:txBody>
          <a:bodyPr/>
          <a:lstStyle/>
          <a:p>
            <a:r>
              <a:rPr lang="en-US" dirty="0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8788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6472">
          <p15:clr>
            <a:srgbClr val="65CEFF"/>
          </p15:clr>
        </p15:guide>
        <p15:guide id="3" pos="7425">
          <p15:clr>
            <a:srgbClr val="65CEFF"/>
          </p15:clr>
        </p15:guide>
        <p15:guide id="4" orient="horz" pos="801">
          <p15:clr>
            <a:srgbClr val="65CEFF"/>
          </p15:clr>
        </p15:guide>
        <p15:guide id="5" orient="horz" pos="3658">
          <p15:clr>
            <a:srgbClr val="65CEFF"/>
          </p15:clr>
        </p15:guide>
        <p15:guide id="6" orient="horz" pos="4157">
          <p15:clr>
            <a:srgbClr val="65CEFF"/>
          </p15:clr>
        </p15:guide>
      </p15:sldGuideLst>
    </p:ext>
  </p:extLst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ac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">
            <a:extLst>
              <a:ext uri="{FF2B5EF4-FFF2-40B4-BE49-F238E27FC236}">
                <a16:creationId xmlns:a16="http://schemas.microsoft.com/office/drawing/2014/main" id="{B29E3DA4-014E-4F3D-8186-84366ADFCB0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1058400" y="1234800"/>
            <a:ext cx="9216000" cy="1162523"/>
          </a:xfrm>
          <a:noFill/>
        </p:spPr>
        <p:txBody>
          <a:bodyPr wrap="square" lIns="0" tIns="54000" rIns="0" bIns="0" anchor="t" anchorCtr="0">
            <a:spAutoFit/>
          </a:bodyPr>
          <a:lstStyle>
            <a:lvl1pPr marL="0">
              <a:defRPr sz="8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Contact</a:t>
            </a:r>
          </a:p>
        </p:txBody>
      </p:sp>
      <p:sp>
        <p:nvSpPr>
          <p:cNvPr id="3" name="Copy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1058400" y="2397324"/>
            <a:ext cx="9216000" cy="3409751"/>
          </a:xfrm>
          <a:prstGeom prst="rect">
            <a:avLst/>
          </a:prstGeom>
        </p:spPr>
        <p:txBody>
          <a:bodyPr tIns="108000">
            <a:noAutofit/>
          </a:bodyPr>
          <a:lstStyle>
            <a:lvl1pPr marL="0" indent="0" algn="l">
              <a:spcAft>
                <a:spcPts val="0"/>
              </a:spcAft>
              <a:buNone/>
              <a:defRPr sz="1400">
                <a:solidFill>
                  <a:schemeClr val="tx1"/>
                </a:solidFill>
              </a:defRPr>
            </a:lvl1pPr>
            <a:lvl2pPr marL="0" indent="0" algn="l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1">
                <a:solidFill>
                  <a:schemeClr val="tx1"/>
                </a:solidFill>
              </a:defRPr>
            </a:lvl2pPr>
            <a:lvl3pPr marL="144000" indent="-144000" algn="l">
              <a:spcAft>
                <a:spcPts val="0"/>
              </a:spcAft>
              <a:buFont typeface="Arial" panose="020B0604020202020204" pitchFamily="34" charset="0"/>
              <a:buChar char="•"/>
              <a:defRPr sz="1400" b="0"/>
            </a:lvl3pPr>
            <a:lvl4pPr marL="0" indent="0" algn="l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1"/>
            </a:lvl4pPr>
            <a:lvl5pPr marL="144000" indent="-144000" algn="l">
              <a:spcAft>
                <a:spcPts val="0"/>
              </a:spcAft>
              <a:buClrTx/>
              <a:buFont typeface="Arial" panose="020B0604020202020204" pitchFamily="34" charset="0"/>
              <a:buChar char="•"/>
              <a:defRPr sz="1400" b="0">
                <a:solidFill>
                  <a:schemeClr val="tx1"/>
                </a:solidFill>
              </a:defRPr>
            </a:lvl5pPr>
            <a:lvl6pPr marL="360000" indent="-180000" algn="l">
              <a:spcAft>
                <a:spcPts val="0"/>
              </a:spcAft>
              <a:buFont typeface="Arial" panose="020B0604020202020204" pitchFamily="34" charset="0"/>
              <a:buChar char="•"/>
              <a:defRPr sz="1400"/>
            </a:lvl6pPr>
            <a:lvl7pPr marL="360000" indent="-180000" algn="l">
              <a:spcAft>
                <a:spcPts val="0"/>
              </a:spcAft>
              <a:buClrTx/>
              <a:buFont typeface="Arial" panose="020B0604020202020204" pitchFamily="34" charset="0"/>
              <a:buChar char="•"/>
              <a:defRPr sz="1400" b="0"/>
            </a:lvl7pPr>
            <a:lvl8pPr marL="540000" indent="-180000" algn="l">
              <a:spcAft>
                <a:spcPts val="0"/>
              </a:spcAft>
              <a:buFont typeface="Arial" panose="020B0604020202020204" pitchFamily="34" charset="0"/>
              <a:buChar char="•"/>
              <a:defRPr sz="1400"/>
            </a:lvl8pPr>
            <a:lvl9pPr marL="540000" indent="-180000" algn="l">
              <a:spcAft>
                <a:spcPts val="0"/>
              </a:spcAft>
              <a:buClrTx/>
              <a:buFont typeface="Arial" panose="020B0604020202020204" pitchFamily="34" charset="0"/>
              <a:buChar char="•"/>
              <a:defRPr sz="1400" b="0"/>
            </a:lvl9pPr>
          </a:lstStyle>
          <a:p>
            <a:pPr lvl="0"/>
            <a:r>
              <a:rPr lang="en-US" dirty="0"/>
              <a:t>Click to edit the contact</a:t>
            </a:r>
          </a:p>
          <a:p>
            <a:pPr lvl="1"/>
            <a:r>
              <a:rPr lang="en-US" dirty="0"/>
              <a:t>Name etc.</a:t>
            </a:r>
          </a:p>
          <a:p>
            <a:pPr lvl="2"/>
            <a:r>
              <a:rPr lang="en-US" dirty="0"/>
              <a:t>Skills etc.</a:t>
            </a:r>
          </a:p>
          <a:p>
            <a:pPr lvl="3"/>
            <a:r>
              <a:rPr lang="en-US" dirty="0"/>
              <a:t>Name etc. sublevel</a:t>
            </a:r>
          </a:p>
          <a:p>
            <a:pPr lvl="4"/>
            <a:r>
              <a:rPr lang="en-US" dirty="0"/>
              <a:t>Skills etc. sublevel</a:t>
            </a:r>
          </a:p>
        </p:txBody>
      </p:sp>
      <p:pic>
        <p:nvPicPr>
          <p:cNvPr id="10" name="Siemens Logo">
            <a:extLst>
              <a:ext uri="{FF2B5EF4-FFF2-40B4-BE49-F238E27FC236}">
                <a16:creationId xmlns:a16="http://schemas.microsoft.com/office/drawing/2014/main" id="{5FD2C39E-5D81-4A0E-9F45-909328900889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 bwMode="black">
          <a:xfrm>
            <a:off x="10635188" y="6418800"/>
            <a:ext cx="1152000" cy="183168"/>
          </a:xfrm>
          <a:prstGeom prst="rect">
            <a:avLst/>
          </a:prstGeom>
        </p:spPr>
      </p:pic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3279A350-3BB2-4CA2-A422-8F5A951F6F6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black"/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sp>
        <p:nvSpPr>
          <p:cNvPr id="9" name="Slide Number Placeholder">
            <a:extLst>
              <a:ext uri="{FF2B5EF4-FFF2-40B4-BE49-F238E27FC236}">
                <a16:creationId xmlns:a16="http://schemas.microsoft.com/office/drawing/2014/main" id="{CFF9630D-791D-45AE-8E5E-36F747F599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black"/>
        <p:txBody>
          <a:bodyPr/>
          <a:lstStyle/>
          <a:p>
            <a:r>
              <a:rPr lang="en-US" dirty="0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079908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 userDrawn="1">
          <p15:clr>
            <a:srgbClr val="65CEFF"/>
          </p15:clr>
        </p15:guide>
        <p15:guide id="2" pos="6472" userDrawn="1">
          <p15:clr>
            <a:srgbClr val="65CEFF"/>
          </p15:clr>
        </p15:guide>
        <p15:guide id="3" pos="7425" userDrawn="1">
          <p15:clr>
            <a:srgbClr val="65CEFF"/>
          </p15:clr>
        </p15:guide>
        <p15:guide id="4" orient="horz" pos="778" userDrawn="1">
          <p15:clr>
            <a:srgbClr val="65CEFF"/>
          </p15:clr>
        </p15:guide>
        <p15:guide id="5" orient="horz" pos="3658" userDrawn="1">
          <p15:clr>
            <a:srgbClr val="65CEFF"/>
          </p15:clr>
        </p15:guide>
        <p15:guide id="6" orient="horz" pos="4157" userDrawn="1">
          <p15:clr>
            <a:srgbClr val="65CEFF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26" Type="http://schemas.openxmlformats.org/officeDocument/2006/relationships/slideLayout" Target="../slideLayouts/slideLayout26.xml"/><Relationship Id="rId21" Type="http://schemas.openxmlformats.org/officeDocument/2006/relationships/slideLayout" Target="../slideLayouts/slideLayout21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63" Type="http://schemas.openxmlformats.org/officeDocument/2006/relationships/slideLayout" Target="../slideLayouts/slideLayout63.xml"/><Relationship Id="rId68" Type="http://schemas.openxmlformats.org/officeDocument/2006/relationships/slideLayout" Target="../slideLayouts/slideLayout68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8" Type="http://schemas.openxmlformats.org/officeDocument/2006/relationships/slideLayout" Target="../slideLayouts/slideLayout58.xml"/><Relationship Id="rId66" Type="http://schemas.openxmlformats.org/officeDocument/2006/relationships/slideLayout" Target="../slideLayouts/slideLayout66.xml"/><Relationship Id="rId74" Type="http://schemas.openxmlformats.org/officeDocument/2006/relationships/image" Target="../media/image1.emf"/><Relationship Id="rId5" Type="http://schemas.openxmlformats.org/officeDocument/2006/relationships/slideLayout" Target="../slideLayouts/slideLayout5.xml"/><Relationship Id="rId61" Type="http://schemas.openxmlformats.org/officeDocument/2006/relationships/slideLayout" Target="../slideLayouts/slideLayout61.xml"/><Relationship Id="rId19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64" Type="http://schemas.openxmlformats.org/officeDocument/2006/relationships/slideLayout" Target="../slideLayouts/slideLayout64.xml"/><Relationship Id="rId69" Type="http://schemas.openxmlformats.org/officeDocument/2006/relationships/slideLayout" Target="../slideLayouts/slideLayout69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72" Type="http://schemas.openxmlformats.org/officeDocument/2006/relationships/tags" Target="../tags/tag2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59" Type="http://schemas.openxmlformats.org/officeDocument/2006/relationships/slideLayout" Target="../slideLayouts/slideLayout59.xml"/><Relationship Id="rId67" Type="http://schemas.openxmlformats.org/officeDocument/2006/relationships/slideLayout" Target="../slideLayouts/slideLayout67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62" Type="http://schemas.openxmlformats.org/officeDocument/2006/relationships/slideLayout" Target="../slideLayouts/slideLayout62.xml"/><Relationship Id="rId70" Type="http://schemas.openxmlformats.org/officeDocument/2006/relationships/slideLayout" Target="../slideLayouts/slideLayout7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60" Type="http://schemas.openxmlformats.org/officeDocument/2006/relationships/slideLayout" Target="../slideLayouts/slideLayout60.xml"/><Relationship Id="rId65" Type="http://schemas.openxmlformats.org/officeDocument/2006/relationships/slideLayout" Target="../slideLayouts/slideLayout65.xml"/><Relationship Id="rId73" Type="http://schemas.openxmlformats.org/officeDocument/2006/relationships/oleObject" Target="../embeddings/oleObject1.bin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9" Type="http://schemas.openxmlformats.org/officeDocument/2006/relationships/slideLayout" Target="../slideLayouts/slideLayout39.xml"/><Relationship Id="rId34" Type="http://schemas.openxmlformats.org/officeDocument/2006/relationships/slideLayout" Target="../slideLayouts/slideLayout34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7" Type="http://schemas.openxmlformats.org/officeDocument/2006/relationships/slideLayout" Target="../slideLayouts/slideLayout7.xml"/><Relationship Id="rId71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hink-cell data - do not delete" hidden="1">
            <a:extLst>
              <a:ext uri="{FF2B5EF4-FFF2-40B4-BE49-F238E27FC236}">
                <a16:creationId xmlns:a16="http://schemas.microsoft.com/office/drawing/2014/main" id="{3BCD0053-98F5-B061-63CD-44FEC1B1F01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72"/>
            </p:custDataLst>
            <p:extLst>
              <p:ext uri="{D42A27DB-BD31-4B8C-83A1-F6EECF244321}">
                <p14:modId xmlns:p14="http://schemas.microsoft.com/office/powerpoint/2010/main" val="84801416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73" imgW="639" imgH="642" progId="TCLayout.ActiveDocument.1">
                  <p:embed/>
                </p:oleObj>
              </mc:Choice>
              <mc:Fallback>
                <p:oleObj name="think-cell Slide" r:id="rId73" imgW="639" imgH="642" progId="TCLayout.ActiveDocument.1">
                  <p:embed/>
                  <p:pic>
                    <p:nvPicPr>
                      <p:cNvPr id="9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3BCD0053-98F5-B061-63CD-44FEC1B1F01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">
            <a:extLst>
              <a:ext uri="{FF2B5EF4-FFF2-40B4-BE49-F238E27FC236}">
                <a16:creationId xmlns:a16="http://schemas.microsoft.com/office/drawing/2014/main" id="{2500D031-E8B7-42AD-B616-57A243A31EFA}"/>
              </a:ext>
            </a:extLst>
          </p:cNvPr>
          <p:cNvSpPr>
            <a:spLocks noGrp="1"/>
          </p:cNvSpPr>
          <p:nvPr>
            <p:ph type="title"/>
          </p:nvPr>
        </p:nvSpPr>
        <p:spPr bwMode="black">
          <a:xfrm>
            <a:off x="410400" y="478800"/>
            <a:ext cx="9863997" cy="576000"/>
          </a:xfrm>
          <a:prstGeom prst="rect">
            <a:avLst/>
          </a:prstGeom>
        </p:spPr>
        <p:txBody>
          <a:bodyPr vert="horz" lIns="0" tIns="0" rIns="324000" bIns="14400" rtlCol="0" anchor="t" anchorCtr="0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">
            <a:extLst>
              <a:ext uri="{FF2B5EF4-FFF2-40B4-BE49-F238E27FC236}">
                <a16:creationId xmlns:a16="http://schemas.microsoft.com/office/drawing/2014/main" id="{6750A408-ED0E-47CF-AC3A-5AD4A6E25CE3}"/>
              </a:ext>
            </a:extLst>
          </p:cNvPr>
          <p:cNvSpPr>
            <a:spLocks noGrp="1"/>
          </p:cNvSpPr>
          <p:nvPr>
            <p:ph type="body" idx="1"/>
          </p:nvPr>
        </p:nvSpPr>
        <p:spPr bwMode="black">
          <a:xfrm>
            <a:off x="411161" y="1414800"/>
            <a:ext cx="7200000" cy="4536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dirty="0"/>
              <a:t>Seventh level</a:t>
            </a:r>
          </a:p>
          <a:p>
            <a:pPr lvl="7"/>
            <a:r>
              <a:rPr lang="en-US" dirty="0"/>
              <a:t>Eighth level</a:t>
            </a:r>
          </a:p>
          <a:p>
            <a:pPr lvl="8"/>
            <a:r>
              <a:rPr lang="en-US" dirty="0"/>
              <a:t>Ninth level</a:t>
            </a:r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4F5CAFE5-0972-49AB-B42B-7C613C153AF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 bwMode="black">
          <a:xfrm>
            <a:off x="1059160" y="6310800"/>
            <a:ext cx="9216000" cy="547200"/>
          </a:xfrm>
          <a:prstGeom prst="rect">
            <a:avLst/>
          </a:prstGeom>
        </p:spPr>
        <p:txBody>
          <a:bodyPr vert="horz" lIns="0" tIns="0" rIns="0" bIns="61200" rtlCol="0" anchor="ctr" anchorCtr="0"/>
          <a:lstStyle>
            <a:lvl1pPr algn="l">
              <a:lnSpc>
                <a:spcPct val="100000"/>
              </a:lnSpc>
              <a:defRPr sz="9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Restricted | © Siemens 20XX | Author | Department | YYYY-MM-DD</a:t>
            </a:r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1C051FD7-F65C-4306-9083-C9770A0AF2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 bwMode="black">
          <a:xfrm>
            <a:off x="411162" y="6310800"/>
            <a:ext cx="648000" cy="547200"/>
          </a:xfrm>
          <a:prstGeom prst="rect">
            <a:avLst/>
          </a:prstGeom>
        </p:spPr>
        <p:txBody>
          <a:bodyPr vert="horz" lIns="0" tIns="0" rIns="0" bIns="61200" rtlCol="0" anchor="ctr" anchorCtr="0"/>
          <a:lstStyle>
            <a:lvl1pPr algn="l">
              <a:lnSpc>
                <a:spcPct val="100000"/>
              </a:lnSpc>
              <a:defRPr sz="900" b="1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85851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7" r:id="rId1"/>
    <p:sldLayoutId id="2147483719" r:id="rId2"/>
    <p:sldLayoutId id="2147483720" r:id="rId3"/>
    <p:sldLayoutId id="2147483776" r:id="rId4"/>
    <p:sldLayoutId id="2147483777" r:id="rId5"/>
    <p:sldLayoutId id="2147483778" r:id="rId6"/>
    <p:sldLayoutId id="2147483793" r:id="rId7"/>
    <p:sldLayoutId id="2147483794" r:id="rId8"/>
    <p:sldLayoutId id="2147483795" r:id="rId9"/>
    <p:sldLayoutId id="2147483796" r:id="rId10"/>
    <p:sldLayoutId id="2147483797" r:id="rId11"/>
    <p:sldLayoutId id="2147483798" r:id="rId12"/>
    <p:sldLayoutId id="2147483773" r:id="rId13"/>
    <p:sldLayoutId id="2147483774" r:id="rId14"/>
    <p:sldLayoutId id="2147483775" r:id="rId15"/>
    <p:sldLayoutId id="2147483781" r:id="rId16"/>
    <p:sldLayoutId id="2147483782" r:id="rId17"/>
    <p:sldLayoutId id="2147483783" r:id="rId18"/>
    <p:sldLayoutId id="2147483790" r:id="rId19"/>
    <p:sldLayoutId id="2147483791" r:id="rId20"/>
    <p:sldLayoutId id="2147483792" r:id="rId21"/>
    <p:sldLayoutId id="2147483770" r:id="rId22"/>
    <p:sldLayoutId id="2147483771" r:id="rId23"/>
    <p:sldLayoutId id="2147483772" r:id="rId24"/>
    <p:sldLayoutId id="2147483784" r:id="rId25"/>
    <p:sldLayoutId id="2147483785" r:id="rId26"/>
    <p:sldLayoutId id="2147483786" r:id="rId27"/>
    <p:sldLayoutId id="2147483787" r:id="rId28"/>
    <p:sldLayoutId id="2147483788" r:id="rId29"/>
    <p:sldLayoutId id="2147483789" r:id="rId30"/>
    <p:sldLayoutId id="2147483724" r:id="rId31"/>
    <p:sldLayoutId id="2147483725" r:id="rId32"/>
    <p:sldLayoutId id="2147483726" r:id="rId33"/>
    <p:sldLayoutId id="2147483730" r:id="rId34"/>
    <p:sldLayoutId id="2147483731" r:id="rId35"/>
    <p:sldLayoutId id="2147483732" r:id="rId36"/>
    <p:sldLayoutId id="2147483727" r:id="rId37"/>
    <p:sldLayoutId id="2147483728" r:id="rId38"/>
    <p:sldLayoutId id="2147483729" r:id="rId39"/>
    <p:sldLayoutId id="2147483736" r:id="rId40"/>
    <p:sldLayoutId id="2147483737" r:id="rId41"/>
    <p:sldLayoutId id="2147483738" r:id="rId42"/>
    <p:sldLayoutId id="2147483753" r:id="rId43"/>
    <p:sldLayoutId id="2147483754" r:id="rId44"/>
    <p:sldLayoutId id="2147483755" r:id="rId45"/>
    <p:sldLayoutId id="2147483739" r:id="rId46"/>
    <p:sldLayoutId id="2147483740" r:id="rId47"/>
    <p:sldLayoutId id="2147483741" r:id="rId48"/>
    <p:sldLayoutId id="2147483744" r:id="rId49"/>
    <p:sldLayoutId id="2147483756" r:id="rId50"/>
    <p:sldLayoutId id="2147483655" r:id="rId51"/>
    <p:sldLayoutId id="2147483677" r:id="rId52"/>
    <p:sldLayoutId id="2147483779" r:id="rId53"/>
    <p:sldLayoutId id="2147483709" r:id="rId54"/>
    <p:sldLayoutId id="2147483691" r:id="rId55"/>
    <p:sldLayoutId id="2147483692" r:id="rId56"/>
    <p:sldLayoutId id="2147483780" r:id="rId57"/>
    <p:sldLayoutId id="2147483650" r:id="rId58"/>
    <p:sldLayoutId id="2147483665" r:id="rId59"/>
    <p:sldLayoutId id="2147483666" r:id="rId60"/>
    <p:sldLayoutId id="2147483697" r:id="rId61"/>
    <p:sldLayoutId id="2147483698" r:id="rId62"/>
    <p:sldLayoutId id="2147483652" r:id="rId63"/>
    <p:sldLayoutId id="2147483694" r:id="rId64"/>
    <p:sldLayoutId id="2147483687" r:id="rId65"/>
    <p:sldLayoutId id="2147483690" r:id="rId66"/>
    <p:sldLayoutId id="2147483681" r:id="rId67"/>
    <p:sldLayoutId id="2147483682" r:id="rId68"/>
    <p:sldLayoutId id="2147483711" r:id="rId69"/>
    <p:sldLayoutId id="2147483678" r:id="rId70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000" b="1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10000"/>
        </a:lnSpc>
        <a:spcBef>
          <a:spcPts val="0"/>
        </a:spcBef>
        <a:spcAft>
          <a:spcPts val="300"/>
        </a:spcAft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18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300"/>
        </a:spcAft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36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300"/>
        </a:spcAft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54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300"/>
        </a:spcAft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72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300"/>
        </a:spcAft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90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300"/>
        </a:spcAft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08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300"/>
        </a:spcAft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126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300"/>
        </a:spcAft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144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300"/>
        </a:spcAft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3.x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2.bin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5.xml"/><Relationship Id="rId2" Type="http://schemas.openxmlformats.org/officeDocument/2006/relationships/tags" Target="../tags/tag5.xml"/><Relationship Id="rId1" Type="http://schemas.openxmlformats.org/officeDocument/2006/relationships/tags" Target="../tags/tag4.xml"/><Relationship Id="rId6" Type="http://schemas.openxmlformats.org/officeDocument/2006/relationships/image" Target="../media/image1.emf"/><Relationship Id="rId5" Type="http://schemas.openxmlformats.org/officeDocument/2006/relationships/oleObject" Target="../embeddings/oleObject3.bin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slideLayout" Target="../slideLayouts/slideLayout55.xml"/><Relationship Id="rId7" Type="http://schemas.openxmlformats.org/officeDocument/2006/relationships/image" Target="../media/image15.png"/><Relationship Id="rId2" Type="http://schemas.openxmlformats.org/officeDocument/2006/relationships/tags" Target="../tags/tag7.xml"/><Relationship Id="rId1" Type="http://schemas.openxmlformats.org/officeDocument/2006/relationships/tags" Target="../tags/tag6.xml"/><Relationship Id="rId6" Type="http://schemas.openxmlformats.org/officeDocument/2006/relationships/image" Target="../media/image1.emf"/><Relationship Id="rId11" Type="http://schemas.openxmlformats.org/officeDocument/2006/relationships/image" Target="../media/image19.png"/><Relationship Id="rId5" Type="http://schemas.openxmlformats.org/officeDocument/2006/relationships/oleObject" Target="../embeddings/oleObject3.bin"/><Relationship Id="rId10" Type="http://schemas.openxmlformats.org/officeDocument/2006/relationships/image" Target="../media/image18.png"/><Relationship Id="rId4" Type="http://schemas.openxmlformats.org/officeDocument/2006/relationships/notesSlide" Target="../notesSlides/notesSlide3.xml"/><Relationship Id="rId9" Type="http://schemas.openxmlformats.org/officeDocument/2006/relationships/image" Target="../media/image1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tags" Target="../tags/tag10.xml"/><Relationship Id="rId7" Type="http://schemas.openxmlformats.org/officeDocument/2006/relationships/image" Target="../media/image1.emf"/><Relationship Id="rId2" Type="http://schemas.openxmlformats.org/officeDocument/2006/relationships/tags" Target="../tags/tag9.xml"/><Relationship Id="rId1" Type="http://schemas.openxmlformats.org/officeDocument/2006/relationships/tags" Target="../tags/tag8.xml"/><Relationship Id="rId6" Type="http://schemas.openxmlformats.org/officeDocument/2006/relationships/oleObject" Target="../embeddings/oleObject3.bin"/><Relationship Id="rId5" Type="http://schemas.openxmlformats.org/officeDocument/2006/relationships/notesSlide" Target="../notesSlides/notesSlide4.xml"/><Relationship Id="rId4" Type="http://schemas.openxmlformats.org/officeDocument/2006/relationships/slideLayout" Target="../slideLayouts/slideLayout55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emf"/><Relationship Id="rId3" Type="http://schemas.openxmlformats.org/officeDocument/2006/relationships/tags" Target="../tags/tag13.xml"/><Relationship Id="rId7" Type="http://schemas.openxmlformats.org/officeDocument/2006/relationships/oleObject" Target="../embeddings/oleObject3.bin"/><Relationship Id="rId2" Type="http://schemas.openxmlformats.org/officeDocument/2006/relationships/tags" Target="../tags/tag12.xml"/><Relationship Id="rId1" Type="http://schemas.openxmlformats.org/officeDocument/2006/relationships/tags" Target="../tags/tag11.xml"/><Relationship Id="rId6" Type="http://schemas.openxmlformats.org/officeDocument/2006/relationships/notesSlide" Target="../notesSlides/notesSlide5.xml"/><Relationship Id="rId5" Type="http://schemas.openxmlformats.org/officeDocument/2006/relationships/slideLayout" Target="../slideLayouts/slideLayout55.xml"/><Relationship Id="rId4" Type="http://schemas.openxmlformats.org/officeDocument/2006/relationships/tags" Target="../tags/tag14.xml"/><Relationship Id="rId9" Type="http://schemas.openxmlformats.org/officeDocument/2006/relationships/image" Target="../media/image2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5.xml"/><Relationship Id="rId7" Type="http://schemas.openxmlformats.org/officeDocument/2006/relationships/image" Target="../media/image19.png"/><Relationship Id="rId2" Type="http://schemas.openxmlformats.org/officeDocument/2006/relationships/tags" Target="../tags/tag16.xml"/><Relationship Id="rId1" Type="http://schemas.openxmlformats.org/officeDocument/2006/relationships/tags" Target="../tags/tag15.xml"/><Relationship Id="rId6" Type="http://schemas.openxmlformats.org/officeDocument/2006/relationships/image" Target="../media/image1.emf"/><Relationship Id="rId5" Type="http://schemas.openxmlformats.org/officeDocument/2006/relationships/oleObject" Target="../embeddings/oleObject3.bin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70.xml"/><Relationship Id="rId1" Type="http://schemas.openxmlformats.org/officeDocument/2006/relationships/tags" Target="../tags/tag17.xml"/><Relationship Id="rId4" Type="http://schemas.openxmlformats.org/officeDocument/2006/relationships/image" Target="../media/image1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A26BD26E-B78A-7DDA-9CD9-1D93B2B5277E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5842598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639" imgH="642" progId="TCLayout.ActiveDocument.1">
                  <p:embed/>
                </p:oleObj>
              </mc:Choice>
              <mc:Fallback>
                <p:oleObj name="think-cell Slide" r:id="rId4" imgW="639" imgH="642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A26BD26E-B78A-7DDA-9CD9-1D93B2B5277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EA0E952D-E9A6-F68A-ED05-16A0CF2AC0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0400" y="1414466"/>
            <a:ext cx="11376788" cy="2462213"/>
          </a:xfrm>
        </p:spPr>
        <p:txBody>
          <a:bodyPr vert="horz"/>
          <a:lstStyle/>
          <a:p>
            <a:r>
              <a:rPr lang="en-US" altLang="zh-CN" dirty="0"/>
              <a:t>Algorithms of </a:t>
            </a:r>
            <a:r>
              <a:rPr lang="en-US" dirty="0"/>
              <a:t>Root Cause Analysis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585BCCE-5C40-7A79-FAF0-7C9166610DA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Based on </a:t>
            </a:r>
            <a:r>
              <a:rPr lang="en-US" altLang="zh-CN" dirty="0" err="1"/>
              <a:t>SiPlant</a:t>
            </a:r>
            <a:r>
              <a:rPr lang="en-US" altLang="zh-CN" dirty="0"/>
              <a:t> </a:t>
            </a:r>
            <a:r>
              <a:rPr lang="en-US" dirty="0"/>
              <a:t>and domain knowledge</a:t>
            </a:r>
          </a:p>
          <a:p>
            <a:r>
              <a:rPr lang="en-US" altLang="zh-CN" dirty="0"/>
              <a:t>FASO &amp; </a:t>
            </a:r>
            <a:r>
              <a:rPr lang="en-US" dirty="0"/>
              <a:t>T CED INW-CN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67CA1AD-BBBE-D33F-F25A-496ED208FE4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sz="900" dirty="0"/>
              <a:t>Restricted</a:t>
            </a:r>
            <a:r>
              <a:rPr lang="en-US" dirty="0"/>
              <a:t> | © Siemens 2023 | T CED INW-CN | 2023-09</a:t>
            </a:r>
          </a:p>
        </p:txBody>
      </p:sp>
    </p:spTree>
    <p:extLst>
      <p:ext uri="{BB962C8B-B14F-4D97-AF65-F5344CB8AC3E}">
        <p14:creationId xmlns:p14="http://schemas.microsoft.com/office/powerpoint/2010/main" val="19253020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FB1749A1-03FB-7510-5C50-10606220F531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639" imgH="642" progId="TCLayout.ActiveDocument.1">
                  <p:embed/>
                </p:oleObj>
              </mc:Choice>
              <mc:Fallback>
                <p:oleObj name="think-cell Slide" r:id="rId5" imgW="639" imgH="642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B1749A1-03FB-7510-5C50-10606220F53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6A992315-394E-4C18-9361-5BBEA74C2F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 altLang="zh-CN" dirty="0"/>
              <a:t>Stages of enterprise digital development</a:t>
            </a:r>
            <a:br>
              <a:rPr lang="en-US" altLang="zh-CN" dirty="0"/>
            </a:br>
            <a:r>
              <a:rPr lang="zh-CN" altLang="en-US" dirty="0"/>
              <a:t>企业数字化发展的必然阶段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23C1701-F4D5-24DA-E708-BAC8D30723F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sz="900" dirty="0"/>
              <a:t>Restricted</a:t>
            </a:r>
            <a:r>
              <a:rPr lang="en-US" dirty="0"/>
              <a:t> | © Siemens 2023 | T CED INW-CN | 2023-09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D720CC-1943-3B94-DD84-41AE759E57D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722F09F-5296-D415-D3C6-23607B27105C}"/>
              </a:ext>
            </a:extLst>
          </p:cNvPr>
          <p:cNvSpPr/>
          <p:nvPr/>
        </p:nvSpPr>
        <p:spPr>
          <a:xfrm>
            <a:off x="1059160" y="3318583"/>
            <a:ext cx="1903956" cy="272441"/>
          </a:xfrm>
          <a:prstGeom prst="rect">
            <a:avLst/>
          </a:prstGeom>
          <a:solidFill>
            <a:srgbClr val="77CC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 anchorCtr="0"/>
          <a:lstStyle/>
          <a:p>
            <a:pPr algn="l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984084D-E977-6189-636A-065ADE3A529F}"/>
              </a:ext>
            </a:extLst>
          </p:cNvPr>
          <p:cNvSpPr/>
          <p:nvPr/>
        </p:nvSpPr>
        <p:spPr>
          <a:xfrm rot="5400000">
            <a:off x="243403" y="4134340"/>
            <a:ext cx="1903956" cy="272441"/>
          </a:xfrm>
          <a:prstGeom prst="rect">
            <a:avLst/>
          </a:prstGeom>
          <a:solidFill>
            <a:srgbClr val="77CC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 anchorCtr="0"/>
          <a:lstStyle/>
          <a:p>
            <a:pPr algn="l"/>
            <a:endParaRPr lang="en-US" dirty="0"/>
          </a:p>
        </p:txBody>
      </p:sp>
      <p:sp>
        <p:nvSpPr>
          <p:cNvPr id="28" name="Textfeld 13">
            <a:extLst>
              <a:ext uri="{FF2B5EF4-FFF2-40B4-BE49-F238E27FC236}">
                <a16:creationId xmlns:a16="http://schemas.microsoft.com/office/drawing/2014/main" id="{C56CABCC-1B1E-A3E5-7C0F-59A0485294F1}"/>
              </a:ext>
            </a:extLst>
          </p:cNvPr>
          <p:cNvSpPr txBox="1"/>
          <p:nvPr/>
        </p:nvSpPr>
        <p:spPr>
          <a:xfrm>
            <a:off x="1130963" y="2763024"/>
            <a:ext cx="2493200" cy="457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/>
          <a:p>
            <a:pPr defTabSz="914218" hangingPunct="0">
              <a:lnSpc>
                <a:spcPct val="110000"/>
              </a:lnSpc>
              <a:defRPr sz="1600" b="1">
                <a:solidFill>
                  <a:srgbClr val="41AAAA"/>
                </a:solidFill>
              </a:defRPr>
            </a:pPr>
            <a:r>
              <a:rPr lang="en-US" altLang="zh-CN" sz="1400" b="1" dirty="0">
                <a:solidFill>
                  <a:prstClr val="white"/>
                </a:solidFill>
                <a:cs typeface="Arial"/>
                <a:sym typeface="Arial"/>
              </a:rPr>
              <a:t>Stage1 </a:t>
            </a:r>
          </a:p>
          <a:p>
            <a:pPr defTabSz="914218" hangingPunct="0">
              <a:lnSpc>
                <a:spcPct val="110000"/>
              </a:lnSpc>
              <a:defRPr sz="1600" b="1">
                <a:solidFill>
                  <a:srgbClr val="41AAAA"/>
                </a:solidFill>
              </a:defRPr>
            </a:pPr>
            <a:r>
              <a:rPr lang="zh-CN" altLang="en-US" sz="1400" b="1" dirty="0">
                <a:solidFill>
                  <a:prstClr val="white"/>
                </a:solidFill>
                <a:cs typeface="Arial"/>
                <a:sym typeface="Arial"/>
              </a:rPr>
              <a:t>业务操作电子化</a:t>
            </a:r>
            <a:endParaRPr lang="en-US" sz="1400" b="1" kern="0" dirty="0">
              <a:solidFill>
                <a:prstClr val="white"/>
              </a:solidFill>
              <a:cs typeface="Arial"/>
              <a:sym typeface="Arial"/>
            </a:endParaRPr>
          </a:p>
        </p:txBody>
      </p:sp>
      <p:sp>
        <p:nvSpPr>
          <p:cNvPr id="29" name="Textfeld 13">
            <a:extLst>
              <a:ext uri="{FF2B5EF4-FFF2-40B4-BE49-F238E27FC236}">
                <a16:creationId xmlns:a16="http://schemas.microsoft.com/office/drawing/2014/main" id="{62B01F4B-D942-0E66-B9B7-2D17D8EC6789}"/>
              </a:ext>
            </a:extLst>
          </p:cNvPr>
          <p:cNvSpPr txBox="1"/>
          <p:nvPr/>
        </p:nvSpPr>
        <p:spPr>
          <a:xfrm>
            <a:off x="1454961" y="3689534"/>
            <a:ext cx="1508155" cy="11680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/>
          <a:p>
            <a:pPr defTabSz="914218" hangingPunct="0">
              <a:lnSpc>
                <a:spcPct val="110000"/>
              </a:lnSpc>
              <a:defRPr sz="1600" b="1">
                <a:solidFill>
                  <a:srgbClr val="41AAAA"/>
                </a:solidFill>
              </a:defRPr>
            </a:pPr>
            <a:r>
              <a:rPr lang="zh-CN" altLang="en-US" sz="1400" b="1" dirty="0">
                <a:solidFill>
                  <a:prstClr val="white"/>
                </a:solidFill>
                <a:cs typeface="Arial"/>
                <a:sym typeface="Arial"/>
              </a:rPr>
              <a:t>电子化将企业日常手工事物性繁重的工作转变为机器的工作，以提高个体工作效率的过程。</a:t>
            </a:r>
            <a:endParaRPr lang="en-US" sz="1400" b="1" kern="0" dirty="0">
              <a:solidFill>
                <a:prstClr val="white"/>
              </a:solidFill>
              <a:cs typeface="Arial"/>
              <a:sym typeface="Arial"/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7116C5E2-53B4-05C1-F573-037A092C8330}"/>
              </a:ext>
            </a:extLst>
          </p:cNvPr>
          <p:cNvSpPr/>
          <p:nvPr/>
        </p:nvSpPr>
        <p:spPr>
          <a:xfrm>
            <a:off x="3278355" y="2947631"/>
            <a:ext cx="1903956" cy="272441"/>
          </a:xfrm>
          <a:prstGeom prst="rect">
            <a:avLst/>
          </a:prstGeom>
          <a:solidFill>
            <a:srgbClr val="48BBB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 anchorCtr="0"/>
          <a:lstStyle/>
          <a:p>
            <a:pPr algn="l"/>
            <a:endParaRPr lang="en-US" dirty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73DE31BA-116A-2EA4-F6DF-0904B84F9221}"/>
              </a:ext>
            </a:extLst>
          </p:cNvPr>
          <p:cNvSpPr/>
          <p:nvPr/>
        </p:nvSpPr>
        <p:spPr>
          <a:xfrm rot="5400000">
            <a:off x="2462598" y="3763388"/>
            <a:ext cx="1903956" cy="272441"/>
          </a:xfrm>
          <a:prstGeom prst="rect">
            <a:avLst/>
          </a:prstGeom>
          <a:solidFill>
            <a:srgbClr val="48BBB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 anchorCtr="0"/>
          <a:lstStyle/>
          <a:p>
            <a:pPr algn="l"/>
            <a:endParaRPr lang="en-US" dirty="0"/>
          </a:p>
        </p:txBody>
      </p:sp>
      <p:sp>
        <p:nvSpPr>
          <p:cNvPr id="33" name="Textfeld 13">
            <a:extLst>
              <a:ext uri="{FF2B5EF4-FFF2-40B4-BE49-F238E27FC236}">
                <a16:creationId xmlns:a16="http://schemas.microsoft.com/office/drawing/2014/main" id="{8DDD6DF3-69C8-3B8E-AF39-AFEBA00EA7A3}"/>
              </a:ext>
            </a:extLst>
          </p:cNvPr>
          <p:cNvSpPr txBox="1"/>
          <p:nvPr/>
        </p:nvSpPr>
        <p:spPr>
          <a:xfrm>
            <a:off x="3350158" y="2392072"/>
            <a:ext cx="2493200" cy="457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/>
          <a:p>
            <a:pPr defTabSz="914218" hangingPunct="0">
              <a:lnSpc>
                <a:spcPct val="110000"/>
              </a:lnSpc>
              <a:defRPr sz="1600" b="1">
                <a:solidFill>
                  <a:srgbClr val="41AAAA"/>
                </a:solidFill>
              </a:defRPr>
            </a:pPr>
            <a:r>
              <a:rPr lang="en-US" altLang="zh-CN" sz="1400" b="1" dirty="0">
                <a:solidFill>
                  <a:prstClr val="white"/>
                </a:solidFill>
                <a:cs typeface="Arial"/>
                <a:sym typeface="Arial"/>
              </a:rPr>
              <a:t>Stage2 </a:t>
            </a:r>
          </a:p>
          <a:p>
            <a:pPr defTabSz="914218" hangingPunct="0">
              <a:lnSpc>
                <a:spcPct val="110000"/>
              </a:lnSpc>
              <a:defRPr sz="1600" b="1">
                <a:solidFill>
                  <a:srgbClr val="41AAAA"/>
                </a:solidFill>
              </a:defRPr>
            </a:pPr>
            <a:r>
              <a:rPr lang="zh-CN" altLang="en-US" sz="1400" b="1" dirty="0">
                <a:solidFill>
                  <a:prstClr val="white"/>
                </a:solidFill>
                <a:cs typeface="Arial"/>
                <a:sym typeface="Arial"/>
              </a:rPr>
              <a:t>业务流程信息化</a:t>
            </a:r>
            <a:endParaRPr lang="en-US" sz="1400" b="1" kern="0" dirty="0">
              <a:solidFill>
                <a:prstClr val="white"/>
              </a:solidFill>
              <a:cs typeface="Arial"/>
              <a:sym typeface="Arial"/>
            </a:endParaRPr>
          </a:p>
        </p:txBody>
      </p:sp>
      <p:sp>
        <p:nvSpPr>
          <p:cNvPr id="34" name="Textfeld 13">
            <a:extLst>
              <a:ext uri="{FF2B5EF4-FFF2-40B4-BE49-F238E27FC236}">
                <a16:creationId xmlns:a16="http://schemas.microsoft.com/office/drawing/2014/main" id="{A8FC4E86-3F03-7AEC-ACB7-60F1A58CD8CB}"/>
              </a:ext>
            </a:extLst>
          </p:cNvPr>
          <p:cNvSpPr txBox="1"/>
          <p:nvPr/>
        </p:nvSpPr>
        <p:spPr>
          <a:xfrm>
            <a:off x="3674156" y="3318582"/>
            <a:ext cx="1508155" cy="18789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/>
          <a:p>
            <a:pPr defTabSz="914218" hangingPunct="0">
              <a:lnSpc>
                <a:spcPct val="110000"/>
              </a:lnSpc>
              <a:defRPr sz="1600" b="1">
                <a:solidFill>
                  <a:srgbClr val="41AAAA"/>
                </a:solidFill>
              </a:defRPr>
            </a:pPr>
            <a:r>
              <a:rPr lang="zh-CN" altLang="en-US" sz="1400" b="1" dirty="0">
                <a:solidFill>
                  <a:prstClr val="white"/>
                </a:solidFill>
                <a:cs typeface="Arial"/>
                <a:sym typeface="Arial"/>
              </a:rPr>
              <a:t>信息化即通过企业的管理重组和管理创新，结合</a:t>
            </a:r>
            <a:r>
              <a:rPr lang="en-US" altLang="zh-CN" sz="1400" b="1" dirty="0">
                <a:solidFill>
                  <a:prstClr val="white"/>
                </a:solidFill>
                <a:cs typeface="Arial"/>
                <a:sym typeface="Arial"/>
              </a:rPr>
              <a:t>IT</a:t>
            </a:r>
            <a:r>
              <a:rPr lang="zh-CN" altLang="en-US" sz="1400" b="1" dirty="0">
                <a:solidFill>
                  <a:prstClr val="white"/>
                </a:solidFill>
                <a:cs typeface="Arial"/>
                <a:sym typeface="Arial"/>
              </a:rPr>
              <a:t>优势将业务流程化。该阶段是企业信息化，尤其是网络化建设与应用的导入阶段。</a:t>
            </a:r>
            <a:endParaRPr lang="en-US" sz="1400" b="1" kern="0" dirty="0">
              <a:solidFill>
                <a:prstClr val="white"/>
              </a:solidFill>
              <a:cs typeface="Arial"/>
              <a:sym typeface="Arial"/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AB1B43CB-05EA-A372-7CE9-19F30CF70A3D}"/>
              </a:ext>
            </a:extLst>
          </p:cNvPr>
          <p:cNvSpPr/>
          <p:nvPr/>
        </p:nvSpPr>
        <p:spPr>
          <a:xfrm>
            <a:off x="5620909" y="2478169"/>
            <a:ext cx="2072480" cy="370952"/>
          </a:xfrm>
          <a:prstGeom prst="rect">
            <a:avLst/>
          </a:prstGeom>
          <a:solidFill>
            <a:srgbClr val="12848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 anchorCtr="0"/>
          <a:lstStyle/>
          <a:p>
            <a:pPr algn="l"/>
            <a:endParaRPr lang="en-US" dirty="0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D5FA844A-9598-7475-34AF-98ED1EEA2885}"/>
              </a:ext>
            </a:extLst>
          </p:cNvPr>
          <p:cNvSpPr/>
          <p:nvPr/>
        </p:nvSpPr>
        <p:spPr>
          <a:xfrm rot="5400000">
            <a:off x="4874733" y="3322855"/>
            <a:ext cx="1903956" cy="411603"/>
          </a:xfrm>
          <a:prstGeom prst="rect">
            <a:avLst/>
          </a:prstGeom>
          <a:solidFill>
            <a:srgbClr val="12848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 anchorCtr="0"/>
          <a:lstStyle/>
          <a:p>
            <a:pPr algn="l"/>
            <a:endParaRPr lang="en-US" dirty="0"/>
          </a:p>
        </p:txBody>
      </p:sp>
      <p:sp>
        <p:nvSpPr>
          <p:cNvPr id="37" name="Textfeld 13">
            <a:extLst>
              <a:ext uri="{FF2B5EF4-FFF2-40B4-BE49-F238E27FC236}">
                <a16:creationId xmlns:a16="http://schemas.microsoft.com/office/drawing/2014/main" id="{C27A6FB6-D29D-0402-4FB9-58389F2ABAC0}"/>
              </a:ext>
            </a:extLst>
          </p:cNvPr>
          <p:cNvSpPr txBox="1"/>
          <p:nvPr/>
        </p:nvSpPr>
        <p:spPr>
          <a:xfrm>
            <a:off x="5692712" y="2021120"/>
            <a:ext cx="2493200" cy="457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/>
          <a:p>
            <a:pPr defTabSz="914218" hangingPunct="0">
              <a:lnSpc>
                <a:spcPct val="110000"/>
              </a:lnSpc>
              <a:defRPr sz="1600" b="1">
                <a:solidFill>
                  <a:srgbClr val="41AAAA"/>
                </a:solidFill>
              </a:defRPr>
            </a:pPr>
            <a:r>
              <a:rPr lang="en-US" altLang="zh-CN" sz="1400" b="1" dirty="0">
                <a:solidFill>
                  <a:prstClr val="white"/>
                </a:solidFill>
                <a:cs typeface="Arial"/>
                <a:sym typeface="Arial"/>
              </a:rPr>
              <a:t>Stage3</a:t>
            </a:r>
          </a:p>
          <a:p>
            <a:pPr defTabSz="914218" hangingPunct="0">
              <a:lnSpc>
                <a:spcPct val="110000"/>
              </a:lnSpc>
              <a:defRPr sz="1600" b="1">
                <a:solidFill>
                  <a:srgbClr val="41AAAA"/>
                </a:solidFill>
              </a:defRPr>
            </a:pPr>
            <a:r>
              <a:rPr lang="zh-CN" altLang="en-US" sz="1400" b="1" dirty="0">
                <a:solidFill>
                  <a:prstClr val="white"/>
                </a:solidFill>
                <a:cs typeface="Arial"/>
                <a:sym typeface="Arial"/>
              </a:rPr>
              <a:t>业务和管理的数字化</a:t>
            </a:r>
            <a:endParaRPr lang="en-US" sz="1400" b="1" kern="0" dirty="0">
              <a:solidFill>
                <a:prstClr val="white"/>
              </a:solidFill>
              <a:cs typeface="Arial"/>
              <a:sym typeface="Arial"/>
            </a:endParaRPr>
          </a:p>
        </p:txBody>
      </p:sp>
      <p:sp>
        <p:nvSpPr>
          <p:cNvPr id="38" name="Textfeld 13">
            <a:extLst>
              <a:ext uri="{FF2B5EF4-FFF2-40B4-BE49-F238E27FC236}">
                <a16:creationId xmlns:a16="http://schemas.microsoft.com/office/drawing/2014/main" id="{2FCC5AE4-B6A3-FFE1-2C2E-33E18283803D}"/>
              </a:ext>
            </a:extLst>
          </p:cNvPr>
          <p:cNvSpPr txBox="1"/>
          <p:nvPr/>
        </p:nvSpPr>
        <p:spPr>
          <a:xfrm>
            <a:off x="6185234" y="2972611"/>
            <a:ext cx="1508155" cy="21159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/>
          <a:p>
            <a:pPr defTabSz="914218" hangingPunct="0">
              <a:lnSpc>
                <a:spcPct val="110000"/>
              </a:lnSpc>
              <a:defRPr sz="1600" b="1">
                <a:solidFill>
                  <a:srgbClr val="41AAAA"/>
                </a:solidFill>
              </a:defRPr>
            </a:pPr>
            <a:r>
              <a:rPr lang="zh-CN" altLang="en-US" sz="1400" b="1" kern="0" dirty="0">
                <a:solidFill>
                  <a:prstClr val="white"/>
                </a:solidFill>
                <a:cs typeface="Arial"/>
                <a:sym typeface="Arial"/>
              </a:rPr>
              <a:t>应用数字技术，整合企业的采购、生产、营销、财务与人力资源等信息，做好计划、协调、监督和控制等各个环节的工作，打破“信息孤岛”现象，系统形成价值链。</a:t>
            </a:r>
            <a:endParaRPr lang="en-US" sz="1400" b="1" kern="0" dirty="0">
              <a:solidFill>
                <a:prstClr val="white"/>
              </a:solidFill>
              <a:cs typeface="Arial"/>
              <a:sym typeface="Arial"/>
            </a:endParaRP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7DAF8413-08D1-E959-9F7B-A884152232BF}"/>
              </a:ext>
            </a:extLst>
          </p:cNvPr>
          <p:cNvSpPr/>
          <p:nvPr/>
        </p:nvSpPr>
        <p:spPr>
          <a:xfrm>
            <a:off x="8142407" y="2241572"/>
            <a:ext cx="1903956" cy="272441"/>
          </a:xfrm>
          <a:prstGeom prst="rect">
            <a:avLst/>
          </a:prstGeom>
          <a:solidFill>
            <a:srgbClr val="115C6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 anchorCtr="0"/>
          <a:lstStyle/>
          <a:p>
            <a:pPr algn="l"/>
            <a:endParaRPr lang="en-US" dirty="0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ECC5D04B-208C-7973-5C65-0F81370E44D7}"/>
              </a:ext>
            </a:extLst>
          </p:cNvPr>
          <p:cNvSpPr/>
          <p:nvPr/>
        </p:nvSpPr>
        <p:spPr>
          <a:xfrm rot="5400000">
            <a:off x="7326650" y="3057329"/>
            <a:ext cx="1903956" cy="272441"/>
          </a:xfrm>
          <a:prstGeom prst="rect">
            <a:avLst/>
          </a:prstGeom>
          <a:solidFill>
            <a:srgbClr val="115C6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 anchorCtr="0"/>
          <a:lstStyle/>
          <a:p>
            <a:pPr algn="l"/>
            <a:endParaRPr lang="en-US" dirty="0"/>
          </a:p>
        </p:txBody>
      </p:sp>
      <p:sp>
        <p:nvSpPr>
          <p:cNvPr id="41" name="Textfeld 13">
            <a:extLst>
              <a:ext uri="{FF2B5EF4-FFF2-40B4-BE49-F238E27FC236}">
                <a16:creationId xmlns:a16="http://schemas.microsoft.com/office/drawing/2014/main" id="{A261E5E6-1345-D53D-07F5-22595F324EB6}"/>
              </a:ext>
            </a:extLst>
          </p:cNvPr>
          <p:cNvSpPr txBox="1"/>
          <p:nvPr/>
        </p:nvSpPr>
        <p:spPr>
          <a:xfrm>
            <a:off x="8214210" y="1686013"/>
            <a:ext cx="2493200" cy="457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/>
          <a:p>
            <a:pPr defTabSz="914218" hangingPunct="0">
              <a:lnSpc>
                <a:spcPct val="110000"/>
              </a:lnSpc>
              <a:defRPr sz="1600" b="1">
                <a:solidFill>
                  <a:srgbClr val="41AAAA"/>
                </a:solidFill>
              </a:defRPr>
            </a:pPr>
            <a:r>
              <a:rPr lang="en-US" altLang="zh-CN" sz="1400" b="1" dirty="0">
                <a:solidFill>
                  <a:prstClr val="white"/>
                </a:solidFill>
                <a:cs typeface="Arial"/>
                <a:sym typeface="Arial"/>
              </a:rPr>
              <a:t>Stage4</a:t>
            </a:r>
          </a:p>
          <a:p>
            <a:pPr defTabSz="914218" hangingPunct="0">
              <a:lnSpc>
                <a:spcPct val="110000"/>
              </a:lnSpc>
              <a:defRPr sz="1600" b="1">
                <a:solidFill>
                  <a:srgbClr val="41AAAA"/>
                </a:solidFill>
              </a:defRPr>
            </a:pPr>
            <a:r>
              <a:rPr lang="zh-CN" altLang="en-US" sz="1400" b="1" kern="0" dirty="0">
                <a:solidFill>
                  <a:prstClr val="white"/>
                </a:solidFill>
                <a:cs typeface="Arial"/>
                <a:sym typeface="Arial"/>
              </a:rPr>
              <a:t>业务决策智能化</a:t>
            </a:r>
            <a:endParaRPr lang="en-US" sz="1400" b="1" kern="0" dirty="0">
              <a:solidFill>
                <a:prstClr val="white"/>
              </a:solidFill>
              <a:cs typeface="Arial"/>
              <a:sym typeface="Arial"/>
            </a:endParaRPr>
          </a:p>
        </p:txBody>
      </p:sp>
      <p:sp>
        <p:nvSpPr>
          <p:cNvPr id="42" name="Textfeld 13">
            <a:extLst>
              <a:ext uri="{FF2B5EF4-FFF2-40B4-BE49-F238E27FC236}">
                <a16:creationId xmlns:a16="http://schemas.microsoft.com/office/drawing/2014/main" id="{C96DF5E6-4AA4-F180-F3E0-64AFE977F997}"/>
              </a:ext>
            </a:extLst>
          </p:cNvPr>
          <p:cNvSpPr txBox="1"/>
          <p:nvPr/>
        </p:nvSpPr>
        <p:spPr>
          <a:xfrm>
            <a:off x="8538208" y="2612523"/>
            <a:ext cx="1508155" cy="21159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/>
          <a:p>
            <a:pPr defTabSz="914218" hangingPunct="0">
              <a:lnSpc>
                <a:spcPct val="110000"/>
              </a:lnSpc>
              <a:defRPr sz="1600" b="1">
                <a:solidFill>
                  <a:srgbClr val="41AAAA"/>
                </a:solidFill>
              </a:defRPr>
            </a:pPr>
            <a:r>
              <a:rPr lang="zh-CN" altLang="en-US" sz="1400" b="1" kern="0" dirty="0">
                <a:solidFill>
                  <a:prstClr val="white"/>
                </a:solidFill>
                <a:cs typeface="Arial"/>
                <a:sym typeface="Arial"/>
              </a:rPr>
              <a:t>智能化是指在企业的已有知识的基础之上，能够智能制造、挖掘新知识，用于企业业务决策、企业日常管理等，形成自组织、自学习、自进化的企业管理体系。</a:t>
            </a:r>
            <a:endParaRPr lang="en-US" sz="1400" b="1" kern="0" dirty="0">
              <a:solidFill>
                <a:prstClr val="white"/>
              </a:solidFill>
              <a:cs typeface="Arial"/>
              <a:sym typeface="Arial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2730649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FB1749A1-03FB-7510-5C50-10606220F531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639" imgH="642" progId="TCLayout.ActiveDocument.1">
                  <p:embed/>
                </p:oleObj>
              </mc:Choice>
              <mc:Fallback>
                <p:oleObj name="think-cell Slide" r:id="rId5" imgW="639" imgH="642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B1749A1-03FB-7510-5C50-10606220F53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6A992315-394E-4C18-9361-5BBEA74C2F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pPr algn="l" rtl="0"/>
            <a:r>
              <a:rPr lang="en-US" altLang="zh-CN" dirty="0"/>
              <a:t>Root Cause Analysis</a:t>
            </a:r>
            <a:r>
              <a:rPr lang="zh-CN" altLang="en-US" dirty="0"/>
              <a:t> </a:t>
            </a:r>
            <a:r>
              <a:rPr lang="en-US" altLang="zh-CN" dirty="0"/>
              <a:t>based</a:t>
            </a:r>
            <a:r>
              <a:rPr lang="zh-CN" altLang="en-US" dirty="0"/>
              <a:t> </a:t>
            </a:r>
            <a:r>
              <a:rPr lang="en-US" altLang="zh-CN" dirty="0"/>
              <a:t>on</a:t>
            </a:r>
            <a:r>
              <a:rPr lang="zh-CN" altLang="en-US" dirty="0"/>
              <a:t> </a:t>
            </a:r>
            <a:r>
              <a:rPr lang="en-US" altLang="zh-CN" dirty="0" err="1"/>
              <a:t>SiPlant</a:t>
            </a:r>
            <a:br>
              <a:rPr lang="en-US" altLang="zh-CN" dirty="0"/>
            </a:br>
            <a:r>
              <a:rPr lang="zh-CN" altLang="en-US" dirty="0"/>
              <a:t>基于</a:t>
            </a:r>
            <a:r>
              <a:rPr lang="en-US" altLang="zh-CN" dirty="0" err="1"/>
              <a:t>SiPlant</a:t>
            </a:r>
            <a:r>
              <a:rPr lang="zh-CN" altLang="en-US" dirty="0"/>
              <a:t>构建队列模型 进行根因分析</a:t>
            </a:r>
            <a:br>
              <a:rPr lang="en-US" b="0" i="0" dirty="0">
                <a:effectLst/>
                <a:latin typeface="Arial" panose="020B0604020202020204" pitchFamily="34" charset="0"/>
              </a:rPr>
            </a:br>
            <a:br>
              <a:rPr lang="en-US" b="0" i="0" dirty="0">
                <a:effectLst/>
                <a:latin typeface="Arial" panose="020B0604020202020204" pitchFamily="34" charset="0"/>
              </a:rPr>
            </a:br>
            <a:br>
              <a:rPr lang="en-US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</a:b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23C1701-F4D5-24DA-E708-BAC8D30723F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sz="900" dirty="0"/>
              <a:t>Restricted</a:t>
            </a:r>
            <a:r>
              <a:rPr lang="en-US" dirty="0"/>
              <a:t> | © Siemens 2023 | T CED INW-CN | 2023-09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D720CC-1943-3B94-DD84-41AE759E57D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3</a:t>
            </a:fld>
            <a:endParaRPr lang="en-US" dirty="0"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03CF89F2-287F-A525-6F1B-3D978FF00FB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47518" y="1760611"/>
            <a:ext cx="3332026" cy="2609689"/>
          </a:xfrm>
          <a:prstGeom prst="rect">
            <a:avLst/>
          </a:prstGeom>
        </p:spPr>
      </p:pic>
      <p:sp>
        <p:nvSpPr>
          <p:cNvPr id="5" name="Arrow: Chevron 4">
            <a:extLst>
              <a:ext uri="{FF2B5EF4-FFF2-40B4-BE49-F238E27FC236}">
                <a16:creationId xmlns:a16="http://schemas.microsoft.com/office/drawing/2014/main" id="{27E9A1BA-05F9-F101-0F89-5DB235B000CF}"/>
              </a:ext>
            </a:extLst>
          </p:cNvPr>
          <p:cNvSpPr/>
          <p:nvPr/>
        </p:nvSpPr>
        <p:spPr>
          <a:xfrm>
            <a:off x="504074" y="4984392"/>
            <a:ext cx="3182115" cy="696135"/>
          </a:xfrm>
          <a:prstGeom prst="chevr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400" dirty="0">
                <a:solidFill>
                  <a:schemeClr val="tx1"/>
                </a:solidFill>
                <a:latin typeface="Arial"/>
              </a:rPr>
              <a:t> </a:t>
            </a:r>
            <a:r>
              <a:rPr lang="zh-CN" altLang="en-US" sz="1400" dirty="0">
                <a:solidFill>
                  <a:schemeClr val="tx1"/>
                </a:solidFill>
                <a:latin typeface="Arial"/>
              </a:rPr>
              <a:t>        线体分析模型</a:t>
            </a:r>
            <a:endParaRPr lang="en-US" altLang="zh-CN" sz="1400" dirty="0">
              <a:solidFill>
                <a:schemeClr val="tx1"/>
              </a:solidFill>
              <a:latin typeface="Arial"/>
            </a:endParaRPr>
          </a:p>
        </p:txBody>
      </p:sp>
      <p:sp>
        <p:nvSpPr>
          <p:cNvPr id="7" name="Arrow: Chevron 6">
            <a:extLst>
              <a:ext uri="{FF2B5EF4-FFF2-40B4-BE49-F238E27FC236}">
                <a16:creationId xmlns:a16="http://schemas.microsoft.com/office/drawing/2014/main" id="{95F4825B-989D-2420-B9BC-4D7816A15F8E}"/>
              </a:ext>
            </a:extLst>
          </p:cNvPr>
          <p:cNvSpPr/>
          <p:nvPr/>
        </p:nvSpPr>
        <p:spPr>
          <a:xfrm>
            <a:off x="3857625" y="4968287"/>
            <a:ext cx="3894120" cy="696135"/>
          </a:xfrm>
          <a:prstGeom prst="chevr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kern="1200" dirty="0">
                <a:solidFill>
                  <a:schemeClr val="tx1"/>
                </a:solidFill>
                <a:latin typeface="Arial"/>
              </a:rPr>
              <a:t> </a:t>
            </a:r>
            <a:r>
              <a:rPr lang="zh-CN" altLang="en-US" sz="1400" kern="1200" dirty="0">
                <a:solidFill>
                  <a:schemeClr val="tx1"/>
                </a:solidFill>
                <a:latin typeface="Arial"/>
              </a:rPr>
              <a:t>            工位服务规则模型</a:t>
            </a:r>
            <a:endParaRPr lang="en-US" altLang="zh-CN" sz="1400" kern="1200" dirty="0">
              <a:solidFill>
                <a:schemeClr val="tx1"/>
              </a:solidFill>
              <a:latin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400" kern="1200" dirty="0">
                <a:solidFill>
                  <a:schemeClr val="tx1"/>
                </a:solidFill>
                <a:latin typeface="Arial"/>
              </a:rPr>
              <a:t>    （节拍、设备、质量、班次等）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8" name="Arrow: Chevron 7">
            <a:extLst>
              <a:ext uri="{FF2B5EF4-FFF2-40B4-BE49-F238E27FC236}">
                <a16:creationId xmlns:a16="http://schemas.microsoft.com/office/drawing/2014/main" id="{206DBB69-2AD3-A95A-5823-4060539CE99C}"/>
              </a:ext>
            </a:extLst>
          </p:cNvPr>
          <p:cNvSpPr/>
          <p:nvPr/>
        </p:nvSpPr>
        <p:spPr>
          <a:xfrm>
            <a:off x="7923181" y="4968288"/>
            <a:ext cx="3619728" cy="696135"/>
          </a:xfrm>
          <a:prstGeom prst="chevr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400" kern="1200" dirty="0">
                <a:solidFill>
                  <a:schemeClr val="tx1"/>
                </a:solidFill>
                <a:latin typeface="Arial"/>
              </a:rPr>
              <a:t>               关联分析模型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8C6BDF4-30B9-E73A-E36A-576ABEA594F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025903" y="1054800"/>
            <a:ext cx="3416297" cy="19932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44C24F66-BD3C-0612-5553-3A7954C718A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025903" y="3113837"/>
            <a:ext cx="3416297" cy="173556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D542C9E-A67A-175E-FB6F-F1A0868CB0AA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122630" y="1040675"/>
            <a:ext cx="3220829" cy="200732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10B150C1-2F4B-424E-D77B-A3B876BD0161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122629" y="3113838"/>
            <a:ext cx="3220829" cy="1735564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6717356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Rectangle 49">
            <a:extLst>
              <a:ext uri="{FF2B5EF4-FFF2-40B4-BE49-F238E27FC236}">
                <a16:creationId xmlns:a16="http://schemas.microsoft.com/office/drawing/2014/main" id="{C3AB3443-5494-A051-6F00-DA8E8006839C}"/>
              </a:ext>
            </a:extLst>
          </p:cNvPr>
          <p:cNvSpPr/>
          <p:nvPr/>
        </p:nvSpPr>
        <p:spPr>
          <a:xfrm>
            <a:off x="1828585" y="2992861"/>
            <a:ext cx="3838575" cy="645794"/>
          </a:xfrm>
          <a:prstGeom prst="rect">
            <a:avLst/>
          </a:prstGeom>
          <a:solidFill>
            <a:schemeClr val="accent3">
              <a:lumMod val="20000"/>
              <a:lumOff val="8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 anchorCtr="0"/>
          <a:lstStyle/>
          <a:p>
            <a:pPr algn="l"/>
            <a:endParaRPr lang="en-US" dirty="0"/>
          </a:p>
        </p:txBody>
      </p:sp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FB1749A1-03FB-7510-5C50-10606220F531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6" imgW="639" imgH="642" progId="TCLayout.ActiveDocument.1">
                  <p:embed/>
                </p:oleObj>
              </mc:Choice>
              <mc:Fallback>
                <p:oleObj name="think-cell Slide" r:id="rId6" imgW="639" imgH="642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B1749A1-03FB-7510-5C50-10606220F53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6A992315-394E-4C18-9361-5BBEA74C2F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pPr algn="l" rtl="0"/>
            <a:r>
              <a:rPr lang="en-US" altLang="zh-CN" dirty="0" err="1"/>
              <a:t>LineBody</a:t>
            </a:r>
            <a:r>
              <a:rPr lang="en-US" altLang="zh-CN" dirty="0"/>
              <a:t> Model </a:t>
            </a:r>
            <a:r>
              <a:rPr lang="zh-CN" altLang="en-US" dirty="0"/>
              <a:t>线体模型</a:t>
            </a:r>
            <a:br>
              <a:rPr lang="en-US" altLang="zh-CN" dirty="0"/>
            </a:br>
            <a:br>
              <a:rPr lang="en-US" b="0" i="0" dirty="0">
                <a:effectLst/>
                <a:latin typeface="Arial" panose="020B0604020202020204" pitchFamily="34" charset="0"/>
              </a:rPr>
            </a:br>
            <a:br>
              <a:rPr lang="en-US" b="0" i="0" dirty="0">
                <a:effectLst/>
                <a:latin typeface="Arial" panose="020B0604020202020204" pitchFamily="34" charset="0"/>
              </a:rPr>
            </a:br>
            <a:br>
              <a:rPr lang="en-US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</a:b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23C1701-F4D5-24DA-E708-BAC8D30723F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sz="900" dirty="0"/>
              <a:t>Restricted</a:t>
            </a:r>
            <a:r>
              <a:rPr lang="en-US" dirty="0"/>
              <a:t> | © Siemens 2023 | T CED INW-CN | 2023-09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D720CC-1943-3B94-DD84-41AE759E57D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37" name="cdtRectangle 115 Id57350">
            <a:extLst>
              <a:ext uri="{FF2B5EF4-FFF2-40B4-BE49-F238E27FC236}">
                <a16:creationId xmlns:a16="http://schemas.microsoft.com/office/drawing/2014/main" id="{09AC511B-9838-D149-818F-F4BAF4198236}"/>
              </a:ext>
            </a:extLst>
          </p:cNvPr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gray">
          <a:xfrm>
            <a:off x="387878" y="1526191"/>
            <a:ext cx="1736766" cy="470168"/>
          </a:xfrm>
          <a:prstGeom prst="rect">
            <a:avLst/>
          </a:prstGeom>
          <a:gradFill>
            <a:gsLst>
              <a:gs pos="83000">
                <a:srgbClr val="0099B0"/>
              </a:gs>
              <a:gs pos="50000">
                <a:srgbClr val="009999"/>
              </a:gs>
              <a:gs pos="0">
                <a:srgbClr val="50BEBE"/>
              </a:gs>
              <a:gs pos="100000">
                <a:srgbClr val="0099CB"/>
              </a:gs>
            </a:gsLst>
            <a:lin ang="0" scaled="0"/>
          </a:gradFill>
          <a:ln w="9525">
            <a:noFill/>
            <a:miter lim="800000"/>
            <a:headEnd/>
            <a:tailEnd/>
          </a:ln>
        </p:spPr>
        <p:txBody>
          <a:bodyPr vert="horz" wrap="square" lIns="144000" tIns="72000" rIns="144000" bIns="72000" numCol="1" anchor="ctr" anchorCtr="0" compatLnSpc="1">
            <a:prstTxWarp prst="textNoShape">
              <a:avLst/>
            </a:prstTxWarp>
            <a:noAutofit/>
          </a:bodyPr>
          <a:lstStyle>
            <a:defPPr>
              <a:defRPr lang="de-DE"/>
            </a:defPPr>
            <a:lvl1pPr>
              <a:spcBef>
                <a:spcPct val="0"/>
              </a:spcBef>
              <a:defRPr sz="1600" b="1">
                <a:solidFill>
                  <a:srgbClr val="FFFFFF"/>
                </a:solidFill>
                <a:ea typeface="+mj-ea"/>
                <a:cs typeface="Arial" pitchFamily="34" charset="0"/>
              </a:defRPr>
            </a:lvl1pPr>
            <a:lvl2pPr>
              <a:spcBef>
                <a:spcPct val="0"/>
              </a:spcBef>
              <a:defRPr sz="2000" b="1">
                <a:solidFill>
                  <a:schemeClr val="tx1"/>
                </a:solidFill>
                <a:latin typeface="Arial" charset="0"/>
              </a:defRPr>
            </a:lvl2pPr>
            <a:lvl3pPr>
              <a:spcBef>
                <a:spcPct val="0"/>
              </a:spcBef>
              <a:defRPr sz="2000" b="1">
                <a:solidFill>
                  <a:schemeClr val="tx1"/>
                </a:solidFill>
                <a:latin typeface="Arial" charset="0"/>
              </a:defRPr>
            </a:lvl3pPr>
            <a:lvl4pPr>
              <a:spcBef>
                <a:spcPct val="0"/>
              </a:spcBef>
              <a:defRPr sz="2000" b="1">
                <a:solidFill>
                  <a:schemeClr val="tx1"/>
                </a:solidFill>
                <a:latin typeface="Arial" charset="0"/>
              </a:defRPr>
            </a:lvl4pPr>
            <a:lvl5pPr>
              <a:spcBef>
                <a:spcPct val="0"/>
              </a:spcBef>
              <a:defRPr sz="2000" b="1">
                <a:solidFill>
                  <a:schemeClr val="tx1"/>
                </a:solidFill>
                <a:latin typeface="Arial" charset="0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ヒラギノ角ゴ Pro W3" charset="0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ヒラギノ角ゴ Pro W3" charset="0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ヒラギノ角ゴ Pro W3" charset="0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ヒラギノ角ゴ Pro W3" charset="0"/>
              </a:defRPr>
            </a:lvl9pPr>
          </a:lstStyle>
          <a:p>
            <a:endParaRPr lang="en-US" sz="2000" kern="0" dirty="0"/>
          </a:p>
        </p:txBody>
      </p:sp>
      <p:sp>
        <p:nvSpPr>
          <p:cNvPr id="38" name="Textfeld 13">
            <a:extLst>
              <a:ext uri="{FF2B5EF4-FFF2-40B4-BE49-F238E27FC236}">
                <a16:creationId xmlns:a16="http://schemas.microsoft.com/office/drawing/2014/main" id="{18EC7DAF-0AD5-DFB8-53EC-35F902F53695}"/>
              </a:ext>
            </a:extLst>
          </p:cNvPr>
          <p:cNvSpPr txBox="1"/>
          <p:nvPr/>
        </p:nvSpPr>
        <p:spPr>
          <a:xfrm>
            <a:off x="843407" y="1635535"/>
            <a:ext cx="1411371" cy="2514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/>
          <a:p>
            <a:pPr defTabSz="914218" hangingPunct="0">
              <a:lnSpc>
                <a:spcPct val="110000"/>
              </a:lnSpc>
              <a:defRPr sz="1600" b="1">
                <a:solidFill>
                  <a:srgbClr val="41AAAA"/>
                </a:solidFill>
              </a:defRPr>
            </a:pPr>
            <a:r>
              <a:rPr lang="zh-CN" altLang="en-US" sz="1599" b="1" dirty="0">
                <a:solidFill>
                  <a:prstClr val="white"/>
                </a:solidFill>
                <a:cs typeface="Arial"/>
                <a:sym typeface="Arial"/>
              </a:rPr>
              <a:t>线体模型</a:t>
            </a:r>
            <a:endParaRPr lang="en-US" sz="1599" b="1" kern="0" dirty="0">
              <a:solidFill>
                <a:prstClr val="white"/>
              </a:solidFill>
              <a:cs typeface="Arial"/>
              <a:sym typeface="Arial"/>
            </a:endParaRPr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E81B5611-272A-2A9D-4EFD-18358B9F2599}"/>
              </a:ext>
            </a:extLst>
          </p:cNvPr>
          <p:cNvCxnSpPr/>
          <p:nvPr/>
        </p:nvCxnSpPr>
        <p:spPr>
          <a:xfrm>
            <a:off x="484112" y="3344333"/>
            <a:ext cx="1323975" cy="0"/>
          </a:xfrm>
          <a:prstGeom prst="straightConnector1">
            <a:avLst/>
          </a:prstGeom>
          <a:ln w="9525">
            <a:solidFill>
              <a:schemeClr val="accent1"/>
            </a:solidFill>
            <a:headEnd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feld 13">
            <a:extLst>
              <a:ext uri="{FF2B5EF4-FFF2-40B4-BE49-F238E27FC236}">
                <a16:creationId xmlns:a16="http://schemas.microsoft.com/office/drawing/2014/main" id="{ECC2D2C4-3AF6-495E-77F3-C599B9A456C3}"/>
              </a:ext>
            </a:extLst>
          </p:cNvPr>
          <p:cNvSpPr txBox="1"/>
          <p:nvPr/>
        </p:nvSpPr>
        <p:spPr>
          <a:xfrm>
            <a:off x="604437" y="2983509"/>
            <a:ext cx="1071028" cy="2514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/>
          <a:p>
            <a:pPr defTabSz="914218" hangingPunct="0">
              <a:lnSpc>
                <a:spcPct val="110000"/>
              </a:lnSpc>
              <a:defRPr sz="1600" b="1">
                <a:solidFill>
                  <a:srgbClr val="41AAAA"/>
                </a:solidFill>
              </a:defRPr>
            </a:pPr>
            <a:r>
              <a:rPr lang="zh-CN" altLang="en-US" sz="1599" b="1" dirty="0">
                <a:solidFill>
                  <a:prstClr val="white"/>
                </a:solidFill>
                <a:cs typeface="Arial"/>
                <a:sym typeface="Arial"/>
              </a:rPr>
              <a:t>订单队列</a:t>
            </a:r>
            <a:endParaRPr lang="en-US" sz="1599" b="1" kern="0" dirty="0">
              <a:solidFill>
                <a:prstClr val="white"/>
              </a:solidFill>
              <a:cs typeface="Arial"/>
              <a:sym typeface="Arial"/>
            </a:endParaRPr>
          </a:p>
        </p:txBody>
      </p: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84367E81-E475-64E2-3C30-49A6535F60A2}"/>
              </a:ext>
            </a:extLst>
          </p:cNvPr>
          <p:cNvSpPr/>
          <p:nvPr/>
        </p:nvSpPr>
        <p:spPr>
          <a:xfrm>
            <a:off x="1931912" y="3163359"/>
            <a:ext cx="619125" cy="323097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 anchorCtr="0"/>
          <a:lstStyle/>
          <a:p>
            <a:pPr algn="l"/>
            <a:endParaRPr lang="en-US" dirty="0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60E74EAA-DAE4-CB07-E275-163439C4C47B}"/>
              </a:ext>
            </a:extLst>
          </p:cNvPr>
          <p:cNvSpPr/>
          <p:nvPr/>
        </p:nvSpPr>
        <p:spPr>
          <a:xfrm>
            <a:off x="651840" y="3486457"/>
            <a:ext cx="151894" cy="15315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 anchorCtr="0"/>
          <a:lstStyle/>
          <a:p>
            <a:pPr algn="l"/>
            <a:endParaRPr lang="en-US" dirty="0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B97DD0A9-36B7-688F-6BA9-C8D374FF2353}"/>
              </a:ext>
            </a:extLst>
          </p:cNvPr>
          <p:cNvSpPr/>
          <p:nvPr/>
        </p:nvSpPr>
        <p:spPr>
          <a:xfrm>
            <a:off x="979822" y="3490086"/>
            <a:ext cx="151894" cy="15315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 anchorCtr="0"/>
          <a:lstStyle/>
          <a:p>
            <a:pPr algn="l"/>
            <a:endParaRPr lang="en-US" dirty="0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6F6C8B39-0E3A-E292-E27C-764851BA1BBB}"/>
              </a:ext>
            </a:extLst>
          </p:cNvPr>
          <p:cNvSpPr/>
          <p:nvPr/>
        </p:nvSpPr>
        <p:spPr>
          <a:xfrm>
            <a:off x="1308735" y="3486457"/>
            <a:ext cx="151894" cy="15315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 anchorCtr="0"/>
          <a:lstStyle/>
          <a:p>
            <a:pPr algn="l"/>
            <a:endParaRPr lang="en-US" dirty="0"/>
          </a:p>
        </p:txBody>
      </p:sp>
      <p:sp>
        <p:nvSpPr>
          <p:cNvPr id="46" name="Rectangle: Rounded Corners 45">
            <a:extLst>
              <a:ext uri="{FF2B5EF4-FFF2-40B4-BE49-F238E27FC236}">
                <a16:creationId xmlns:a16="http://schemas.microsoft.com/office/drawing/2014/main" id="{540D1B2C-A6AC-63F6-F8B9-25F1D6A5CBD7}"/>
              </a:ext>
            </a:extLst>
          </p:cNvPr>
          <p:cNvSpPr/>
          <p:nvPr/>
        </p:nvSpPr>
        <p:spPr>
          <a:xfrm>
            <a:off x="2674862" y="3163359"/>
            <a:ext cx="619125" cy="323097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 anchorCtr="0"/>
          <a:lstStyle/>
          <a:p>
            <a:pPr algn="l"/>
            <a:endParaRPr lang="en-US" dirty="0"/>
          </a:p>
        </p:txBody>
      </p:sp>
      <p:sp>
        <p:nvSpPr>
          <p:cNvPr id="47" name="Rectangle: Rounded Corners 46">
            <a:extLst>
              <a:ext uri="{FF2B5EF4-FFF2-40B4-BE49-F238E27FC236}">
                <a16:creationId xmlns:a16="http://schemas.microsoft.com/office/drawing/2014/main" id="{03AF5AFE-FEA2-090B-55E3-46A053DC60ED}"/>
              </a:ext>
            </a:extLst>
          </p:cNvPr>
          <p:cNvSpPr/>
          <p:nvPr/>
        </p:nvSpPr>
        <p:spPr>
          <a:xfrm>
            <a:off x="3404467" y="3163359"/>
            <a:ext cx="619125" cy="323097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 anchorCtr="0"/>
          <a:lstStyle/>
          <a:p>
            <a:pPr algn="l"/>
            <a:endParaRPr lang="en-US" dirty="0"/>
          </a:p>
        </p:txBody>
      </p:sp>
      <p:sp>
        <p:nvSpPr>
          <p:cNvPr id="48" name="Rectangle: Rounded Corners 47">
            <a:extLst>
              <a:ext uri="{FF2B5EF4-FFF2-40B4-BE49-F238E27FC236}">
                <a16:creationId xmlns:a16="http://schemas.microsoft.com/office/drawing/2014/main" id="{F05F15B2-99A4-39F1-AF47-D9FA65E41070}"/>
              </a:ext>
            </a:extLst>
          </p:cNvPr>
          <p:cNvSpPr/>
          <p:nvPr/>
        </p:nvSpPr>
        <p:spPr>
          <a:xfrm>
            <a:off x="4823692" y="3163359"/>
            <a:ext cx="619125" cy="323097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 anchorCtr="0"/>
          <a:lstStyle/>
          <a:p>
            <a:pPr algn="l"/>
            <a:endParaRPr lang="en-US" dirty="0"/>
          </a:p>
        </p:txBody>
      </p:sp>
      <p:sp>
        <p:nvSpPr>
          <p:cNvPr id="49" name="Textfeld 13">
            <a:extLst>
              <a:ext uri="{FF2B5EF4-FFF2-40B4-BE49-F238E27FC236}">
                <a16:creationId xmlns:a16="http://schemas.microsoft.com/office/drawing/2014/main" id="{97FFFEAC-EBAB-606B-5ECC-8D5516478502}"/>
              </a:ext>
            </a:extLst>
          </p:cNvPr>
          <p:cNvSpPr txBox="1"/>
          <p:nvPr/>
        </p:nvSpPr>
        <p:spPr>
          <a:xfrm>
            <a:off x="4231124" y="3140863"/>
            <a:ext cx="1071028" cy="2514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/>
          <a:p>
            <a:pPr defTabSz="914218" hangingPunct="0">
              <a:lnSpc>
                <a:spcPct val="110000"/>
              </a:lnSpc>
              <a:defRPr sz="1600" b="1">
                <a:solidFill>
                  <a:srgbClr val="41AAAA"/>
                </a:solidFill>
              </a:defRPr>
            </a:pPr>
            <a:r>
              <a:rPr lang="en-US" altLang="zh-CN" sz="1599" b="1" kern="0" dirty="0">
                <a:solidFill>
                  <a:prstClr val="white"/>
                </a:solidFill>
                <a:cs typeface="Arial"/>
                <a:sym typeface="Arial"/>
              </a:rPr>
              <a:t>……</a:t>
            </a:r>
            <a:endParaRPr lang="en-US" sz="1599" b="1" kern="0" dirty="0">
              <a:solidFill>
                <a:prstClr val="white"/>
              </a:solidFill>
              <a:cs typeface="Arial"/>
              <a:sym typeface="Arial"/>
            </a:endParaRPr>
          </a:p>
        </p:txBody>
      </p: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3C739652-ACEB-3302-B2D6-2CA8E6ECEF86}"/>
              </a:ext>
            </a:extLst>
          </p:cNvPr>
          <p:cNvCxnSpPr>
            <a:cxnSpLocks/>
            <a:stCxn id="50" idx="3"/>
            <a:endCxn id="71" idx="3"/>
          </p:cNvCxnSpPr>
          <p:nvPr/>
        </p:nvCxnSpPr>
        <p:spPr>
          <a:xfrm flipH="1">
            <a:off x="1314159" y="3315758"/>
            <a:ext cx="4353001" cy="709193"/>
          </a:xfrm>
          <a:prstGeom prst="bentConnector3">
            <a:avLst>
              <a:gd name="adj1" fmla="val -5252"/>
            </a:avLst>
          </a:prstGeom>
          <a:ln w="9525">
            <a:solidFill>
              <a:schemeClr val="accent1"/>
            </a:solidFill>
            <a:headEnd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Rectangle 52">
            <a:extLst>
              <a:ext uri="{FF2B5EF4-FFF2-40B4-BE49-F238E27FC236}">
                <a16:creationId xmlns:a16="http://schemas.microsoft.com/office/drawing/2014/main" id="{3F4857F3-89BF-954B-A8C3-5FC32247E797}"/>
              </a:ext>
            </a:extLst>
          </p:cNvPr>
          <p:cNvSpPr/>
          <p:nvPr/>
        </p:nvSpPr>
        <p:spPr>
          <a:xfrm>
            <a:off x="1828585" y="4422937"/>
            <a:ext cx="3838575" cy="645794"/>
          </a:xfrm>
          <a:prstGeom prst="rect">
            <a:avLst/>
          </a:prstGeom>
          <a:solidFill>
            <a:schemeClr val="accent3">
              <a:lumMod val="20000"/>
              <a:lumOff val="8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 anchorCtr="0"/>
          <a:lstStyle/>
          <a:p>
            <a:pPr algn="l"/>
            <a:endParaRPr lang="en-US" dirty="0"/>
          </a:p>
        </p:txBody>
      </p:sp>
      <p:sp>
        <p:nvSpPr>
          <p:cNvPr id="54" name="Rectangle: Rounded Corners 53">
            <a:extLst>
              <a:ext uri="{FF2B5EF4-FFF2-40B4-BE49-F238E27FC236}">
                <a16:creationId xmlns:a16="http://schemas.microsoft.com/office/drawing/2014/main" id="{53B61DCB-6503-4304-C6AC-3AE6447022DC}"/>
              </a:ext>
            </a:extLst>
          </p:cNvPr>
          <p:cNvSpPr/>
          <p:nvPr/>
        </p:nvSpPr>
        <p:spPr>
          <a:xfrm>
            <a:off x="1931912" y="4593435"/>
            <a:ext cx="619125" cy="323097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 anchorCtr="0"/>
          <a:lstStyle/>
          <a:p>
            <a:pPr algn="l"/>
            <a:endParaRPr lang="en-US" dirty="0"/>
          </a:p>
        </p:txBody>
      </p:sp>
      <p:sp>
        <p:nvSpPr>
          <p:cNvPr id="55" name="Rectangle: Rounded Corners 54">
            <a:extLst>
              <a:ext uri="{FF2B5EF4-FFF2-40B4-BE49-F238E27FC236}">
                <a16:creationId xmlns:a16="http://schemas.microsoft.com/office/drawing/2014/main" id="{2817D43E-061D-7B0B-4589-44ACFDFF6236}"/>
              </a:ext>
            </a:extLst>
          </p:cNvPr>
          <p:cNvSpPr/>
          <p:nvPr/>
        </p:nvSpPr>
        <p:spPr>
          <a:xfrm>
            <a:off x="2674862" y="4593435"/>
            <a:ext cx="619125" cy="323097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 anchorCtr="0"/>
          <a:lstStyle/>
          <a:p>
            <a:pPr algn="l"/>
            <a:endParaRPr lang="en-US" dirty="0"/>
          </a:p>
        </p:txBody>
      </p:sp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EE2B5BDE-E302-B05C-2A49-B7EC5AC315DB}"/>
              </a:ext>
            </a:extLst>
          </p:cNvPr>
          <p:cNvSpPr/>
          <p:nvPr/>
        </p:nvSpPr>
        <p:spPr>
          <a:xfrm>
            <a:off x="3404467" y="4593435"/>
            <a:ext cx="619125" cy="323097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 anchorCtr="0"/>
          <a:lstStyle/>
          <a:p>
            <a:pPr algn="l"/>
            <a:endParaRPr lang="en-US" dirty="0"/>
          </a:p>
        </p:txBody>
      </p:sp>
      <p:sp>
        <p:nvSpPr>
          <p:cNvPr id="57" name="Rectangle: Rounded Corners 56">
            <a:extLst>
              <a:ext uri="{FF2B5EF4-FFF2-40B4-BE49-F238E27FC236}">
                <a16:creationId xmlns:a16="http://schemas.microsoft.com/office/drawing/2014/main" id="{1E4372DF-0E0F-ECF9-4794-DE78B92D2847}"/>
              </a:ext>
            </a:extLst>
          </p:cNvPr>
          <p:cNvSpPr/>
          <p:nvPr/>
        </p:nvSpPr>
        <p:spPr>
          <a:xfrm>
            <a:off x="4823692" y="4593435"/>
            <a:ext cx="619125" cy="323097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 anchorCtr="0"/>
          <a:lstStyle/>
          <a:p>
            <a:pPr algn="l"/>
            <a:endParaRPr lang="en-US" dirty="0"/>
          </a:p>
        </p:txBody>
      </p:sp>
      <p:sp>
        <p:nvSpPr>
          <p:cNvPr id="58" name="Textfeld 13">
            <a:extLst>
              <a:ext uri="{FF2B5EF4-FFF2-40B4-BE49-F238E27FC236}">
                <a16:creationId xmlns:a16="http://schemas.microsoft.com/office/drawing/2014/main" id="{44E92D2C-228C-96A5-99A6-8AA8C9345D2B}"/>
              </a:ext>
            </a:extLst>
          </p:cNvPr>
          <p:cNvSpPr txBox="1"/>
          <p:nvPr/>
        </p:nvSpPr>
        <p:spPr>
          <a:xfrm>
            <a:off x="4231124" y="4570939"/>
            <a:ext cx="1071028" cy="2514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/>
          <a:p>
            <a:pPr defTabSz="914218" hangingPunct="0">
              <a:lnSpc>
                <a:spcPct val="110000"/>
              </a:lnSpc>
              <a:defRPr sz="1600" b="1">
                <a:solidFill>
                  <a:srgbClr val="41AAAA"/>
                </a:solidFill>
              </a:defRPr>
            </a:pPr>
            <a:r>
              <a:rPr lang="en-US" altLang="zh-CN" sz="1599" b="1" kern="0" dirty="0">
                <a:solidFill>
                  <a:prstClr val="white"/>
                </a:solidFill>
                <a:cs typeface="Arial"/>
                <a:sym typeface="Arial"/>
              </a:rPr>
              <a:t>……</a:t>
            </a:r>
            <a:endParaRPr lang="en-US" sz="1599" b="1" kern="0" dirty="0">
              <a:solidFill>
                <a:prstClr val="white"/>
              </a:solidFill>
              <a:cs typeface="Arial"/>
              <a:sym typeface="Arial"/>
            </a:endParaRPr>
          </a:p>
        </p:txBody>
      </p:sp>
      <p:sp>
        <p:nvSpPr>
          <p:cNvPr id="66" name="Oval 65">
            <a:extLst>
              <a:ext uri="{FF2B5EF4-FFF2-40B4-BE49-F238E27FC236}">
                <a16:creationId xmlns:a16="http://schemas.microsoft.com/office/drawing/2014/main" id="{18916F39-179D-2C94-6092-6D3AFD447B86}"/>
              </a:ext>
            </a:extLst>
          </p:cNvPr>
          <p:cNvSpPr/>
          <p:nvPr/>
        </p:nvSpPr>
        <p:spPr>
          <a:xfrm>
            <a:off x="1042445" y="3963083"/>
            <a:ext cx="151894" cy="15315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 anchorCtr="0"/>
          <a:lstStyle/>
          <a:p>
            <a:pPr algn="l"/>
            <a:endParaRPr lang="en-US" dirty="0"/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9A1B4E62-69B2-7104-9957-0874B12AE825}"/>
              </a:ext>
            </a:extLst>
          </p:cNvPr>
          <p:cNvSpPr/>
          <p:nvPr/>
        </p:nvSpPr>
        <p:spPr>
          <a:xfrm>
            <a:off x="1084091" y="3972608"/>
            <a:ext cx="230068" cy="104686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 anchorCtr="0"/>
          <a:lstStyle/>
          <a:p>
            <a:pPr algn="l"/>
            <a:endParaRPr lang="en-US" dirty="0"/>
          </a:p>
        </p:txBody>
      </p: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5548817E-DC2F-5CFE-5737-A035D3B7D240}"/>
              </a:ext>
            </a:extLst>
          </p:cNvPr>
          <p:cNvCxnSpPr>
            <a:cxnSpLocks/>
            <a:stCxn id="71" idx="3"/>
            <a:endCxn id="53" idx="1"/>
          </p:cNvCxnSpPr>
          <p:nvPr/>
        </p:nvCxnSpPr>
        <p:spPr>
          <a:xfrm>
            <a:off x="1314159" y="4024951"/>
            <a:ext cx="514426" cy="720883"/>
          </a:xfrm>
          <a:prstGeom prst="bentConnector3">
            <a:avLst>
              <a:gd name="adj1" fmla="val -1844"/>
            </a:avLst>
          </a:prstGeom>
          <a:ln w="9525">
            <a:solidFill>
              <a:schemeClr val="accent1"/>
            </a:solidFill>
            <a:headEnd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9DF462BD-2510-E6E8-F1F8-87381BDB3276}"/>
              </a:ext>
            </a:extLst>
          </p:cNvPr>
          <p:cNvCxnSpPr>
            <a:cxnSpLocks/>
          </p:cNvCxnSpPr>
          <p:nvPr/>
        </p:nvCxnSpPr>
        <p:spPr>
          <a:xfrm>
            <a:off x="5667160" y="4730187"/>
            <a:ext cx="758971" cy="0"/>
          </a:xfrm>
          <a:prstGeom prst="straightConnector1">
            <a:avLst/>
          </a:prstGeom>
          <a:ln w="9525">
            <a:solidFill>
              <a:schemeClr val="accent1"/>
            </a:solidFill>
            <a:headEnd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Textfeld 13">
            <a:extLst>
              <a:ext uri="{FF2B5EF4-FFF2-40B4-BE49-F238E27FC236}">
                <a16:creationId xmlns:a16="http://schemas.microsoft.com/office/drawing/2014/main" id="{CBFCDA97-F792-A7D5-6B9D-1A9CCB1328DE}"/>
              </a:ext>
            </a:extLst>
          </p:cNvPr>
          <p:cNvSpPr txBox="1"/>
          <p:nvPr/>
        </p:nvSpPr>
        <p:spPr>
          <a:xfrm>
            <a:off x="5804582" y="4397480"/>
            <a:ext cx="1071028" cy="2514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/>
          <a:p>
            <a:pPr defTabSz="914218" hangingPunct="0">
              <a:lnSpc>
                <a:spcPct val="110000"/>
              </a:lnSpc>
              <a:defRPr sz="1600" b="1">
                <a:solidFill>
                  <a:srgbClr val="41AAAA"/>
                </a:solidFill>
              </a:defRPr>
            </a:pPr>
            <a:r>
              <a:rPr lang="zh-CN" altLang="en-US" sz="1599" b="1" dirty="0">
                <a:solidFill>
                  <a:prstClr val="white"/>
                </a:solidFill>
                <a:cs typeface="Arial"/>
                <a:sym typeface="Arial"/>
              </a:rPr>
              <a:t>订单完成</a:t>
            </a:r>
            <a:endParaRPr lang="en-US" sz="1599" b="1" kern="0" dirty="0">
              <a:solidFill>
                <a:prstClr val="white"/>
              </a:solidFill>
              <a:cs typeface="Arial"/>
              <a:sym typeface="Arial"/>
            </a:endParaRPr>
          </a:p>
        </p:txBody>
      </p:sp>
      <p:sp>
        <p:nvSpPr>
          <p:cNvPr id="84" name="Textfeld 13">
            <a:extLst>
              <a:ext uri="{FF2B5EF4-FFF2-40B4-BE49-F238E27FC236}">
                <a16:creationId xmlns:a16="http://schemas.microsoft.com/office/drawing/2014/main" id="{E460D040-8A5F-DCCB-FCB4-1B2A351C3A44}"/>
              </a:ext>
            </a:extLst>
          </p:cNvPr>
          <p:cNvSpPr txBox="1"/>
          <p:nvPr/>
        </p:nvSpPr>
        <p:spPr>
          <a:xfrm>
            <a:off x="7630315" y="966323"/>
            <a:ext cx="3236650" cy="29569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/>
          <a:p>
            <a:pPr defTabSz="914218" hangingPunct="0">
              <a:lnSpc>
                <a:spcPct val="110000"/>
              </a:lnSpc>
              <a:defRPr sz="1600" b="1">
                <a:solidFill>
                  <a:srgbClr val="41AAAA"/>
                </a:solidFill>
              </a:defRPr>
            </a:pPr>
            <a:r>
              <a:rPr lang="zh-CN" altLang="en-US" sz="1599" b="1" u="sng" dirty="0">
                <a:solidFill>
                  <a:prstClr val="white"/>
                </a:solidFill>
                <a:cs typeface="Arial"/>
                <a:sym typeface="Arial"/>
              </a:rPr>
              <a:t>线体参数</a:t>
            </a:r>
            <a:endParaRPr lang="en-US" altLang="zh-CN" sz="1599" b="1" u="sng" dirty="0">
              <a:solidFill>
                <a:prstClr val="white"/>
              </a:solidFill>
              <a:cs typeface="Arial"/>
              <a:sym typeface="Arial"/>
            </a:endParaRPr>
          </a:p>
          <a:p>
            <a:pPr marL="285750" indent="-285750" defTabSz="914218" hangingPunct="0">
              <a:lnSpc>
                <a:spcPct val="110000"/>
              </a:lnSpc>
              <a:buClr>
                <a:schemeClr val="tx1"/>
              </a:buClr>
              <a:buFont typeface="Wingdings" panose="05000000000000000000" pitchFamily="2" charset="2"/>
              <a:buChar char="v"/>
              <a:defRPr sz="1600" b="1">
                <a:solidFill>
                  <a:srgbClr val="41AAAA"/>
                </a:solidFill>
              </a:defRPr>
            </a:pPr>
            <a:r>
              <a:rPr lang="zh-CN" altLang="en-US" sz="1599" b="1" kern="0" dirty="0">
                <a:solidFill>
                  <a:prstClr val="white"/>
                </a:solidFill>
                <a:cs typeface="Arial"/>
                <a:sym typeface="Arial"/>
              </a:rPr>
              <a:t>等待订单数</a:t>
            </a:r>
            <a:r>
              <a:rPr lang="en-US" altLang="zh-CN" sz="1599" b="1" kern="0" dirty="0">
                <a:solidFill>
                  <a:prstClr val="white"/>
                </a:solidFill>
                <a:cs typeface="Arial"/>
                <a:sym typeface="Arial"/>
              </a:rPr>
              <a:t>/</a:t>
            </a:r>
            <a:r>
              <a:rPr lang="zh-CN" altLang="en-US" sz="1599" b="1" kern="0" dirty="0">
                <a:solidFill>
                  <a:prstClr val="white"/>
                </a:solidFill>
                <a:cs typeface="Arial"/>
                <a:sym typeface="Arial"/>
              </a:rPr>
              <a:t>平均到达率</a:t>
            </a:r>
            <a:endParaRPr lang="en-US" altLang="zh-CN" sz="1599" b="1" kern="0" dirty="0">
              <a:solidFill>
                <a:prstClr val="white"/>
              </a:solidFill>
              <a:cs typeface="Arial"/>
              <a:sym typeface="Arial"/>
            </a:endParaRPr>
          </a:p>
          <a:p>
            <a:pPr marL="285750" indent="-285750" defTabSz="914218" hangingPunct="0">
              <a:lnSpc>
                <a:spcPct val="110000"/>
              </a:lnSpc>
              <a:buClr>
                <a:schemeClr val="tx1"/>
              </a:buClr>
              <a:buFont typeface="Wingdings" panose="05000000000000000000" pitchFamily="2" charset="2"/>
              <a:buChar char="v"/>
              <a:defRPr sz="1600" b="1">
                <a:solidFill>
                  <a:srgbClr val="41AAAA"/>
                </a:solidFill>
              </a:defRPr>
            </a:pPr>
            <a:r>
              <a:rPr lang="zh-CN" altLang="en-US" sz="1599" b="1" dirty="0">
                <a:solidFill>
                  <a:prstClr val="white"/>
                </a:solidFill>
                <a:cs typeface="Arial"/>
                <a:sym typeface="Arial"/>
              </a:rPr>
              <a:t>工位数</a:t>
            </a:r>
            <a:endParaRPr lang="en-US" altLang="zh-CN" sz="1599" b="1" dirty="0">
              <a:solidFill>
                <a:prstClr val="white"/>
              </a:solidFill>
              <a:cs typeface="Arial"/>
              <a:sym typeface="Arial"/>
            </a:endParaRPr>
          </a:p>
          <a:p>
            <a:pPr marL="285750" indent="-285750" defTabSz="914218" hangingPunct="0">
              <a:lnSpc>
                <a:spcPct val="110000"/>
              </a:lnSpc>
              <a:buClr>
                <a:schemeClr val="tx1"/>
              </a:buClr>
              <a:buFont typeface="Wingdings" panose="05000000000000000000" pitchFamily="2" charset="2"/>
              <a:buChar char="v"/>
              <a:defRPr sz="1600" b="1">
                <a:solidFill>
                  <a:srgbClr val="41AAAA"/>
                </a:solidFill>
              </a:defRPr>
            </a:pPr>
            <a:r>
              <a:rPr lang="zh-CN" altLang="en-US" sz="1599" b="1" dirty="0">
                <a:solidFill>
                  <a:prstClr val="white"/>
                </a:solidFill>
                <a:cs typeface="Arial"/>
                <a:sym typeface="Arial"/>
              </a:rPr>
              <a:t>线体生产平均节拍</a:t>
            </a:r>
            <a:endParaRPr lang="en-US" altLang="zh-CN" sz="1599" b="1" kern="0" dirty="0">
              <a:solidFill>
                <a:prstClr val="white"/>
              </a:solidFill>
              <a:cs typeface="Arial"/>
              <a:sym typeface="Arial"/>
            </a:endParaRPr>
          </a:p>
          <a:p>
            <a:pPr marL="285750" indent="-285750" defTabSz="914218" hangingPunct="0">
              <a:lnSpc>
                <a:spcPct val="110000"/>
              </a:lnSpc>
              <a:buClr>
                <a:schemeClr val="tx1"/>
              </a:buClr>
              <a:buFont typeface="Wingdings" panose="05000000000000000000" pitchFamily="2" charset="2"/>
              <a:buChar char="v"/>
              <a:defRPr sz="1600" b="1">
                <a:solidFill>
                  <a:srgbClr val="41AAAA"/>
                </a:solidFill>
              </a:defRPr>
            </a:pPr>
            <a:r>
              <a:rPr lang="zh-CN" altLang="en-US" sz="1599" b="1" kern="0" dirty="0">
                <a:solidFill>
                  <a:prstClr val="white"/>
                </a:solidFill>
                <a:cs typeface="Arial"/>
                <a:sym typeface="Arial"/>
              </a:rPr>
              <a:t>线体平均生产时长</a:t>
            </a:r>
            <a:endParaRPr lang="en-US" altLang="zh-CN" sz="1599" b="1" kern="0" dirty="0">
              <a:solidFill>
                <a:prstClr val="white"/>
              </a:solidFill>
              <a:cs typeface="Arial"/>
              <a:sym typeface="Arial"/>
            </a:endParaRPr>
          </a:p>
          <a:p>
            <a:pPr marL="285750" indent="-285750" defTabSz="914218" hangingPunct="0">
              <a:lnSpc>
                <a:spcPct val="110000"/>
              </a:lnSpc>
              <a:buClr>
                <a:schemeClr val="tx1"/>
              </a:buClr>
              <a:buFont typeface="Wingdings" panose="05000000000000000000" pitchFamily="2" charset="2"/>
              <a:buChar char="v"/>
              <a:defRPr sz="1600" b="1">
                <a:solidFill>
                  <a:srgbClr val="41AAAA"/>
                </a:solidFill>
              </a:defRPr>
            </a:pPr>
            <a:r>
              <a:rPr lang="zh-CN" altLang="en-US" sz="1599" b="1" kern="0" dirty="0">
                <a:solidFill>
                  <a:prstClr val="white"/>
                </a:solidFill>
                <a:cs typeface="Arial"/>
                <a:sym typeface="Arial"/>
              </a:rPr>
              <a:t>线体平均延迟时长</a:t>
            </a:r>
            <a:endParaRPr lang="en-US" altLang="zh-CN" sz="1599" b="1" dirty="0">
              <a:solidFill>
                <a:prstClr val="white"/>
              </a:solidFill>
              <a:cs typeface="Arial"/>
              <a:sym typeface="Arial"/>
            </a:endParaRPr>
          </a:p>
          <a:p>
            <a:pPr marL="285750" indent="-285750" defTabSz="914218" hangingPunct="0">
              <a:lnSpc>
                <a:spcPct val="110000"/>
              </a:lnSpc>
              <a:buClr>
                <a:schemeClr val="tx1"/>
              </a:buClr>
              <a:buFont typeface="Wingdings" panose="05000000000000000000" pitchFamily="2" charset="2"/>
              <a:buChar char="v"/>
              <a:defRPr sz="1600" b="1">
                <a:solidFill>
                  <a:srgbClr val="41AAAA"/>
                </a:solidFill>
              </a:defRPr>
            </a:pPr>
            <a:r>
              <a:rPr lang="zh-CN" altLang="en-US" sz="1599" b="1" dirty="0">
                <a:solidFill>
                  <a:prstClr val="white"/>
                </a:solidFill>
                <a:cs typeface="Arial"/>
                <a:sym typeface="Arial"/>
              </a:rPr>
              <a:t>线体平均停留时间</a:t>
            </a:r>
            <a:endParaRPr lang="en-US" altLang="zh-CN" sz="1599" b="1" dirty="0">
              <a:solidFill>
                <a:prstClr val="white"/>
              </a:solidFill>
              <a:cs typeface="Arial"/>
              <a:sym typeface="Arial"/>
            </a:endParaRPr>
          </a:p>
          <a:p>
            <a:pPr marL="285750" indent="-285750" defTabSz="914218" hangingPunct="0">
              <a:lnSpc>
                <a:spcPct val="110000"/>
              </a:lnSpc>
              <a:buClr>
                <a:schemeClr val="tx1"/>
              </a:buClr>
              <a:buFont typeface="Wingdings" panose="05000000000000000000" pitchFamily="2" charset="2"/>
              <a:buChar char="v"/>
              <a:defRPr sz="1600" b="1">
                <a:solidFill>
                  <a:srgbClr val="41AAAA"/>
                </a:solidFill>
              </a:defRPr>
            </a:pPr>
            <a:r>
              <a:rPr lang="zh-CN" altLang="en-US" sz="1599" b="1" dirty="0">
                <a:solidFill>
                  <a:prstClr val="white"/>
                </a:solidFill>
                <a:cs typeface="Arial"/>
                <a:sym typeface="Arial"/>
              </a:rPr>
              <a:t>平均订单完成数</a:t>
            </a:r>
            <a:r>
              <a:rPr lang="en-US" altLang="zh-CN" sz="1599" b="1" dirty="0">
                <a:solidFill>
                  <a:prstClr val="white"/>
                </a:solidFill>
                <a:cs typeface="Arial"/>
                <a:sym typeface="Arial"/>
              </a:rPr>
              <a:t>/</a:t>
            </a:r>
            <a:r>
              <a:rPr lang="zh-CN" altLang="en-US" sz="1599" b="1" dirty="0">
                <a:solidFill>
                  <a:prstClr val="white"/>
                </a:solidFill>
                <a:cs typeface="Arial"/>
                <a:sym typeface="Arial"/>
              </a:rPr>
              <a:t>制品数</a:t>
            </a:r>
            <a:endParaRPr lang="en-US" altLang="zh-CN" sz="1599" b="1" dirty="0">
              <a:solidFill>
                <a:prstClr val="white"/>
              </a:solidFill>
              <a:cs typeface="Arial"/>
              <a:sym typeface="Arial"/>
            </a:endParaRPr>
          </a:p>
          <a:p>
            <a:pPr marL="285750" indent="-285750" defTabSz="914218" hangingPunct="0">
              <a:lnSpc>
                <a:spcPct val="110000"/>
              </a:lnSpc>
              <a:buClr>
                <a:schemeClr val="tx1"/>
              </a:buClr>
              <a:buFont typeface="Wingdings" panose="05000000000000000000" pitchFamily="2" charset="2"/>
              <a:buChar char="v"/>
              <a:defRPr sz="1600" b="1">
                <a:solidFill>
                  <a:srgbClr val="41AAAA"/>
                </a:solidFill>
              </a:defRPr>
            </a:pPr>
            <a:r>
              <a:rPr lang="zh-CN" altLang="en-US" sz="1599" b="1" dirty="0">
                <a:solidFill>
                  <a:prstClr val="white"/>
                </a:solidFill>
                <a:cs typeface="Arial"/>
                <a:sym typeface="Arial"/>
              </a:rPr>
              <a:t>质量指数</a:t>
            </a:r>
            <a:r>
              <a:rPr lang="en-US" altLang="zh-CN" sz="1599" b="1" dirty="0">
                <a:solidFill>
                  <a:prstClr val="white"/>
                </a:solidFill>
                <a:cs typeface="Arial"/>
                <a:sym typeface="Arial"/>
              </a:rPr>
              <a:t>(</a:t>
            </a:r>
            <a:r>
              <a:rPr lang="zh-CN" altLang="en-US" sz="1599" b="1" dirty="0">
                <a:solidFill>
                  <a:prstClr val="white"/>
                </a:solidFill>
                <a:cs typeface="Arial"/>
                <a:sym typeface="Arial"/>
              </a:rPr>
              <a:t>返修数</a:t>
            </a:r>
            <a:r>
              <a:rPr lang="en-US" altLang="zh-CN" sz="1599" b="1" dirty="0">
                <a:solidFill>
                  <a:prstClr val="white"/>
                </a:solidFill>
                <a:cs typeface="Arial"/>
                <a:sym typeface="Arial"/>
              </a:rPr>
              <a:t>/</a:t>
            </a:r>
            <a:r>
              <a:rPr lang="zh-CN" altLang="en-US" sz="1599" b="1" dirty="0">
                <a:solidFill>
                  <a:prstClr val="white"/>
                </a:solidFill>
                <a:cs typeface="Arial"/>
                <a:sym typeface="Arial"/>
              </a:rPr>
              <a:t>总数</a:t>
            </a:r>
            <a:r>
              <a:rPr lang="en-US" altLang="zh-CN" sz="1599" b="1" dirty="0">
                <a:solidFill>
                  <a:prstClr val="white"/>
                </a:solidFill>
                <a:cs typeface="Arial"/>
                <a:sym typeface="Arial"/>
              </a:rPr>
              <a:t>)</a:t>
            </a:r>
          </a:p>
          <a:p>
            <a:pPr marL="285750" indent="-285750" defTabSz="914218" hangingPunct="0">
              <a:lnSpc>
                <a:spcPct val="110000"/>
              </a:lnSpc>
              <a:buClr>
                <a:schemeClr val="tx1"/>
              </a:buClr>
              <a:buFont typeface="Wingdings" panose="05000000000000000000" pitchFamily="2" charset="2"/>
              <a:buChar char="v"/>
              <a:defRPr sz="1600" b="1">
                <a:solidFill>
                  <a:srgbClr val="41AAAA"/>
                </a:solidFill>
              </a:defRPr>
            </a:pPr>
            <a:r>
              <a:rPr lang="zh-CN" altLang="en-US" sz="1599" b="1" kern="0" dirty="0">
                <a:solidFill>
                  <a:prstClr val="white"/>
                </a:solidFill>
                <a:cs typeface="Arial"/>
                <a:sym typeface="Arial"/>
              </a:rPr>
              <a:t>线体关系（含工位位置关系）</a:t>
            </a:r>
            <a:endParaRPr lang="en-US" altLang="zh-CN" sz="1599" b="1" kern="0" dirty="0">
              <a:solidFill>
                <a:prstClr val="white"/>
              </a:solidFill>
              <a:cs typeface="Arial"/>
              <a:sym typeface="Arial"/>
            </a:endParaRPr>
          </a:p>
          <a:p>
            <a:pPr marL="285750" indent="-285750" defTabSz="914218" hangingPunct="0">
              <a:lnSpc>
                <a:spcPct val="110000"/>
              </a:lnSpc>
              <a:buClr>
                <a:schemeClr val="tx1"/>
              </a:buClr>
              <a:buFont typeface="Wingdings" panose="05000000000000000000" pitchFamily="2" charset="2"/>
              <a:buChar char="v"/>
              <a:defRPr sz="1600" b="1">
                <a:solidFill>
                  <a:srgbClr val="41AAAA"/>
                </a:solidFill>
              </a:defRPr>
            </a:pPr>
            <a:endParaRPr lang="en-US" sz="1599" b="1" kern="0" dirty="0">
              <a:solidFill>
                <a:prstClr val="white"/>
              </a:solidFill>
              <a:cs typeface="Arial"/>
              <a:sym typeface="Arial"/>
            </a:endParaRPr>
          </a:p>
        </p:txBody>
      </p:sp>
      <p:sp>
        <p:nvSpPr>
          <p:cNvPr id="85" name="Textfeld 13">
            <a:extLst>
              <a:ext uri="{FF2B5EF4-FFF2-40B4-BE49-F238E27FC236}">
                <a16:creationId xmlns:a16="http://schemas.microsoft.com/office/drawing/2014/main" id="{20C6C532-2F4E-93CD-F83C-1C5B1D8074C4}"/>
              </a:ext>
            </a:extLst>
          </p:cNvPr>
          <p:cNvSpPr txBox="1"/>
          <p:nvPr/>
        </p:nvSpPr>
        <p:spPr>
          <a:xfrm>
            <a:off x="7733661" y="4163474"/>
            <a:ext cx="2995250" cy="24154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/>
          <a:p>
            <a:pPr defTabSz="914218" hangingPunct="0">
              <a:lnSpc>
                <a:spcPct val="110000"/>
              </a:lnSpc>
              <a:defRPr sz="1600" b="1">
                <a:solidFill>
                  <a:srgbClr val="41AAAA"/>
                </a:solidFill>
              </a:defRPr>
            </a:pPr>
            <a:r>
              <a:rPr lang="zh-CN" altLang="en-US" sz="1599" b="1" u="sng" dirty="0">
                <a:solidFill>
                  <a:prstClr val="white"/>
                </a:solidFill>
                <a:cs typeface="Arial"/>
                <a:sym typeface="Arial"/>
              </a:rPr>
              <a:t>线体事件</a:t>
            </a:r>
            <a:endParaRPr lang="en-US" altLang="zh-CN" sz="1599" b="1" u="sng" dirty="0">
              <a:solidFill>
                <a:prstClr val="white"/>
              </a:solidFill>
              <a:cs typeface="Arial"/>
              <a:sym typeface="Arial"/>
            </a:endParaRPr>
          </a:p>
          <a:p>
            <a:pPr marL="285750" indent="-285750" defTabSz="914218" hangingPunct="0">
              <a:lnSpc>
                <a:spcPct val="110000"/>
              </a:lnSpc>
              <a:buClr>
                <a:schemeClr val="tx1"/>
              </a:buClr>
              <a:buFont typeface="Wingdings" panose="05000000000000000000" pitchFamily="2" charset="2"/>
              <a:buChar char="v"/>
              <a:defRPr sz="1600" b="1">
                <a:solidFill>
                  <a:srgbClr val="41AAAA"/>
                </a:solidFill>
              </a:defRPr>
            </a:pPr>
            <a:r>
              <a:rPr lang="zh-CN" altLang="en-US" sz="1599" b="1" kern="0" dirty="0">
                <a:solidFill>
                  <a:prstClr val="white"/>
                </a:solidFill>
                <a:cs typeface="Arial"/>
                <a:sym typeface="Arial"/>
              </a:rPr>
              <a:t>延迟时间 </a:t>
            </a:r>
            <a:r>
              <a:rPr lang="en-US" altLang="zh-CN" sz="1599" b="1" kern="0" dirty="0">
                <a:solidFill>
                  <a:prstClr val="white"/>
                </a:solidFill>
                <a:cs typeface="Arial"/>
                <a:sym typeface="Arial"/>
              </a:rPr>
              <a:t>&gt; </a:t>
            </a:r>
            <a:r>
              <a:rPr lang="zh-CN" altLang="en-US" sz="1599" b="1" kern="0" dirty="0">
                <a:solidFill>
                  <a:prstClr val="white"/>
                </a:solidFill>
                <a:cs typeface="Arial"/>
                <a:sym typeface="Arial"/>
              </a:rPr>
              <a:t>计划时间</a:t>
            </a:r>
            <a:endParaRPr lang="en-US" altLang="zh-CN" sz="1599" b="1" kern="0" dirty="0">
              <a:solidFill>
                <a:prstClr val="white"/>
              </a:solidFill>
              <a:cs typeface="Arial"/>
              <a:sym typeface="Arial"/>
            </a:endParaRPr>
          </a:p>
          <a:p>
            <a:pPr marL="285750" indent="-285750" defTabSz="914218" hangingPunct="0">
              <a:lnSpc>
                <a:spcPct val="110000"/>
              </a:lnSpc>
              <a:buClr>
                <a:schemeClr val="tx1"/>
              </a:buClr>
              <a:buFont typeface="Wingdings" panose="05000000000000000000" pitchFamily="2" charset="2"/>
              <a:buChar char="v"/>
              <a:defRPr sz="1600" b="1">
                <a:solidFill>
                  <a:srgbClr val="41AAAA"/>
                </a:solidFill>
              </a:defRPr>
            </a:pPr>
            <a:r>
              <a:rPr lang="zh-CN" altLang="en-US" sz="1599" b="1" kern="0" dirty="0">
                <a:solidFill>
                  <a:prstClr val="white"/>
                </a:solidFill>
                <a:cs typeface="Arial"/>
                <a:sym typeface="Arial"/>
              </a:rPr>
              <a:t>延迟时间 </a:t>
            </a:r>
            <a:r>
              <a:rPr lang="en-US" altLang="zh-CN" sz="1599" b="1" kern="0" dirty="0">
                <a:solidFill>
                  <a:prstClr val="white"/>
                </a:solidFill>
                <a:cs typeface="Arial"/>
                <a:sym typeface="Arial"/>
              </a:rPr>
              <a:t>&gt; </a:t>
            </a:r>
            <a:r>
              <a:rPr lang="zh-CN" altLang="en-US" sz="1599" b="1" kern="0" dirty="0">
                <a:solidFill>
                  <a:prstClr val="white"/>
                </a:solidFill>
                <a:cs typeface="Arial"/>
                <a:sym typeface="Arial"/>
              </a:rPr>
              <a:t>平均延迟时间</a:t>
            </a:r>
            <a:endParaRPr lang="en-US" altLang="zh-CN" sz="1599" b="1" kern="0" dirty="0">
              <a:solidFill>
                <a:prstClr val="white"/>
              </a:solidFill>
              <a:cs typeface="Arial"/>
              <a:sym typeface="Arial"/>
            </a:endParaRPr>
          </a:p>
          <a:p>
            <a:pPr marL="285750" indent="-285750" defTabSz="914218" hangingPunct="0">
              <a:lnSpc>
                <a:spcPct val="110000"/>
              </a:lnSpc>
              <a:buClr>
                <a:schemeClr val="tx1"/>
              </a:buClr>
              <a:buFont typeface="Wingdings" panose="05000000000000000000" pitchFamily="2" charset="2"/>
              <a:buChar char="v"/>
              <a:defRPr sz="1600" b="1">
                <a:solidFill>
                  <a:srgbClr val="41AAAA"/>
                </a:solidFill>
              </a:defRPr>
            </a:pPr>
            <a:r>
              <a:rPr lang="zh-CN" altLang="en-US" sz="1599" b="1" dirty="0">
                <a:solidFill>
                  <a:prstClr val="white"/>
                </a:solidFill>
                <a:cs typeface="Arial"/>
                <a:sym typeface="Arial"/>
              </a:rPr>
              <a:t>延迟工位引发空闲工位数时间</a:t>
            </a:r>
            <a:r>
              <a:rPr lang="en-US" altLang="zh-CN" sz="1599" b="1" dirty="0">
                <a:solidFill>
                  <a:prstClr val="white"/>
                </a:solidFill>
                <a:cs typeface="Arial"/>
                <a:sym typeface="Arial"/>
              </a:rPr>
              <a:t>&gt;</a:t>
            </a:r>
            <a:r>
              <a:rPr lang="zh-CN" altLang="en-US" sz="1599" b="1" dirty="0">
                <a:solidFill>
                  <a:prstClr val="white"/>
                </a:solidFill>
                <a:cs typeface="Arial"/>
                <a:sym typeface="Arial"/>
              </a:rPr>
              <a:t>容忍时间</a:t>
            </a:r>
            <a:endParaRPr lang="en-US" altLang="zh-CN" sz="1599" b="1" dirty="0">
              <a:solidFill>
                <a:prstClr val="white"/>
              </a:solidFill>
              <a:cs typeface="Arial"/>
              <a:sym typeface="Arial"/>
            </a:endParaRPr>
          </a:p>
          <a:p>
            <a:pPr marL="285750" indent="-285750" defTabSz="914218" hangingPunct="0">
              <a:lnSpc>
                <a:spcPct val="110000"/>
              </a:lnSpc>
              <a:buClr>
                <a:schemeClr val="tx1"/>
              </a:buClr>
              <a:buFont typeface="Wingdings" panose="05000000000000000000" pitchFamily="2" charset="2"/>
              <a:buChar char="v"/>
              <a:defRPr sz="1600" b="1">
                <a:solidFill>
                  <a:srgbClr val="41AAAA"/>
                </a:solidFill>
              </a:defRPr>
            </a:pPr>
            <a:r>
              <a:rPr lang="zh-CN" altLang="en-US" sz="1599" b="1" dirty="0">
                <a:solidFill>
                  <a:prstClr val="white"/>
                </a:solidFill>
                <a:cs typeface="Arial"/>
                <a:sym typeface="Arial"/>
              </a:rPr>
              <a:t>线体故障</a:t>
            </a:r>
            <a:endParaRPr lang="en-US" altLang="zh-CN" sz="1599" b="1" dirty="0">
              <a:solidFill>
                <a:prstClr val="white"/>
              </a:solidFill>
              <a:cs typeface="Arial"/>
              <a:sym typeface="Arial"/>
            </a:endParaRPr>
          </a:p>
          <a:p>
            <a:pPr marL="285750" indent="-285750" defTabSz="914218" hangingPunct="0">
              <a:lnSpc>
                <a:spcPct val="110000"/>
              </a:lnSpc>
              <a:buClr>
                <a:schemeClr val="tx1"/>
              </a:buClr>
              <a:buFont typeface="Wingdings" panose="05000000000000000000" pitchFamily="2" charset="2"/>
              <a:buChar char="v"/>
              <a:defRPr sz="1600" b="1">
                <a:solidFill>
                  <a:srgbClr val="41AAAA"/>
                </a:solidFill>
              </a:defRPr>
            </a:pPr>
            <a:r>
              <a:rPr lang="zh-CN" altLang="en-US" sz="1599" b="1" dirty="0">
                <a:solidFill>
                  <a:prstClr val="white"/>
                </a:solidFill>
                <a:cs typeface="Arial"/>
                <a:sym typeface="Arial"/>
              </a:rPr>
              <a:t>质量指数</a:t>
            </a:r>
            <a:r>
              <a:rPr lang="en-US" altLang="zh-CN" sz="1599" b="1" dirty="0">
                <a:solidFill>
                  <a:prstClr val="white"/>
                </a:solidFill>
                <a:cs typeface="Arial"/>
                <a:sym typeface="Arial"/>
              </a:rPr>
              <a:t> &gt; </a:t>
            </a:r>
            <a:r>
              <a:rPr lang="zh-CN" altLang="en-US" sz="1599" b="1" dirty="0">
                <a:solidFill>
                  <a:prstClr val="white"/>
                </a:solidFill>
                <a:cs typeface="Arial"/>
                <a:sym typeface="Arial"/>
              </a:rPr>
              <a:t>质量阈值</a:t>
            </a:r>
            <a:endParaRPr lang="en-US" altLang="zh-CN" sz="1599" b="1" dirty="0">
              <a:solidFill>
                <a:prstClr val="white"/>
              </a:solidFill>
              <a:cs typeface="Arial"/>
              <a:sym typeface="Arial"/>
            </a:endParaRPr>
          </a:p>
          <a:p>
            <a:pPr marL="285750" indent="-285750" defTabSz="914218" hangingPunct="0">
              <a:lnSpc>
                <a:spcPct val="110000"/>
              </a:lnSpc>
              <a:buClr>
                <a:schemeClr val="tx1"/>
              </a:buClr>
              <a:buFont typeface="Wingdings" panose="05000000000000000000" pitchFamily="2" charset="2"/>
              <a:buChar char="v"/>
              <a:defRPr sz="1600" b="1">
                <a:solidFill>
                  <a:srgbClr val="41AAAA"/>
                </a:solidFill>
              </a:defRPr>
            </a:pPr>
            <a:endParaRPr lang="en-US" altLang="zh-CN" sz="1599" b="1" dirty="0">
              <a:solidFill>
                <a:prstClr val="white"/>
              </a:solidFill>
              <a:cs typeface="Arial"/>
              <a:sym typeface="Arial"/>
            </a:endParaRPr>
          </a:p>
          <a:p>
            <a:pPr marL="285750" indent="-285750" defTabSz="914218" hangingPunct="0">
              <a:lnSpc>
                <a:spcPct val="110000"/>
              </a:lnSpc>
              <a:buClr>
                <a:schemeClr val="tx1"/>
              </a:buClr>
              <a:buFont typeface="Wingdings" panose="05000000000000000000" pitchFamily="2" charset="2"/>
              <a:buChar char="v"/>
              <a:defRPr sz="1600" b="1">
                <a:solidFill>
                  <a:srgbClr val="41AAAA"/>
                </a:solidFill>
              </a:defRPr>
            </a:pPr>
            <a:endParaRPr lang="en-US" sz="1599" b="1" kern="0" dirty="0">
              <a:solidFill>
                <a:prstClr val="white"/>
              </a:solidFill>
              <a:cs typeface="Arial"/>
              <a:sym typeface="Arial"/>
            </a:endParaRPr>
          </a:p>
        </p:txBody>
      </p:sp>
      <p:cxnSp>
        <p:nvCxnSpPr>
          <p:cNvPr id="86" name="Straight Arrow Connector 85">
            <a:extLst>
              <a:ext uri="{FF2B5EF4-FFF2-40B4-BE49-F238E27FC236}">
                <a16:creationId xmlns:a16="http://schemas.microsoft.com/office/drawing/2014/main" id="{21C8EA99-400B-0508-E259-F86042554459}"/>
              </a:ext>
            </a:extLst>
          </p:cNvPr>
          <p:cNvCxnSpPr>
            <a:cxnSpLocks/>
          </p:cNvCxnSpPr>
          <p:nvPr/>
        </p:nvCxnSpPr>
        <p:spPr>
          <a:xfrm flipH="1">
            <a:off x="3033389" y="2543292"/>
            <a:ext cx="527521" cy="597571"/>
          </a:xfrm>
          <a:prstGeom prst="straightConnector1">
            <a:avLst/>
          </a:prstGeom>
          <a:ln w="9525">
            <a:solidFill>
              <a:srgbClr val="FFC000"/>
            </a:solidFill>
            <a:headEnd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Straight Arrow Connector 89">
            <a:extLst>
              <a:ext uri="{FF2B5EF4-FFF2-40B4-BE49-F238E27FC236}">
                <a16:creationId xmlns:a16="http://schemas.microsoft.com/office/drawing/2014/main" id="{A706FF51-B51A-6377-C0A3-4BCB8E287871}"/>
              </a:ext>
            </a:extLst>
          </p:cNvPr>
          <p:cNvCxnSpPr>
            <a:cxnSpLocks/>
            <a:endCxn id="47" idx="0"/>
          </p:cNvCxnSpPr>
          <p:nvPr/>
        </p:nvCxnSpPr>
        <p:spPr>
          <a:xfrm>
            <a:off x="3557059" y="2543292"/>
            <a:ext cx="156971" cy="620067"/>
          </a:xfrm>
          <a:prstGeom prst="straightConnector1">
            <a:avLst/>
          </a:prstGeom>
          <a:ln w="9525">
            <a:solidFill>
              <a:srgbClr val="FFC000"/>
            </a:solidFill>
            <a:headEnd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4" name="Textfeld 13">
            <a:extLst>
              <a:ext uri="{FF2B5EF4-FFF2-40B4-BE49-F238E27FC236}">
                <a16:creationId xmlns:a16="http://schemas.microsoft.com/office/drawing/2014/main" id="{516B6C60-D666-FA54-6B73-7CFBA98F4EE9}"/>
              </a:ext>
            </a:extLst>
          </p:cNvPr>
          <p:cNvSpPr txBox="1"/>
          <p:nvPr/>
        </p:nvSpPr>
        <p:spPr>
          <a:xfrm>
            <a:off x="3490659" y="2224180"/>
            <a:ext cx="1071028" cy="2514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/>
          <a:p>
            <a:pPr defTabSz="914218" hangingPunct="0">
              <a:lnSpc>
                <a:spcPct val="110000"/>
              </a:lnSpc>
              <a:defRPr sz="1600" b="1">
                <a:solidFill>
                  <a:srgbClr val="41AAAA"/>
                </a:solidFill>
              </a:defRPr>
            </a:pPr>
            <a:r>
              <a:rPr lang="zh-CN" altLang="en-US" sz="1599" b="1" kern="0" dirty="0">
                <a:solidFill>
                  <a:prstClr val="white"/>
                </a:solidFill>
                <a:cs typeface="Arial"/>
                <a:sym typeface="Arial"/>
              </a:rPr>
              <a:t>位置关系</a:t>
            </a:r>
            <a:endParaRPr lang="en-US" sz="1599" b="1" kern="0" dirty="0">
              <a:solidFill>
                <a:prstClr val="white"/>
              </a:solidFill>
              <a:cs typeface="Arial"/>
              <a:sym typeface="Arial"/>
            </a:endParaRPr>
          </a:p>
        </p:txBody>
      </p:sp>
      <p:sp>
        <p:nvSpPr>
          <p:cNvPr id="95" name="Textfeld 13">
            <a:extLst>
              <a:ext uri="{FF2B5EF4-FFF2-40B4-BE49-F238E27FC236}">
                <a16:creationId xmlns:a16="http://schemas.microsoft.com/office/drawing/2014/main" id="{F2A9C6F6-DDD5-6644-1DD5-7E277EB0AF52}"/>
              </a:ext>
            </a:extLst>
          </p:cNvPr>
          <p:cNvSpPr txBox="1"/>
          <p:nvPr/>
        </p:nvSpPr>
        <p:spPr>
          <a:xfrm>
            <a:off x="4121681" y="4059251"/>
            <a:ext cx="1071028" cy="2514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/>
          <a:p>
            <a:pPr defTabSz="914218" hangingPunct="0">
              <a:lnSpc>
                <a:spcPct val="110000"/>
              </a:lnSpc>
              <a:defRPr sz="1600" b="1">
                <a:solidFill>
                  <a:srgbClr val="41AAAA"/>
                </a:solidFill>
              </a:defRPr>
            </a:pPr>
            <a:r>
              <a:rPr lang="zh-CN" altLang="en-US" sz="1599" b="1" dirty="0">
                <a:solidFill>
                  <a:prstClr val="white"/>
                </a:solidFill>
                <a:cs typeface="Arial"/>
                <a:sym typeface="Arial"/>
              </a:rPr>
              <a:t>线体</a:t>
            </a:r>
            <a:r>
              <a:rPr lang="zh-CN" altLang="en-US" sz="1599" b="1" kern="0" dirty="0">
                <a:solidFill>
                  <a:prstClr val="white"/>
                </a:solidFill>
                <a:cs typeface="Arial"/>
                <a:sym typeface="Arial"/>
              </a:rPr>
              <a:t>关系</a:t>
            </a:r>
            <a:endParaRPr lang="en-US" sz="1599" b="1" kern="0" dirty="0">
              <a:solidFill>
                <a:prstClr val="white"/>
              </a:solidFill>
              <a:cs typeface="Arial"/>
              <a:sym typeface="Arial"/>
            </a:endParaRPr>
          </a:p>
        </p:txBody>
      </p:sp>
      <p:cxnSp>
        <p:nvCxnSpPr>
          <p:cNvPr id="96" name="Straight Arrow Connector 95">
            <a:extLst>
              <a:ext uri="{FF2B5EF4-FFF2-40B4-BE49-F238E27FC236}">
                <a16:creationId xmlns:a16="http://schemas.microsoft.com/office/drawing/2014/main" id="{265C7F1D-0462-230C-9DFC-56105718FB27}"/>
              </a:ext>
            </a:extLst>
          </p:cNvPr>
          <p:cNvCxnSpPr>
            <a:cxnSpLocks/>
            <a:endCxn id="95" idx="1"/>
          </p:cNvCxnSpPr>
          <p:nvPr/>
        </p:nvCxnSpPr>
        <p:spPr>
          <a:xfrm>
            <a:off x="3496814" y="3652508"/>
            <a:ext cx="624867" cy="532483"/>
          </a:xfrm>
          <a:prstGeom prst="straightConnector1">
            <a:avLst/>
          </a:prstGeom>
          <a:ln w="9525">
            <a:solidFill>
              <a:srgbClr val="FFC000"/>
            </a:solidFill>
            <a:headEnd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Straight Arrow Connector 100">
            <a:extLst>
              <a:ext uri="{FF2B5EF4-FFF2-40B4-BE49-F238E27FC236}">
                <a16:creationId xmlns:a16="http://schemas.microsoft.com/office/drawing/2014/main" id="{1D080E07-6B21-019B-501A-B2BBD455ABF4}"/>
              </a:ext>
            </a:extLst>
          </p:cNvPr>
          <p:cNvCxnSpPr>
            <a:cxnSpLocks/>
            <a:endCxn id="95" idx="1"/>
          </p:cNvCxnSpPr>
          <p:nvPr/>
        </p:nvCxnSpPr>
        <p:spPr>
          <a:xfrm flipV="1">
            <a:off x="3464014" y="4184991"/>
            <a:ext cx="657667" cy="262590"/>
          </a:xfrm>
          <a:prstGeom prst="straightConnector1">
            <a:avLst/>
          </a:prstGeom>
          <a:ln w="9525">
            <a:solidFill>
              <a:srgbClr val="FFC000"/>
            </a:solidFill>
            <a:headEnd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32025924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FB1749A1-03FB-7510-5C50-10606220F531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7" imgW="639" imgH="642" progId="TCLayout.ActiveDocument.1">
                  <p:embed/>
                </p:oleObj>
              </mc:Choice>
              <mc:Fallback>
                <p:oleObj name="think-cell Slide" r:id="rId7" imgW="639" imgH="642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B1749A1-03FB-7510-5C50-10606220F53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6A992315-394E-4C18-9361-5BBEA74C2F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pPr algn="l" rtl="0"/>
            <a:r>
              <a:rPr lang="en-US" altLang="zh-CN" dirty="0"/>
              <a:t>Service Rules Models</a:t>
            </a:r>
            <a:r>
              <a:rPr lang="zh-CN" altLang="en-US" dirty="0"/>
              <a:t> </a:t>
            </a:r>
            <a:r>
              <a:rPr lang="en-US" altLang="zh-CN" dirty="0"/>
              <a:t>of</a:t>
            </a:r>
            <a:r>
              <a:rPr lang="zh-CN" altLang="en-US" dirty="0"/>
              <a:t> </a:t>
            </a:r>
            <a:r>
              <a:rPr lang="en-US" altLang="zh-CN" dirty="0"/>
              <a:t>WorkStation</a:t>
            </a:r>
            <a:br>
              <a:rPr lang="en-US" altLang="zh-CN" dirty="0"/>
            </a:br>
            <a:r>
              <a:rPr lang="zh-CN" altLang="en-US" dirty="0"/>
              <a:t>工作站服务规则模型</a:t>
            </a:r>
            <a:br>
              <a:rPr lang="en-US" b="0" i="0" dirty="0">
                <a:effectLst/>
                <a:latin typeface="Arial" panose="020B0604020202020204" pitchFamily="34" charset="0"/>
              </a:rPr>
            </a:br>
            <a:br>
              <a:rPr lang="en-US" b="0" i="0" dirty="0">
                <a:effectLst/>
                <a:latin typeface="Arial" panose="020B0604020202020204" pitchFamily="34" charset="0"/>
              </a:rPr>
            </a:br>
            <a:br>
              <a:rPr lang="en-US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</a:b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23C1701-F4D5-24DA-E708-BAC8D30723F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sz="900" dirty="0"/>
              <a:t>Restricted</a:t>
            </a:r>
            <a:r>
              <a:rPr lang="en-US" dirty="0"/>
              <a:t> | © Siemens 2023 | T CED INW-CN | 2023-09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D720CC-1943-3B94-DD84-41AE759E57D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37" name="cdtRectangle 115 Id57350">
            <a:extLst>
              <a:ext uri="{FF2B5EF4-FFF2-40B4-BE49-F238E27FC236}">
                <a16:creationId xmlns:a16="http://schemas.microsoft.com/office/drawing/2014/main" id="{09AC511B-9838-D149-818F-F4BAF4198236}"/>
              </a:ext>
            </a:extLst>
          </p:cNvPr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gray">
          <a:xfrm>
            <a:off x="410400" y="1438382"/>
            <a:ext cx="5075786" cy="470168"/>
          </a:xfrm>
          <a:prstGeom prst="rect">
            <a:avLst/>
          </a:prstGeom>
          <a:gradFill>
            <a:gsLst>
              <a:gs pos="83000">
                <a:srgbClr val="0099B0"/>
              </a:gs>
              <a:gs pos="50000">
                <a:srgbClr val="009999"/>
              </a:gs>
              <a:gs pos="0">
                <a:srgbClr val="50BEBE"/>
              </a:gs>
              <a:gs pos="100000">
                <a:srgbClr val="0099CB"/>
              </a:gs>
            </a:gsLst>
            <a:lin ang="0" scaled="0"/>
          </a:gradFill>
          <a:ln w="9525">
            <a:noFill/>
            <a:miter lim="800000"/>
            <a:headEnd/>
            <a:tailEnd/>
          </a:ln>
        </p:spPr>
        <p:txBody>
          <a:bodyPr vert="horz" wrap="square" lIns="144000" tIns="72000" rIns="144000" bIns="72000" numCol="1" anchor="ctr" anchorCtr="0" compatLnSpc="1">
            <a:prstTxWarp prst="textNoShape">
              <a:avLst/>
            </a:prstTxWarp>
            <a:noAutofit/>
          </a:bodyPr>
          <a:lstStyle>
            <a:defPPr>
              <a:defRPr lang="de-DE"/>
            </a:defPPr>
            <a:lvl1pPr>
              <a:spcBef>
                <a:spcPct val="0"/>
              </a:spcBef>
              <a:defRPr sz="1600" b="1">
                <a:solidFill>
                  <a:srgbClr val="FFFFFF"/>
                </a:solidFill>
                <a:ea typeface="+mj-ea"/>
                <a:cs typeface="Arial" pitchFamily="34" charset="0"/>
              </a:defRPr>
            </a:lvl1pPr>
            <a:lvl2pPr>
              <a:spcBef>
                <a:spcPct val="0"/>
              </a:spcBef>
              <a:defRPr sz="2000" b="1">
                <a:solidFill>
                  <a:schemeClr val="tx1"/>
                </a:solidFill>
                <a:latin typeface="Arial" charset="0"/>
              </a:defRPr>
            </a:lvl2pPr>
            <a:lvl3pPr>
              <a:spcBef>
                <a:spcPct val="0"/>
              </a:spcBef>
              <a:defRPr sz="2000" b="1">
                <a:solidFill>
                  <a:schemeClr val="tx1"/>
                </a:solidFill>
                <a:latin typeface="Arial" charset="0"/>
              </a:defRPr>
            </a:lvl3pPr>
            <a:lvl4pPr>
              <a:spcBef>
                <a:spcPct val="0"/>
              </a:spcBef>
              <a:defRPr sz="2000" b="1">
                <a:solidFill>
                  <a:schemeClr val="tx1"/>
                </a:solidFill>
                <a:latin typeface="Arial" charset="0"/>
              </a:defRPr>
            </a:lvl4pPr>
            <a:lvl5pPr>
              <a:spcBef>
                <a:spcPct val="0"/>
              </a:spcBef>
              <a:defRPr sz="2000" b="1">
                <a:solidFill>
                  <a:schemeClr val="tx1"/>
                </a:solidFill>
                <a:latin typeface="Arial" charset="0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ヒラギノ角ゴ Pro W3" charset="0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ヒラギノ角ゴ Pro W3" charset="0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ヒラギノ角ゴ Pro W3" charset="0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ヒラギノ角ゴ Pro W3" charset="0"/>
              </a:defRPr>
            </a:lvl9pPr>
          </a:lstStyle>
          <a:p>
            <a:endParaRPr lang="en-US" sz="2000" kern="0" dirty="0"/>
          </a:p>
        </p:txBody>
      </p:sp>
      <p:sp>
        <p:nvSpPr>
          <p:cNvPr id="38" name="Textfeld 13">
            <a:extLst>
              <a:ext uri="{FF2B5EF4-FFF2-40B4-BE49-F238E27FC236}">
                <a16:creationId xmlns:a16="http://schemas.microsoft.com/office/drawing/2014/main" id="{18EC7DAF-0AD5-DFB8-53EC-35F902F53695}"/>
              </a:ext>
            </a:extLst>
          </p:cNvPr>
          <p:cNvSpPr txBox="1"/>
          <p:nvPr/>
        </p:nvSpPr>
        <p:spPr>
          <a:xfrm>
            <a:off x="837355" y="1547726"/>
            <a:ext cx="3982296" cy="2589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/>
          <a:p>
            <a:pPr algn="ctr" defTabSz="914218" hangingPunct="0">
              <a:lnSpc>
                <a:spcPct val="110000"/>
              </a:lnSpc>
              <a:defRPr sz="1600" b="1">
                <a:solidFill>
                  <a:srgbClr val="41AAAA"/>
                </a:solidFill>
              </a:defRPr>
            </a:pPr>
            <a:r>
              <a:rPr lang="zh-CN" altLang="en-US" sz="1599" b="1" dirty="0">
                <a:solidFill>
                  <a:prstClr val="white"/>
                </a:solidFill>
                <a:cs typeface="Arial"/>
                <a:sym typeface="Arial"/>
              </a:rPr>
              <a:t>工位服务模型</a:t>
            </a:r>
            <a:endParaRPr lang="en-US" sz="1599" b="1" kern="0" dirty="0">
              <a:solidFill>
                <a:prstClr val="white"/>
              </a:solidFill>
              <a:cs typeface="Arial"/>
              <a:sym typeface="Arial"/>
            </a:endParaRPr>
          </a:p>
        </p:txBody>
      </p:sp>
      <p:sp>
        <p:nvSpPr>
          <p:cNvPr id="84" name="Textfeld 13">
            <a:extLst>
              <a:ext uri="{FF2B5EF4-FFF2-40B4-BE49-F238E27FC236}">
                <a16:creationId xmlns:a16="http://schemas.microsoft.com/office/drawing/2014/main" id="{E460D040-8A5F-DCCB-FCB4-1B2A351C3A44}"/>
              </a:ext>
            </a:extLst>
          </p:cNvPr>
          <p:cNvSpPr txBox="1"/>
          <p:nvPr/>
        </p:nvSpPr>
        <p:spPr>
          <a:xfrm>
            <a:off x="601813" y="2083355"/>
            <a:ext cx="2381549" cy="43104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/>
          <a:p>
            <a:pPr defTabSz="914218" hangingPunct="0">
              <a:lnSpc>
                <a:spcPct val="110000"/>
              </a:lnSpc>
              <a:defRPr sz="1600" b="1">
                <a:solidFill>
                  <a:srgbClr val="41AAAA"/>
                </a:solidFill>
              </a:defRPr>
            </a:pPr>
            <a:r>
              <a:rPr lang="zh-CN" altLang="en-US" sz="1599" b="1" u="sng" dirty="0">
                <a:solidFill>
                  <a:prstClr val="white"/>
                </a:solidFill>
                <a:cs typeface="Arial"/>
                <a:sym typeface="Arial"/>
              </a:rPr>
              <a:t>服务参数</a:t>
            </a:r>
            <a:endParaRPr lang="en-US" altLang="zh-CN" sz="1599" b="1" u="sng" dirty="0">
              <a:solidFill>
                <a:prstClr val="white"/>
              </a:solidFill>
              <a:cs typeface="Arial"/>
              <a:sym typeface="Arial"/>
            </a:endParaRPr>
          </a:p>
          <a:p>
            <a:pPr marL="285750" indent="-285750" defTabSz="914218" hangingPunct="0">
              <a:lnSpc>
                <a:spcPct val="110000"/>
              </a:lnSpc>
              <a:buClr>
                <a:schemeClr val="tx1"/>
              </a:buClr>
              <a:buFont typeface="Wingdings" panose="05000000000000000000" pitchFamily="2" charset="2"/>
              <a:buChar char="v"/>
              <a:defRPr sz="1600" b="1">
                <a:solidFill>
                  <a:srgbClr val="41AAAA"/>
                </a:solidFill>
              </a:defRPr>
            </a:pPr>
            <a:r>
              <a:rPr lang="zh-CN" altLang="en-US" sz="1599" b="1" dirty="0">
                <a:solidFill>
                  <a:prstClr val="white"/>
                </a:solidFill>
                <a:cs typeface="Arial"/>
                <a:sym typeface="Arial"/>
              </a:rPr>
              <a:t>车型信息</a:t>
            </a:r>
            <a:endParaRPr lang="en-US" altLang="zh-CN" sz="1599" b="1" dirty="0">
              <a:solidFill>
                <a:prstClr val="white"/>
              </a:solidFill>
              <a:cs typeface="Arial"/>
              <a:sym typeface="Arial"/>
            </a:endParaRPr>
          </a:p>
          <a:p>
            <a:pPr marL="285750" indent="-285750" defTabSz="914218" hangingPunct="0">
              <a:lnSpc>
                <a:spcPct val="110000"/>
              </a:lnSpc>
              <a:buClr>
                <a:schemeClr val="tx1"/>
              </a:buClr>
              <a:buFont typeface="Wingdings" panose="05000000000000000000" pitchFamily="2" charset="2"/>
              <a:buChar char="v"/>
              <a:defRPr sz="1600" b="1">
                <a:solidFill>
                  <a:srgbClr val="41AAAA"/>
                </a:solidFill>
              </a:defRPr>
            </a:pPr>
            <a:r>
              <a:rPr lang="zh-CN" altLang="en-US" sz="1599" b="1" dirty="0">
                <a:solidFill>
                  <a:prstClr val="white"/>
                </a:solidFill>
                <a:cs typeface="Arial"/>
                <a:sym typeface="Arial"/>
              </a:rPr>
              <a:t>标准工艺节拍</a:t>
            </a:r>
            <a:endParaRPr lang="en-US" altLang="zh-CN" sz="1599" b="1" kern="0" dirty="0">
              <a:solidFill>
                <a:prstClr val="white"/>
              </a:solidFill>
              <a:cs typeface="Arial"/>
              <a:sym typeface="Arial"/>
            </a:endParaRPr>
          </a:p>
          <a:p>
            <a:pPr marL="285750" indent="-285750" defTabSz="914218" hangingPunct="0">
              <a:lnSpc>
                <a:spcPct val="110000"/>
              </a:lnSpc>
              <a:buClr>
                <a:schemeClr val="tx1"/>
              </a:buClr>
              <a:buFont typeface="Wingdings" panose="05000000000000000000" pitchFamily="2" charset="2"/>
              <a:buChar char="v"/>
              <a:defRPr sz="1600" b="1">
                <a:solidFill>
                  <a:srgbClr val="41AAAA"/>
                </a:solidFill>
              </a:defRPr>
            </a:pPr>
            <a:r>
              <a:rPr lang="zh-CN" altLang="en-US" sz="1599" b="1" dirty="0">
                <a:solidFill>
                  <a:prstClr val="white"/>
                </a:solidFill>
                <a:cs typeface="Arial"/>
                <a:sym typeface="Arial"/>
              </a:rPr>
              <a:t>实际工艺节拍</a:t>
            </a:r>
            <a:endParaRPr lang="en-US" altLang="zh-CN" sz="1599" b="1" dirty="0">
              <a:solidFill>
                <a:prstClr val="white"/>
              </a:solidFill>
              <a:cs typeface="Arial"/>
              <a:sym typeface="Arial"/>
            </a:endParaRPr>
          </a:p>
          <a:p>
            <a:pPr marL="285750" indent="-285750" defTabSz="914218" hangingPunct="0">
              <a:lnSpc>
                <a:spcPct val="110000"/>
              </a:lnSpc>
              <a:buClr>
                <a:schemeClr val="tx1"/>
              </a:buClr>
              <a:buFont typeface="Wingdings" panose="05000000000000000000" pitchFamily="2" charset="2"/>
              <a:buChar char="v"/>
              <a:defRPr sz="1600" b="1">
                <a:solidFill>
                  <a:srgbClr val="41AAAA"/>
                </a:solidFill>
              </a:defRPr>
            </a:pPr>
            <a:r>
              <a:rPr lang="zh-CN" altLang="en-US" sz="1599" b="1" dirty="0">
                <a:solidFill>
                  <a:prstClr val="white"/>
                </a:solidFill>
                <a:cs typeface="Arial"/>
                <a:sym typeface="Arial"/>
              </a:rPr>
              <a:t>设备状态</a:t>
            </a:r>
            <a:endParaRPr lang="en-US" altLang="zh-CN" sz="1599" b="1" dirty="0">
              <a:solidFill>
                <a:prstClr val="white"/>
              </a:solidFill>
              <a:cs typeface="Arial"/>
              <a:sym typeface="Arial"/>
            </a:endParaRPr>
          </a:p>
          <a:p>
            <a:pPr marL="285750" indent="-285750" defTabSz="914218" hangingPunct="0">
              <a:lnSpc>
                <a:spcPct val="110000"/>
              </a:lnSpc>
              <a:buClr>
                <a:schemeClr val="tx1"/>
              </a:buClr>
              <a:buFont typeface="Wingdings" panose="05000000000000000000" pitchFamily="2" charset="2"/>
              <a:buChar char="v"/>
              <a:defRPr sz="1600" b="1">
                <a:solidFill>
                  <a:srgbClr val="41AAAA"/>
                </a:solidFill>
              </a:defRPr>
            </a:pPr>
            <a:r>
              <a:rPr lang="zh-CN" altLang="en-US" sz="1599" b="1" dirty="0">
                <a:solidFill>
                  <a:prstClr val="white"/>
                </a:solidFill>
                <a:cs typeface="Arial"/>
                <a:sym typeface="Arial"/>
              </a:rPr>
              <a:t>设备与节拍关联关系</a:t>
            </a:r>
            <a:endParaRPr lang="en-US" altLang="zh-CN" sz="1599" b="1" dirty="0">
              <a:solidFill>
                <a:prstClr val="white"/>
              </a:solidFill>
              <a:cs typeface="Arial"/>
              <a:sym typeface="Arial"/>
            </a:endParaRPr>
          </a:p>
          <a:p>
            <a:pPr marL="285750" indent="-285750" defTabSz="914218" hangingPunct="0">
              <a:lnSpc>
                <a:spcPct val="110000"/>
              </a:lnSpc>
              <a:buClr>
                <a:schemeClr val="tx1"/>
              </a:buClr>
              <a:buFont typeface="Wingdings" panose="05000000000000000000" pitchFamily="2" charset="2"/>
              <a:buChar char="v"/>
              <a:defRPr sz="1600" b="1">
                <a:solidFill>
                  <a:srgbClr val="41AAAA"/>
                </a:solidFill>
              </a:defRPr>
            </a:pPr>
            <a:r>
              <a:rPr lang="zh-CN" altLang="en-US" sz="1599" b="1" kern="0" dirty="0">
                <a:solidFill>
                  <a:prstClr val="white"/>
                </a:solidFill>
                <a:cs typeface="Arial"/>
                <a:sym typeface="Arial"/>
              </a:rPr>
              <a:t>设备维修时间</a:t>
            </a:r>
            <a:endParaRPr lang="en-US" altLang="zh-CN" sz="1599" b="1" kern="0" dirty="0">
              <a:solidFill>
                <a:prstClr val="white"/>
              </a:solidFill>
              <a:cs typeface="Arial"/>
              <a:sym typeface="Arial"/>
            </a:endParaRPr>
          </a:p>
          <a:p>
            <a:pPr marL="285750" indent="-285750" defTabSz="914218" hangingPunct="0">
              <a:lnSpc>
                <a:spcPct val="110000"/>
              </a:lnSpc>
              <a:buClr>
                <a:schemeClr val="tx1"/>
              </a:buClr>
              <a:buFont typeface="Wingdings" panose="05000000000000000000" pitchFamily="2" charset="2"/>
              <a:buChar char="v"/>
              <a:defRPr sz="1600" b="1">
                <a:solidFill>
                  <a:srgbClr val="41AAAA"/>
                </a:solidFill>
              </a:defRPr>
            </a:pPr>
            <a:r>
              <a:rPr lang="zh-CN" altLang="en-US" sz="1599" b="1" kern="0" dirty="0">
                <a:solidFill>
                  <a:prstClr val="white"/>
                </a:solidFill>
                <a:cs typeface="Arial"/>
                <a:sym typeface="Arial"/>
              </a:rPr>
              <a:t>实际平均节拍</a:t>
            </a:r>
            <a:endParaRPr lang="en-US" altLang="zh-CN" sz="1599" b="1" kern="0" dirty="0">
              <a:solidFill>
                <a:prstClr val="white"/>
              </a:solidFill>
              <a:cs typeface="Arial"/>
              <a:sym typeface="Arial"/>
            </a:endParaRPr>
          </a:p>
          <a:p>
            <a:pPr marL="285750" indent="-285750" defTabSz="914218" hangingPunct="0">
              <a:lnSpc>
                <a:spcPct val="110000"/>
              </a:lnSpc>
              <a:buClr>
                <a:schemeClr val="tx1"/>
              </a:buClr>
              <a:buFont typeface="Wingdings" panose="05000000000000000000" pitchFamily="2" charset="2"/>
              <a:buChar char="v"/>
              <a:defRPr sz="1600" b="1">
                <a:solidFill>
                  <a:srgbClr val="41AAAA"/>
                </a:solidFill>
              </a:defRPr>
            </a:pPr>
            <a:r>
              <a:rPr lang="zh-CN" altLang="en-US" sz="1599" b="1" dirty="0">
                <a:solidFill>
                  <a:prstClr val="white"/>
                </a:solidFill>
                <a:cs typeface="Arial"/>
                <a:sym typeface="Arial"/>
              </a:rPr>
              <a:t>平均延长时间</a:t>
            </a:r>
            <a:endParaRPr lang="en-US" altLang="zh-CN" sz="1599" b="1" dirty="0">
              <a:solidFill>
                <a:prstClr val="white"/>
              </a:solidFill>
              <a:cs typeface="Arial"/>
              <a:sym typeface="Arial"/>
            </a:endParaRPr>
          </a:p>
          <a:p>
            <a:pPr marL="285750" indent="-285750" defTabSz="914218" hangingPunct="0">
              <a:lnSpc>
                <a:spcPct val="110000"/>
              </a:lnSpc>
              <a:buClr>
                <a:schemeClr val="tx1"/>
              </a:buClr>
              <a:buFont typeface="Wingdings" panose="05000000000000000000" pitchFamily="2" charset="2"/>
              <a:buChar char="v"/>
              <a:defRPr sz="1600" b="1">
                <a:solidFill>
                  <a:srgbClr val="41AAAA"/>
                </a:solidFill>
              </a:defRPr>
            </a:pPr>
            <a:r>
              <a:rPr lang="zh-CN" altLang="en-US" sz="1599" b="1" dirty="0">
                <a:solidFill>
                  <a:prstClr val="white"/>
                </a:solidFill>
                <a:cs typeface="Arial"/>
                <a:sym typeface="Arial"/>
              </a:rPr>
              <a:t>质量结果</a:t>
            </a:r>
            <a:endParaRPr lang="en-US" altLang="zh-CN" sz="1599" b="1" dirty="0">
              <a:solidFill>
                <a:prstClr val="white"/>
              </a:solidFill>
              <a:cs typeface="Arial"/>
              <a:sym typeface="Arial"/>
            </a:endParaRPr>
          </a:p>
          <a:p>
            <a:pPr marL="285750" indent="-285750" defTabSz="914218" hangingPunct="0">
              <a:lnSpc>
                <a:spcPct val="110000"/>
              </a:lnSpc>
              <a:buClr>
                <a:schemeClr val="tx1"/>
              </a:buClr>
              <a:buFont typeface="Wingdings" panose="05000000000000000000" pitchFamily="2" charset="2"/>
              <a:buChar char="v"/>
              <a:defRPr sz="1600" b="1">
                <a:solidFill>
                  <a:srgbClr val="41AAAA"/>
                </a:solidFill>
              </a:defRPr>
            </a:pPr>
            <a:r>
              <a:rPr lang="zh-CN" altLang="en-US" sz="1599" b="1" kern="0" dirty="0">
                <a:solidFill>
                  <a:prstClr val="white"/>
                </a:solidFill>
                <a:cs typeface="Arial"/>
                <a:sym typeface="Arial"/>
              </a:rPr>
              <a:t>平均质量合格率</a:t>
            </a:r>
            <a:endParaRPr lang="en-US" altLang="zh-CN" sz="1599" b="1" kern="0" dirty="0">
              <a:solidFill>
                <a:prstClr val="white"/>
              </a:solidFill>
              <a:cs typeface="Arial"/>
              <a:sym typeface="Arial"/>
            </a:endParaRPr>
          </a:p>
          <a:p>
            <a:pPr marL="285750" indent="-285750" defTabSz="914218" hangingPunct="0">
              <a:lnSpc>
                <a:spcPct val="110000"/>
              </a:lnSpc>
              <a:buClr>
                <a:schemeClr val="tx1"/>
              </a:buClr>
              <a:buFont typeface="Wingdings" panose="05000000000000000000" pitchFamily="2" charset="2"/>
              <a:buChar char="v"/>
              <a:defRPr sz="1600" b="1">
                <a:solidFill>
                  <a:srgbClr val="41AAAA"/>
                </a:solidFill>
              </a:defRPr>
            </a:pPr>
            <a:r>
              <a:rPr lang="zh-CN" altLang="en-US" sz="1599" b="1" kern="0" dirty="0">
                <a:solidFill>
                  <a:prstClr val="white"/>
                </a:solidFill>
                <a:cs typeface="Arial"/>
                <a:sym typeface="Arial"/>
              </a:rPr>
              <a:t>平均到达率</a:t>
            </a:r>
            <a:endParaRPr lang="en-US" altLang="zh-CN" sz="1599" b="1" kern="0" dirty="0">
              <a:solidFill>
                <a:prstClr val="white"/>
              </a:solidFill>
              <a:cs typeface="Arial"/>
              <a:sym typeface="Arial"/>
            </a:endParaRPr>
          </a:p>
          <a:p>
            <a:pPr marL="285750" indent="-285750" defTabSz="914218" hangingPunct="0">
              <a:lnSpc>
                <a:spcPct val="110000"/>
              </a:lnSpc>
              <a:buClr>
                <a:schemeClr val="tx1"/>
              </a:buClr>
              <a:buFont typeface="Wingdings" panose="05000000000000000000" pitchFamily="2" charset="2"/>
              <a:buChar char="v"/>
              <a:defRPr sz="1600" b="1">
                <a:solidFill>
                  <a:srgbClr val="41AAAA"/>
                </a:solidFill>
              </a:defRPr>
            </a:pPr>
            <a:r>
              <a:rPr lang="zh-CN" altLang="en-US" sz="1599" b="1" kern="0" dirty="0">
                <a:solidFill>
                  <a:prstClr val="white"/>
                </a:solidFill>
                <a:cs typeface="Arial"/>
                <a:sym typeface="Arial"/>
              </a:rPr>
              <a:t>工序的机器利用因子</a:t>
            </a:r>
            <a:endParaRPr lang="en-US" altLang="zh-CN" sz="1599" b="1" kern="0" dirty="0">
              <a:solidFill>
                <a:prstClr val="white"/>
              </a:solidFill>
              <a:cs typeface="Arial"/>
              <a:sym typeface="Arial"/>
            </a:endParaRPr>
          </a:p>
          <a:p>
            <a:pPr marL="285750" indent="-285750" defTabSz="914218" hangingPunct="0">
              <a:lnSpc>
                <a:spcPct val="110000"/>
              </a:lnSpc>
              <a:buClr>
                <a:schemeClr val="tx1"/>
              </a:buClr>
              <a:buFont typeface="Wingdings" panose="05000000000000000000" pitchFamily="2" charset="2"/>
              <a:buChar char="v"/>
              <a:defRPr sz="1600" b="1">
                <a:solidFill>
                  <a:srgbClr val="41AAAA"/>
                </a:solidFill>
              </a:defRPr>
            </a:pPr>
            <a:r>
              <a:rPr lang="zh-CN" altLang="en-US" sz="1599" b="1" dirty="0">
                <a:solidFill>
                  <a:prstClr val="white"/>
                </a:solidFill>
                <a:cs typeface="Arial"/>
                <a:sym typeface="Arial"/>
              </a:rPr>
              <a:t>物料状态</a:t>
            </a:r>
            <a:r>
              <a:rPr lang="en-US" altLang="zh-CN" sz="1599" b="1" dirty="0">
                <a:solidFill>
                  <a:prstClr val="white"/>
                </a:solidFill>
                <a:cs typeface="Arial"/>
                <a:sym typeface="Arial"/>
              </a:rPr>
              <a:t>/</a:t>
            </a:r>
            <a:r>
              <a:rPr lang="zh-CN" altLang="en-US" sz="1599" b="1" dirty="0">
                <a:solidFill>
                  <a:prstClr val="white"/>
                </a:solidFill>
                <a:cs typeface="Arial"/>
                <a:sym typeface="Arial"/>
              </a:rPr>
              <a:t>数量</a:t>
            </a:r>
            <a:endParaRPr lang="en-US" altLang="zh-CN" sz="1599" b="1" dirty="0">
              <a:solidFill>
                <a:prstClr val="white"/>
              </a:solidFill>
              <a:cs typeface="Arial"/>
              <a:sym typeface="Arial"/>
            </a:endParaRPr>
          </a:p>
          <a:p>
            <a:pPr marL="285750" indent="-285750" defTabSz="914218" hangingPunct="0">
              <a:lnSpc>
                <a:spcPct val="110000"/>
              </a:lnSpc>
              <a:buClr>
                <a:schemeClr val="tx1"/>
              </a:buClr>
              <a:buFont typeface="Wingdings" panose="05000000000000000000" pitchFamily="2" charset="2"/>
              <a:buChar char="v"/>
              <a:defRPr sz="1600" b="1">
                <a:solidFill>
                  <a:srgbClr val="41AAAA"/>
                </a:solidFill>
              </a:defRPr>
            </a:pPr>
            <a:r>
              <a:rPr lang="zh-CN" altLang="en-US" sz="1599" b="1" dirty="0">
                <a:solidFill>
                  <a:prstClr val="white"/>
                </a:solidFill>
                <a:cs typeface="Arial"/>
                <a:sym typeface="Arial"/>
              </a:rPr>
              <a:t>物料输送状态</a:t>
            </a:r>
            <a:endParaRPr lang="en-US" altLang="zh-CN" sz="1599" b="1" kern="0" dirty="0">
              <a:solidFill>
                <a:prstClr val="white"/>
              </a:solidFill>
              <a:cs typeface="Arial"/>
              <a:sym typeface="Arial"/>
            </a:endParaRPr>
          </a:p>
          <a:p>
            <a:pPr marL="285750" indent="-285750" defTabSz="914218" hangingPunct="0">
              <a:lnSpc>
                <a:spcPct val="110000"/>
              </a:lnSpc>
              <a:buClr>
                <a:schemeClr val="tx1"/>
              </a:buClr>
              <a:buFont typeface="Wingdings" panose="05000000000000000000" pitchFamily="2" charset="2"/>
              <a:buChar char="v"/>
              <a:defRPr sz="1600" b="1">
                <a:solidFill>
                  <a:srgbClr val="41AAAA"/>
                </a:solidFill>
              </a:defRPr>
            </a:pPr>
            <a:endParaRPr lang="en-US" sz="1599" b="1" kern="0" dirty="0">
              <a:solidFill>
                <a:prstClr val="white"/>
              </a:solidFill>
              <a:cs typeface="Arial"/>
              <a:sym typeface="Arial"/>
            </a:endParaRPr>
          </a:p>
        </p:txBody>
      </p:sp>
      <p:sp>
        <p:nvSpPr>
          <p:cNvPr id="85" name="Textfeld 13">
            <a:extLst>
              <a:ext uri="{FF2B5EF4-FFF2-40B4-BE49-F238E27FC236}">
                <a16:creationId xmlns:a16="http://schemas.microsoft.com/office/drawing/2014/main" id="{20C6C532-2F4E-93CD-F83C-1C5B1D8074C4}"/>
              </a:ext>
            </a:extLst>
          </p:cNvPr>
          <p:cNvSpPr txBox="1"/>
          <p:nvPr/>
        </p:nvSpPr>
        <p:spPr>
          <a:xfrm>
            <a:off x="2976845" y="2083355"/>
            <a:ext cx="2509341" cy="21447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/>
          <a:p>
            <a:pPr defTabSz="914218" hangingPunct="0">
              <a:lnSpc>
                <a:spcPct val="110000"/>
              </a:lnSpc>
              <a:defRPr sz="1600" b="1">
                <a:solidFill>
                  <a:srgbClr val="41AAAA"/>
                </a:solidFill>
              </a:defRPr>
            </a:pPr>
            <a:r>
              <a:rPr lang="zh-CN" altLang="en-US" sz="1599" b="1" u="sng" dirty="0">
                <a:solidFill>
                  <a:prstClr val="white"/>
                </a:solidFill>
                <a:cs typeface="Arial"/>
                <a:sym typeface="Arial"/>
              </a:rPr>
              <a:t>服务事件</a:t>
            </a:r>
            <a:endParaRPr lang="en-US" altLang="zh-CN" sz="1599" b="1" u="sng" dirty="0">
              <a:solidFill>
                <a:prstClr val="white"/>
              </a:solidFill>
              <a:cs typeface="Arial"/>
              <a:sym typeface="Arial"/>
            </a:endParaRPr>
          </a:p>
          <a:p>
            <a:pPr marL="285750" indent="-285750" defTabSz="914218" hangingPunct="0">
              <a:lnSpc>
                <a:spcPct val="110000"/>
              </a:lnSpc>
              <a:buClr>
                <a:schemeClr val="tx1"/>
              </a:buClr>
              <a:buFont typeface="Wingdings" panose="05000000000000000000" pitchFamily="2" charset="2"/>
              <a:buChar char="v"/>
              <a:defRPr sz="1600" b="1">
                <a:solidFill>
                  <a:srgbClr val="41AAAA"/>
                </a:solidFill>
              </a:defRPr>
            </a:pPr>
            <a:r>
              <a:rPr lang="zh-CN" altLang="en-US" sz="1599" b="1" dirty="0">
                <a:solidFill>
                  <a:prstClr val="white"/>
                </a:solidFill>
                <a:cs typeface="Arial"/>
                <a:sym typeface="Arial"/>
              </a:rPr>
              <a:t>实际节拍</a:t>
            </a:r>
            <a:r>
              <a:rPr lang="en-US" altLang="zh-CN" sz="1599" b="1" kern="0" dirty="0">
                <a:solidFill>
                  <a:prstClr val="white"/>
                </a:solidFill>
                <a:cs typeface="Arial"/>
                <a:sym typeface="Arial"/>
              </a:rPr>
              <a:t>&gt;</a:t>
            </a:r>
            <a:r>
              <a:rPr lang="zh-CN" altLang="en-US" sz="1599" b="1" kern="0" dirty="0">
                <a:solidFill>
                  <a:prstClr val="white"/>
                </a:solidFill>
                <a:cs typeface="Arial"/>
                <a:sym typeface="Arial"/>
              </a:rPr>
              <a:t>标准节拍</a:t>
            </a:r>
            <a:endParaRPr lang="en-US" altLang="zh-CN" sz="1599" b="1" kern="0" dirty="0">
              <a:solidFill>
                <a:prstClr val="white"/>
              </a:solidFill>
              <a:cs typeface="Arial"/>
              <a:sym typeface="Arial"/>
            </a:endParaRPr>
          </a:p>
          <a:p>
            <a:pPr marL="285750" indent="-285750" defTabSz="914218" hangingPunct="0">
              <a:lnSpc>
                <a:spcPct val="110000"/>
              </a:lnSpc>
              <a:buClr>
                <a:schemeClr val="tx1"/>
              </a:buClr>
              <a:buFont typeface="Wingdings" panose="05000000000000000000" pitchFamily="2" charset="2"/>
              <a:buChar char="v"/>
              <a:defRPr sz="1600" b="1">
                <a:solidFill>
                  <a:srgbClr val="41AAAA"/>
                </a:solidFill>
              </a:defRPr>
            </a:pPr>
            <a:r>
              <a:rPr lang="zh-CN" altLang="en-US" sz="1599" b="1" kern="0" dirty="0">
                <a:solidFill>
                  <a:prstClr val="white"/>
                </a:solidFill>
                <a:cs typeface="Arial"/>
                <a:sym typeface="Arial"/>
              </a:rPr>
              <a:t>延迟时间</a:t>
            </a:r>
            <a:r>
              <a:rPr lang="en-US" altLang="zh-CN" sz="1599" b="1" kern="0" dirty="0">
                <a:solidFill>
                  <a:prstClr val="white"/>
                </a:solidFill>
                <a:cs typeface="Arial"/>
                <a:sym typeface="Arial"/>
              </a:rPr>
              <a:t>&gt;</a:t>
            </a:r>
            <a:r>
              <a:rPr lang="zh-CN" altLang="en-US" sz="1599" b="1" kern="0" dirty="0">
                <a:solidFill>
                  <a:prstClr val="white"/>
                </a:solidFill>
                <a:cs typeface="Arial"/>
                <a:sym typeface="Arial"/>
              </a:rPr>
              <a:t>平均延迟时间</a:t>
            </a:r>
            <a:endParaRPr lang="en-US" altLang="zh-CN" sz="1599" b="1" kern="0" dirty="0">
              <a:solidFill>
                <a:prstClr val="white"/>
              </a:solidFill>
              <a:cs typeface="Arial"/>
              <a:sym typeface="Arial"/>
            </a:endParaRPr>
          </a:p>
          <a:p>
            <a:pPr marL="285750" indent="-285750" defTabSz="914218" hangingPunct="0">
              <a:lnSpc>
                <a:spcPct val="110000"/>
              </a:lnSpc>
              <a:buClr>
                <a:schemeClr val="tx1"/>
              </a:buClr>
              <a:buFont typeface="Wingdings" panose="05000000000000000000" pitchFamily="2" charset="2"/>
              <a:buChar char="v"/>
              <a:defRPr sz="1600" b="1">
                <a:solidFill>
                  <a:srgbClr val="41AAAA"/>
                </a:solidFill>
              </a:defRPr>
            </a:pPr>
            <a:r>
              <a:rPr lang="zh-CN" altLang="en-US" sz="1599" b="1" dirty="0">
                <a:solidFill>
                  <a:prstClr val="white"/>
                </a:solidFill>
                <a:cs typeface="Arial"/>
                <a:sym typeface="Arial"/>
              </a:rPr>
              <a:t>设备故障</a:t>
            </a:r>
            <a:r>
              <a:rPr lang="en-US" altLang="zh-CN" sz="1599" b="1" dirty="0">
                <a:solidFill>
                  <a:prstClr val="white"/>
                </a:solidFill>
                <a:cs typeface="Arial"/>
                <a:sym typeface="Arial"/>
              </a:rPr>
              <a:t>(</a:t>
            </a:r>
            <a:r>
              <a:rPr lang="zh-CN" altLang="en-US" sz="1599" b="1" dirty="0">
                <a:solidFill>
                  <a:prstClr val="white"/>
                </a:solidFill>
                <a:cs typeface="Arial"/>
                <a:sym typeface="Arial"/>
              </a:rPr>
              <a:t>状态异常</a:t>
            </a:r>
            <a:r>
              <a:rPr lang="en-US" altLang="zh-CN" sz="1599" b="1" dirty="0">
                <a:solidFill>
                  <a:prstClr val="white"/>
                </a:solidFill>
                <a:cs typeface="Arial"/>
                <a:sym typeface="Arial"/>
              </a:rPr>
              <a:t>)</a:t>
            </a:r>
          </a:p>
          <a:p>
            <a:pPr marL="285750" indent="-285750" defTabSz="914218" hangingPunct="0">
              <a:lnSpc>
                <a:spcPct val="110000"/>
              </a:lnSpc>
              <a:buClr>
                <a:schemeClr val="tx1"/>
              </a:buClr>
              <a:buFont typeface="Wingdings" panose="05000000000000000000" pitchFamily="2" charset="2"/>
              <a:buChar char="v"/>
              <a:defRPr sz="1600" b="1">
                <a:solidFill>
                  <a:srgbClr val="41AAAA"/>
                </a:solidFill>
              </a:defRPr>
            </a:pPr>
            <a:r>
              <a:rPr lang="zh-CN" altLang="en-US" sz="1599" b="1" dirty="0">
                <a:solidFill>
                  <a:prstClr val="white"/>
                </a:solidFill>
                <a:cs typeface="Arial"/>
                <a:sym typeface="Arial"/>
              </a:rPr>
              <a:t>质量合格率</a:t>
            </a:r>
            <a:r>
              <a:rPr lang="en-US" altLang="zh-CN" sz="1599" b="1" dirty="0">
                <a:solidFill>
                  <a:prstClr val="white"/>
                </a:solidFill>
                <a:cs typeface="Arial"/>
                <a:sym typeface="Arial"/>
              </a:rPr>
              <a:t>&lt;</a:t>
            </a:r>
            <a:r>
              <a:rPr lang="zh-CN" altLang="en-US" sz="1599" b="1" dirty="0">
                <a:solidFill>
                  <a:prstClr val="white"/>
                </a:solidFill>
                <a:cs typeface="Arial"/>
                <a:sym typeface="Arial"/>
              </a:rPr>
              <a:t>质量阈值</a:t>
            </a:r>
            <a:endParaRPr lang="en-US" altLang="zh-CN" sz="1599" b="1" dirty="0">
              <a:solidFill>
                <a:prstClr val="white"/>
              </a:solidFill>
              <a:cs typeface="Arial"/>
              <a:sym typeface="Arial"/>
            </a:endParaRPr>
          </a:p>
          <a:p>
            <a:pPr marL="285750" indent="-285750" defTabSz="914218" hangingPunct="0">
              <a:lnSpc>
                <a:spcPct val="110000"/>
              </a:lnSpc>
              <a:buClr>
                <a:schemeClr val="tx1"/>
              </a:buClr>
              <a:buFont typeface="Wingdings" panose="05000000000000000000" pitchFamily="2" charset="2"/>
              <a:buChar char="v"/>
              <a:defRPr sz="1600" b="1">
                <a:solidFill>
                  <a:srgbClr val="41AAAA"/>
                </a:solidFill>
              </a:defRPr>
            </a:pPr>
            <a:r>
              <a:rPr lang="zh-CN" altLang="en-US" sz="1599" b="1" dirty="0">
                <a:solidFill>
                  <a:prstClr val="white"/>
                </a:solidFill>
                <a:cs typeface="Arial"/>
                <a:sym typeface="Arial"/>
              </a:rPr>
              <a:t>物料缺失</a:t>
            </a:r>
            <a:endParaRPr lang="en-US" altLang="zh-CN" sz="1599" b="1" dirty="0">
              <a:solidFill>
                <a:prstClr val="white"/>
              </a:solidFill>
              <a:cs typeface="Arial"/>
              <a:sym typeface="Arial"/>
            </a:endParaRPr>
          </a:p>
          <a:p>
            <a:pPr marL="285750" indent="-285750" defTabSz="914218" hangingPunct="0">
              <a:lnSpc>
                <a:spcPct val="110000"/>
              </a:lnSpc>
              <a:buClr>
                <a:schemeClr val="tx1"/>
              </a:buClr>
              <a:buFont typeface="Wingdings" panose="05000000000000000000" pitchFamily="2" charset="2"/>
              <a:buChar char="v"/>
              <a:defRPr sz="1600" b="1">
                <a:solidFill>
                  <a:srgbClr val="41AAAA"/>
                </a:solidFill>
              </a:defRPr>
            </a:pPr>
            <a:r>
              <a:rPr lang="en-US" altLang="zh-CN" sz="1599" b="1" dirty="0">
                <a:solidFill>
                  <a:prstClr val="white"/>
                </a:solidFill>
                <a:cs typeface="Arial"/>
                <a:sym typeface="Arial"/>
              </a:rPr>
              <a:t>……</a:t>
            </a:r>
          </a:p>
          <a:p>
            <a:pPr marL="285750" indent="-285750" defTabSz="914218" hangingPunct="0">
              <a:lnSpc>
                <a:spcPct val="110000"/>
              </a:lnSpc>
              <a:buClr>
                <a:schemeClr val="tx1"/>
              </a:buClr>
              <a:buFont typeface="Wingdings" panose="05000000000000000000" pitchFamily="2" charset="2"/>
              <a:buChar char="v"/>
              <a:defRPr sz="1600" b="1">
                <a:solidFill>
                  <a:srgbClr val="41AAAA"/>
                </a:solidFill>
              </a:defRPr>
            </a:pPr>
            <a:endParaRPr lang="en-US" sz="1599" b="1" kern="0" dirty="0">
              <a:solidFill>
                <a:prstClr val="white"/>
              </a:solidFill>
              <a:cs typeface="Arial"/>
              <a:sym typeface="Arial"/>
            </a:endParaRPr>
          </a:p>
        </p:txBody>
      </p:sp>
      <p:sp>
        <p:nvSpPr>
          <p:cNvPr id="8" name="cdtRectangle 115 Id57350">
            <a:extLst>
              <a:ext uri="{FF2B5EF4-FFF2-40B4-BE49-F238E27FC236}">
                <a16:creationId xmlns:a16="http://schemas.microsoft.com/office/drawing/2014/main" id="{680D784F-EB9B-BE50-1618-F67B1AA9FC1E}"/>
              </a:ext>
            </a:extLst>
          </p:cNvPr>
          <p:cNvSpPr txBox="1">
            <a:spLocks noChangeArrowheads="1"/>
          </p:cNvSpPr>
          <p:nvPr>
            <p:custDataLst>
              <p:tags r:id="rId4"/>
            </p:custDataLst>
          </p:nvPr>
        </p:nvSpPr>
        <p:spPr bwMode="gray">
          <a:xfrm>
            <a:off x="6442148" y="1438382"/>
            <a:ext cx="5075786" cy="470168"/>
          </a:xfrm>
          <a:prstGeom prst="rect">
            <a:avLst/>
          </a:prstGeom>
          <a:gradFill>
            <a:gsLst>
              <a:gs pos="83000">
                <a:srgbClr val="0099B0"/>
              </a:gs>
              <a:gs pos="50000">
                <a:srgbClr val="009999"/>
              </a:gs>
              <a:gs pos="0">
                <a:srgbClr val="50BEBE"/>
              </a:gs>
              <a:gs pos="100000">
                <a:srgbClr val="0099CB"/>
              </a:gs>
            </a:gsLst>
            <a:lin ang="0" scaled="0"/>
          </a:gradFill>
          <a:ln w="9525">
            <a:noFill/>
            <a:miter lim="800000"/>
            <a:headEnd/>
            <a:tailEnd/>
          </a:ln>
        </p:spPr>
        <p:txBody>
          <a:bodyPr vert="horz" wrap="square" lIns="144000" tIns="72000" rIns="144000" bIns="72000" numCol="1" anchor="ctr" anchorCtr="0" compatLnSpc="1">
            <a:prstTxWarp prst="textNoShape">
              <a:avLst/>
            </a:prstTxWarp>
            <a:noAutofit/>
          </a:bodyPr>
          <a:lstStyle>
            <a:defPPr>
              <a:defRPr lang="de-DE"/>
            </a:defPPr>
            <a:lvl1pPr>
              <a:spcBef>
                <a:spcPct val="0"/>
              </a:spcBef>
              <a:defRPr sz="1600" b="1">
                <a:solidFill>
                  <a:srgbClr val="FFFFFF"/>
                </a:solidFill>
                <a:ea typeface="+mj-ea"/>
                <a:cs typeface="Arial" pitchFamily="34" charset="0"/>
              </a:defRPr>
            </a:lvl1pPr>
            <a:lvl2pPr>
              <a:spcBef>
                <a:spcPct val="0"/>
              </a:spcBef>
              <a:defRPr sz="2000" b="1">
                <a:solidFill>
                  <a:schemeClr val="tx1"/>
                </a:solidFill>
                <a:latin typeface="Arial" charset="0"/>
              </a:defRPr>
            </a:lvl2pPr>
            <a:lvl3pPr>
              <a:spcBef>
                <a:spcPct val="0"/>
              </a:spcBef>
              <a:defRPr sz="2000" b="1">
                <a:solidFill>
                  <a:schemeClr val="tx1"/>
                </a:solidFill>
                <a:latin typeface="Arial" charset="0"/>
              </a:defRPr>
            </a:lvl3pPr>
            <a:lvl4pPr>
              <a:spcBef>
                <a:spcPct val="0"/>
              </a:spcBef>
              <a:defRPr sz="2000" b="1">
                <a:solidFill>
                  <a:schemeClr val="tx1"/>
                </a:solidFill>
                <a:latin typeface="Arial" charset="0"/>
              </a:defRPr>
            </a:lvl4pPr>
            <a:lvl5pPr>
              <a:spcBef>
                <a:spcPct val="0"/>
              </a:spcBef>
              <a:defRPr sz="2000" b="1">
                <a:solidFill>
                  <a:schemeClr val="tx1"/>
                </a:solidFill>
                <a:latin typeface="Arial" charset="0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ヒラギノ角ゴ Pro W3" charset="0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ヒラギノ角ゴ Pro W3" charset="0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ヒラギノ角ゴ Pro W3" charset="0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ヒラギノ角ゴ Pro W3" charset="0"/>
              </a:defRPr>
            </a:lvl9pPr>
          </a:lstStyle>
          <a:p>
            <a:endParaRPr lang="en-US" sz="2000" kern="0" dirty="0"/>
          </a:p>
        </p:txBody>
      </p:sp>
      <p:sp>
        <p:nvSpPr>
          <p:cNvPr id="9" name="Textfeld 13">
            <a:extLst>
              <a:ext uri="{FF2B5EF4-FFF2-40B4-BE49-F238E27FC236}">
                <a16:creationId xmlns:a16="http://schemas.microsoft.com/office/drawing/2014/main" id="{CB476E76-DA50-6312-7147-F1CA406EA002}"/>
              </a:ext>
            </a:extLst>
          </p:cNvPr>
          <p:cNvSpPr txBox="1"/>
          <p:nvPr/>
        </p:nvSpPr>
        <p:spPr>
          <a:xfrm>
            <a:off x="6869103" y="1547726"/>
            <a:ext cx="3982296" cy="2589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/>
          <a:p>
            <a:pPr algn="ctr" defTabSz="914218" hangingPunct="0">
              <a:lnSpc>
                <a:spcPct val="110000"/>
              </a:lnSpc>
              <a:defRPr sz="1600" b="1">
                <a:solidFill>
                  <a:srgbClr val="41AAAA"/>
                </a:solidFill>
              </a:defRPr>
            </a:pPr>
            <a:r>
              <a:rPr lang="zh-CN" altLang="en-US" sz="1599" b="1" dirty="0">
                <a:solidFill>
                  <a:prstClr val="white"/>
                </a:solidFill>
                <a:cs typeface="Arial"/>
                <a:sym typeface="Arial"/>
              </a:rPr>
              <a:t>人员服务模型</a:t>
            </a:r>
            <a:endParaRPr lang="en-US" sz="1599" b="1" kern="0" dirty="0">
              <a:solidFill>
                <a:prstClr val="white"/>
              </a:solidFill>
              <a:cs typeface="Arial"/>
              <a:sym typeface="Arial"/>
            </a:endParaRPr>
          </a:p>
        </p:txBody>
      </p:sp>
      <p:sp>
        <p:nvSpPr>
          <p:cNvPr id="10" name="Textfeld 13">
            <a:extLst>
              <a:ext uri="{FF2B5EF4-FFF2-40B4-BE49-F238E27FC236}">
                <a16:creationId xmlns:a16="http://schemas.microsoft.com/office/drawing/2014/main" id="{97C704E4-4B2B-2389-7882-68C743D8C07F}"/>
              </a:ext>
            </a:extLst>
          </p:cNvPr>
          <p:cNvSpPr txBox="1"/>
          <p:nvPr/>
        </p:nvSpPr>
        <p:spPr>
          <a:xfrm>
            <a:off x="6633561" y="2083355"/>
            <a:ext cx="2381549" cy="13343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/>
          <a:p>
            <a:pPr defTabSz="914218" hangingPunct="0">
              <a:lnSpc>
                <a:spcPct val="110000"/>
              </a:lnSpc>
              <a:defRPr sz="1600" b="1">
                <a:solidFill>
                  <a:srgbClr val="41AAAA"/>
                </a:solidFill>
              </a:defRPr>
            </a:pPr>
            <a:r>
              <a:rPr lang="zh-CN" altLang="en-US" sz="1599" b="1" u="sng" dirty="0">
                <a:solidFill>
                  <a:prstClr val="white"/>
                </a:solidFill>
                <a:cs typeface="Arial"/>
                <a:sym typeface="Arial"/>
              </a:rPr>
              <a:t>服务参数</a:t>
            </a:r>
            <a:endParaRPr lang="en-US" altLang="zh-CN" sz="1599" b="1" u="sng" dirty="0">
              <a:solidFill>
                <a:prstClr val="white"/>
              </a:solidFill>
              <a:cs typeface="Arial"/>
              <a:sym typeface="Arial"/>
            </a:endParaRPr>
          </a:p>
          <a:p>
            <a:pPr marL="285750" indent="-285750" defTabSz="914218" hangingPunct="0">
              <a:lnSpc>
                <a:spcPct val="110000"/>
              </a:lnSpc>
              <a:buClr>
                <a:schemeClr val="tx1"/>
              </a:buClr>
              <a:buFont typeface="Wingdings" panose="05000000000000000000" pitchFamily="2" charset="2"/>
              <a:buChar char="v"/>
              <a:defRPr sz="1600" b="1">
                <a:solidFill>
                  <a:srgbClr val="41AAAA"/>
                </a:solidFill>
              </a:defRPr>
            </a:pPr>
            <a:r>
              <a:rPr lang="zh-CN" altLang="en-US" sz="1599" b="1" dirty="0">
                <a:solidFill>
                  <a:prstClr val="white"/>
                </a:solidFill>
                <a:cs typeface="Arial"/>
                <a:sym typeface="Arial"/>
              </a:rPr>
              <a:t>人员班组</a:t>
            </a:r>
            <a:endParaRPr lang="en-US" altLang="zh-CN" sz="1599" b="1" kern="0" dirty="0">
              <a:solidFill>
                <a:prstClr val="white"/>
              </a:solidFill>
              <a:cs typeface="Arial"/>
              <a:sym typeface="Arial"/>
            </a:endParaRPr>
          </a:p>
          <a:p>
            <a:pPr marL="285750" indent="-285750" defTabSz="914218" hangingPunct="0">
              <a:lnSpc>
                <a:spcPct val="110000"/>
              </a:lnSpc>
              <a:buClr>
                <a:schemeClr val="tx1"/>
              </a:buClr>
              <a:buFont typeface="Wingdings" panose="05000000000000000000" pitchFamily="2" charset="2"/>
              <a:buChar char="v"/>
              <a:defRPr sz="1600" b="1">
                <a:solidFill>
                  <a:srgbClr val="41AAAA"/>
                </a:solidFill>
              </a:defRPr>
            </a:pPr>
            <a:r>
              <a:rPr lang="zh-CN" altLang="en-US" sz="1599" b="1" dirty="0">
                <a:solidFill>
                  <a:prstClr val="white"/>
                </a:solidFill>
                <a:cs typeface="Arial"/>
                <a:sym typeface="Arial"/>
              </a:rPr>
              <a:t>平均质量合格率</a:t>
            </a:r>
            <a:endParaRPr lang="en-US" altLang="zh-CN" sz="1599" b="1" dirty="0">
              <a:solidFill>
                <a:prstClr val="white"/>
              </a:solidFill>
              <a:cs typeface="Arial"/>
              <a:sym typeface="Arial"/>
            </a:endParaRPr>
          </a:p>
          <a:p>
            <a:pPr marL="285750" indent="-285750" defTabSz="914218" hangingPunct="0">
              <a:lnSpc>
                <a:spcPct val="110000"/>
              </a:lnSpc>
              <a:buClr>
                <a:schemeClr val="tx1"/>
              </a:buClr>
              <a:buFont typeface="Wingdings" panose="05000000000000000000" pitchFamily="2" charset="2"/>
              <a:buChar char="v"/>
              <a:defRPr sz="1600" b="1">
                <a:solidFill>
                  <a:srgbClr val="41AAAA"/>
                </a:solidFill>
              </a:defRPr>
            </a:pPr>
            <a:r>
              <a:rPr lang="zh-CN" altLang="en-US" sz="1599" b="1" dirty="0">
                <a:solidFill>
                  <a:prstClr val="white"/>
                </a:solidFill>
                <a:cs typeface="Arial"/>
                <a:sym typeface="Arial"/>
              </a:rPr>
              <a:t>入职</a:t>
            </a:r>
            <a:r>
              <a:rPr lang="en-US" altLang="zh-CN" sz="1599" b="1" dirty="0">
                <a:solidFill>
                  <a:prstClr val="white"/>
                </a:solidFill>
                <a:cs typeface="Arial"/>
                <a:sym typeface="Arial"/>
              </a:rPr>
              <a:t>/</a:t>
            </a:r>
            <a:r>
              <a:rPr lang="zh-CN" altLang="en-US" sz="1599" b="1" dirty="0">
                <a:solidFill>
                  <a:prstClr val="white"/>
                </a:solidFill>
                <a:cs typeface="Arial"/>
                <a:sym typeface="Arial"/>
              </a:rPr>
              <a:t>服务时间</a:t>
            </a:r>
            <a:endParaRPr lang="en-US" altLang="zh-CN" sz="1599" b="1" dirty="0">
              <a:solidFill>
                <a:prstClr val="white"/>
              </a:solidFill>
              <a:cs typeface="Arial"/>
              <a:sym typeface="Arial"/>
            </a:endParaRPr>
          </a:p>
          <a:p>
            <a:pPr defTabSz="914218" hangingPunct="0">
              <a:lnSpc>
                <a:spcPct val="110000"/>
              </a:lnSpc>
              <a:buClr>
                <a:schemeClr val="tx1"/>
              </a:buClr>
              <a:defRPr sz="1600" b="1">
                <a:solidFill>
                  <a:srgbClr val="41AAAA"/>
                </a:solidFill>
              </a:defRPr>
            </a:pPr>
            <a:endParaRPr lang="en-US" sz="1599" b="1" kern="0" dirty="0">
              <a:solidFill>
                <a:prstClr val="white"/>
              </a:solidFill>
              <a:cs typeface="Arial"/>
              <a:sym typeface="Arial"/>
            </a:endParaRPr>
          </a:p>
        </p:txBody>
      </p:sp>
      <p:sp>
        <p:nvSpPr>
          <p:cNvPr id="11" name="Textfeld 13">
            <a:extLst>
              <a:ext uri="{FF2B5EF4-FFF2-40B4-BE49-F238E27FC236}">
                <a16:creationId xmlns:a16="http://schemas.microsoft.com/office/drawing/2014/main" id="{5695357B-6B8B-BABD-2FDE-6C9816292682}"/>
              </a:ext>
            </a:extLst>
          </p:cNvPr>
          <p:cNvSpPr txBox="1"/>
          <p:nvPr/>
        </p:nvSpPr>
        <p:spPr>
          <a:xfrm>
            <a:off x="9008593" y="2083355"/>
            <a:ext cx="2381549" cy="13326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/>
          <a:p>
            <a:pPr defTabSz="914218" hangingPunct="0">
              <a:lnSpc>
                <a:spcPct val="110000"/>
              </a:lnSpc>
              <a:defRPr sz="1600" b="1">
                <a:solidFill>
                  <a:srgbClr val="41AAAA"/>
                </a:solidFill>
              </a:defRPr>
            </a:pPr>
            <a:r>
              <a:rPr lang="zh-CN" altLang="en-US" sz="1599" b="1" u="sng" dirty="0">
                <a:solidFill>
                  <a:prstClr val="white"/>
                </a:solidFill>
                <a:cs typeface="Arial"/>
                <a:sym typeface="Arial"/>
              </a:rPr>
              <a:t>服务事件</a:t>
            </a:r>
            <a:endParaRPr lang="en-US" altLang="zh-CN" sz="1599" b="1" u="sng" dirty="0">
              <a:solidFill>
                <a:prstClr val="white"/>
              </a:solidFill>
              <a:cs typeface="Arial"/>
              <a:sym typeface="Arial"/>
            </a:endParaRPr>
          </a:p>
          <a:p>
            <a:pPr marL="285750" indent="-285750" defTabSz="914218" hangingPunct="0">
              <a:lnSpc>
                <a:spcPct val="110000"/>
              </a:lnSpc>
              <a:buClr>
                <a:schemeClr val="tx1"/>
              </a:buClr>
              <a:buFont typeface="Wingdings" panose="05000000000000000000" pitchFamily="2" charset="2"/>
              <a:buChar char="v"/>
              <a:defRPr sz="1600" b="1">
                <a:solidFill>
                  <a:srgbClr val="41AAAA"/>
                </a:solidFill>
              </a:defRPr>
            </a:pPr>
            <a:r>
              <a:rPr lang="zh-CN" altLang="en-US" sz="1599" b="1" dirty="0">
                <a:solidFill>
                  <a:prstClr val="white"/>
                </a:solidFill>
                <a:cs typeface="Arial"/>
                <a:sym typeface="Arial"/>
              </a:rPr>
              <a:t>平均质量合格率</a:t>
            </a:r>
            <a:r>
              <a:rPr lang="en-US" altLang="zh-CN" sz="1599" b="1" dirty="0">
                <a:solidFill>
                  <a:prstClr val="white"/>
                </a:solidFill>
                <a:cs typeface="Arial"/>
                <a:sym typeface="Arial"/>
              </a:rPr>
              <a:t>&lt;</a:t>
            </a:r>
            <a:r>
              <a:rPr lang="zh-CN" altLang="en-US" sz="1599" b="1" dirty="0">
                <a:solidFill>
                  <a:prstClr val="white"/>
                </a:solidFill>
                <a:cs typeface="Arial"/>
                <a:sym typeface="Arial"/>
              </a:rPr>
              <a:t>质量阈值</a:t>
            </a:r>
            <a:endParaRPr lang="en-US" altLang="zh-CN" sz="1599" b="1" dirty="0">
              <a:solidFill>
                <a:prstClr val="white"/>
              </a:solidFill>
              <a:cs typeface="Arial"/>
              <a:sym typeface="Arial"/>
            </a:endParaRPr>
          </a:p>
          <a:p>
            <a:pPr marL="285750" indent="-285750" defTabSz="914218" hangingPunct="0">
              <a:lnSpc>
                <a:spcPct val="110000"/>
              </a:lnSpc>
              <a:buClr>
                <a:schemeClr val="tx1"/>
              </a:buClr>
              <a:buFont typeface="Wingdings" panose="05000000000000000000" pitchFamily="2" charset="2"/>
              <a:buChar char="v"/>
              <a:defRPr sz="1600" b="1">
                <a:solidFill>
                  <a:srgbClr val="41AAAA"/>
                </a:solidFill>
              </a:defRPr>
            </a:pPr>
            <a:r>
              <a:rPr lang="en-US" altLang="zh-CN" sz="1599" b="1" dirty="0">
                <a:solidFill>
                  <a:prstClr val="white"/>
                </a:solidFill>
                <a:cs typeface="Arial"/>
                <a:sym typeface="Arial"/>
              </a:rPr>
              <a:t>……</a:t>
            </a:r>
          </a:p>
          <a:p>
            <a:pPr marL="285750" indent="-285750" defTabSz="914218" hangingPunct="0">
              <a:lnSpc>
                <a:spcPct val="110000"/>
              </a:lnSpc>
              <a:buClr>
                <a:schemeClr val="tx1"/>
              </a:buClr>
              <a:buFont typeface="Wingdings" panose="05000000000000000000" pitchFamily="2" charset="2"/>
              <a:buChar char="v"/>
              <a:defRPr sz="1600" b="1">
                <a:solidFill>
                  <a:srgbClr val="41AAAA"/>
                </a:solidFill>
              </a:defRPr>
            </a:pPr>
            <a:endParaRPr lang="en-US" sz="1599" b="1" kern="0" dirty="0">
              <a:solidFill>
                <a:prstClr val="white"/>
              </a:solidFill>
              <a:cs typeface="Arial"/>
              <a:sym typeface="Arial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EE3D524D-9C11-49ED-5480-8B36B019F73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486186" y="3514569"/>
            <a:ext cx="4331317" cy="2919833"/>
          </a:xfrm>
          <a:prstGeom prst="rect">
            <a:avLst/>
          </a:prstGeom>
        </p:spPr>
      </p:pic>
      <p:cxnSp>
        <p:nvCxnSpPr>
          <p:cNvPr id="15" name="Connector: Elbow 14">
            <a:extLst>
              <a:ext uri="{FF2B5EF4-FFF2-40B4-BE49-F238E27FC236}">
                <a16:creationId xmlns:a16="http://schemas.microsoft.com/office/drawing/2014/main" id="{4B916574-1CAB-276D-4575-4788625F39B2}"/>
              </a:ext>
            </a:extLst>
          </p:cNvPr>
          <p:cNvCxnSpPr>
            <a:cxnSpLocks/>
            <a:endCxn id="13" idx="1"/>
          </p:cNvCxnSpPr>
          <p:nvPr/>
        </p:nvCxnSpPr>
        <p:spPr>
          <a:xfrm>
            <a:off x="3448050" y="3854868"/>
            <a:ext cx="2038136" cy="1119618"/>
          </a:xfrm>
          <a:prstGeom prst="bentConnector3">
            <a:avLst>
              <a:gd name="adj1" fmla="val 929"/>
            </a:avLst>
          </a:prstGeom>
          <a:ln w="28575">
            <a:solidFill>
              <a:schemeClr val="accent1"/>
            </a:solidFill>
            <a:headEnd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nector: Elbow 16">
            <a:extLst>
              <a:ext uri="{FF2B5EF4-FFF2-40B4-BE49-F238E27FC236}">
                <a16:creationId xmlns:a16="http://schemas.microsoft.com/office/drawing/2014/main" id="{AF26F775-A901-E71F-28E6-E660C21C3215}"/>
              </a:ext>
            </a:extLst>
          </p:cNvPr>
          <p:cNvCxnSpPr>
            <a:cxnSpLocks/>
            <a:endCxn id="13" idx="3"/>
          </p:cNvCxnSpPr>
          <p:nvPr/>
        </p:nvCxnSpPr>
        <p:spPr>
          <a:xfrm rot="5400000">
            <a:off x="9733160" y="3703846"/>
            <a:ext cx="1354983" cy="1186296"/>
          </a:xfrm>
          <a:prstGeom prst="bentConnector2">
            <a:avLst/>
          </a:prstGeom>
          <a:ln w="28575">
            <a:solidFill>
              <a:schemeClr val="accent1"/>
            </a:solidFill>
            <a:headEnd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feld 13">
            <a:extLst>
              <a:ext uri="{FF2B5EF4-FFF2-40B4-BE49-F238E27FC236}">
                <a16:creationId xmlns:a16="http://schemas.microsoft.com/office/drawing/2014/main" id="{892B5A00-99CE-B883-F932-F5B1005AB603}"/>
              </a:ext>
            </a:extLst>
          </p:cNvPr>
          <p:cNvSpPr txBox="1"/>
          <p:nvPr/>
        </p:nvSpPr>
        <p:spPr>
          <a:xfrm>
            <a:off x="5667160" y="6493176"/>
            <a:ext cx="3982296" cy="2200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/>
          <a:p>
            <a:pPr algn="ctr" defTabSz="914218" hangingPunct="0">
              <a:lnSpc>
                <a:spcPct val="110000"/>
              </a:lnSpc>
              <a:defRPr sz="1600" b="1">
                <a:solidFill>
                  <a:srgbClr val="41AAAA"/>
                </a:solidFill>
              </a:defRPr>
            </a:pPr>
            <a:r>
              <a:rPr lang="zh-CN" altLang="en-US" sz="1400" b="1" dirty="0">
                <a:solidFill>
                  <a:prstClr val="white"/>
                </a:solidFill>
                <a:cs typeface="Arial"/>
                <a:sym typeface="Arial"/>
              </a:rPr>
              <a:t>寻因规则组合</a:t>
            </a:r>
            <a:endParaRPr lang="en-US" sz="1400" b="1" kern="0" dirty="0">
              <a:solidFill>
                <a:prstClr val="white"/>
              </a:solidFill>
              <a:cs typeface="Arial"/>
              <a:sym typeface="Arial"/>
            </a:endParaRPr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BC562864-D76C-FAB5-4F21-1DD0456A3CBD}"/>
              </a:ext>
            </a:extLst>
          </p:cNvPr>
          <p:cNvSpPr/>
          <p:nvPr/>
        </p:nvSpPr>
        <p:spPr>
          <a:xfrm>
            <a:off x="5551364" y="4459830"/>
            <a:ext cx="1340556" cy="1672806"/>
          </a:xfrm>
          <a:custGeom>
            <a:avLst/>
            <a:gdLst>
              <a:gd name="connsiteX0" fmla="*/ 239836 w 1340556"/>
              <a:gd name="connsiteY0" fmla="*/ 74070 h 1672806"/>
              <a:gd name="connsiteX1" fmla="*/ 697036 w 1340556"/>
              <a:gd name="connsiteY1" fmla="*/ 588420 h 1672806"/>
              <a:gd name="connsiteX2" fmla="*/ 1011361 w 1340556"/>
              <a:gd name="connsiteY2" fmla="*/ 1093245 h 1672806"/>
              <a:gd name="connsiteX3" fmla="*/ 1335211 w 1340556"/>
              <a:gd name="connsiteY3" fmla="*/ 1483770 h 1672806"/>
              <a:gd name="connsiteX4" fmla="*/ 735136 w 1340556"/>
              <a:gd name="connsiteY4" fmla="*/ 1655220 h 1672806"/>
              <a:gd name="connsiteX5" fmla="*/ 335086 w 1340556"/>
              <a:gd name="connsiteY5" fmla="*/ 1074195 h 1672806"/>
              <a:gd name="connsiteX6" fmla="*/ 49336 w 1340556"/>
              <a:gd name="connsiteY6" fmla="*/ 883695 h 1672806"/>
              <a:gd name="connsiteX7" fmla="*/ 1711 w 1340556"/>
              <a:gd name="connsiteY7" fmla="*/ 369345 h 1672806"/>
              <a:gd name="connsiteX8" fmla="*/ 68386 w 1340556"/>
              <a:gd name="connsiteY8" fmla="*/ 7395 h 1672806"/>
              <a:gd name="connsiteX9" fmla="*/ 258886 w 1340556"/>
              <a:gd name="connsiteY9" fmla="*/ 121695 h 1672806"/>
              <a:gd name="connsiteX10" fmla="*/ 239836 w 1340556"/>
              <a:gd name="connsiteY10" fmla="*/ 74070 h 16728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340556" h="1672806">
                <a:moveTo>
                  <a:pt x="239836" y="74070"/>
                </a:moveTo>
                <a:cubicBezTo>
                  <a:pt x="312861" y="151858"/>
                  <a:pt x="568449" y="418558"/>
                  <a:pt x="697036" y="588420"/>
                </a:cubicBezTo>
                <a:cubicBezTo>
                  <a:pt x="825624" y="758283"/>
                  <a:pt x="904998" y="944020"/>
                  <a:pt x="1011361" y="1093245"/>
                </a:cubicBezTo>
                <a:cubicBezTo>
                  <a:pt x="1117724" y="1242470"/>
                  <a:pt x="1381249" y="1390108"/>
                  <a:pt x="1335211" y="1483770"/>
                </a:cubicBezTo>
                <a:cubicBezTo>
                  <a:pt x="1289174" y="1577433"/>
                  <a:pt x="901823" y="1723482"/>
                  <a:pt x="735136" y="1655220"/>
                </a:cubicBezTo>
                <a:cubicBezTo>
                  <a:pt x="568449" y="1586958"/>
                  <a:pt x="449386" y="1202782"/>
                  <a:pt x="335086" y="1074195"/>
                </a:cubicBezTo>
                <a:cubicBezTo>
                  <a:pt x="220786" y="945608"/>
                  <a:pt x="104898" y="1001170"/>
                  <a:pt x="49336" y="883695"/>
                </a:cubicBezTo>
                <a:cubicBezTo>
                  <a:pt x="-6226" y="766220"/>
                  <a:pt x="-1464" y="515395"/>
                  <a:pt x="1711" y="369345"/>
                </a:cubicBezTo>
                <a:cubicBezTo>
                  <a:pt x="4886" y="223295"/>
                  <a:pt x="25524" y="48670"/>
                  <a:pt x="68386" y="7395"/>
                </a:cubicBezTo>
                <a:cubicBezTo>
                  <a:pt x="111248" y="-33880"/>
                  <a:pt x="223961" y="110583"/>
                  <a:pt x="258886" y="121695"/>
                </a:cubicBezTo>
                <a:cubicBezTo>
                  <a:pt x="293811" y="132808"/>
                  <a:pt x="166811" y="-3718"/>
                  <a:pt x="239836" y="74070"/>
                </a:cubicBezTo>
                <a:close/>
              </a:path>
            </a:pathLst>
          </a:custGeom>
          <a:noFill/>
          <a:ln w="19050">
            <a:solidFill>
              <a:srgbClr val="805CFF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 anchorCtr="0"/>
          <a:lstStyle/>
          <a:p>
            <a:pPr algn="l"/>
            <a:endParaRPr lang="en-US" dirty="0"/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EF81ACA3-40BB-231E-8E33-17182F5E56DE}"/>
              </a:ext>
            </a:extLst>
          </p:cNvPr>
          <p:cNvSpPr/>
          <p:nvPr/>
        </p:nvSpPr>
        <p:spPr>
          <a:xfrm>
            <a:off x="6823256" y="4457700"/>
            <a:ext cx="615769" cy="1565025"/>
          </a:xfrm>
          <a:custGeom>
            <a:avLst/>
            <a:gdLst>
              <a:gd name="connsiteX0" fmla="*/ 444319 w 615769"/>
              <a:gd name="connsiteY0" fmla="*/ 0 h 1565025"/>
              <a:gd name="connsiteX1" fmla="*/ 63319 w 615769"/>
              <a:gd name="connsiteY1" fmla="*/ 38100 h 1565025"/>
              <a:gd name="connsiteX2" fmla="*/ 6169 w 615769"/>
              <a:gd name="connsiteY2" fmla="*/ 419100 h 1565025"/>
              <a:gd name="connsiteX3" fmla="*/ 25219 w 615769"/>
              <a:gd name="connsiteY3" fmla="*/ 952500 h 1565025"/>
              <a:gd name="connsiteX4" fmla="*/ 215719 w 615769"/>
              <a:gd name="connsiteY4" fmla="*/ 1552575 h 1565025"/>
              <a:gd name="connsiteX5" fmla="*/ 615769 w 615769"/>
              <a:gd name="connsiteY5" fmla="*/ 1352550 h 15650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15769" h="1565025">
                <a:moveTo>
                  <a:pt x="444319" y="0"/>
                </a:moveTo>
                <a:lnTo>
                  <a:pt x="63319" y="38100"/>
                </a:lnTo>
                <a:cubicBezTo>
                  <a:pt x="-9706" y="107950"/>
                  <a:pt x="12519" y="266700"/>
                  <a:pt x="6169" y="419100"/>
                </a:cubicBezTo>
                <a:cubicBezTo>
                  <a:pt x="-181" y="571500"/>
                  <a:pt x="-9706" y="763588"/>
                  <a:pt x="25219" y="952500"/>
                </a:cubicBezTo>
                <a:cubicBezTo>
                  <a:pt x="60144" y="1141412"/>
                  <a:pt x="117294" y="1485900"/>
                  <a:pt x="215719" y="1552575"/>
                </a:cubicBezTo>
                <a:cubicBezTo>
                  <a:pt x="314144" y="1619250"/>
                  <a:pt x="541157" y="1398587"/>
                  <a:pt x="615769" y="1352550"/>
                </a:cubicBezTo>
              </a:path>
            </a:pathLst>
          </a:cu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·</a:t>
            </a:r>
            <a:endParaRPr lang="en-US" dirty="0"/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00569D55-E489-FE35-FF3A-467F6E1DB7EB}"/>
              </a:ext>
            </a:extLst>
          </p:cNvPr>
          <p:cNvSpPr/>
          <p:nvPr/>
        </p:nvSpPr>
        <p:spPr>
          <a:xfrm>
            <a:off x="6782264" y="4444295"/>
            <a:ext cx="1732027" cy="1540984"/>
          </a:xfrm>
          <a:custGeom>
            <a:avLst/>
            <a:gdLst>
              <a:gd name="connsiteX0" fmla="*/ 85261 w 1732027"/>
              <a:gd name="connsiteY0" fmla="*/ 137230 h 1540984"/>
              <a:gd name="connsiteX1" fmla="*/ 47161 w 1732027"/>
              <a:gd name="connsiteY1" fmla="*/ 870655 h 1540984"/>
              <a:gd name="connsiteX2" fmla="*/ 647236 w 1732027"/>
              <a:gd name="connsiteY2" fmla="*/ 1470730 h 1540984"/>
              <a:gd name="connsiteX3" fmla="*/ 1390186 w 1732027"/>
              <a:gd name="connsiteY3" fmla="*/ 1518355 h 1540984"/>
              <a:gd name="connsiteX4" fmla="*/ 1723561 w 1732027"/>
              <a:gd name="connsiteY4" fmla="*/ 1375480 h 1540984"/>
              <a:gd name="connsiteX5" fmla="*/ 1599736 w 1732027"/>
              <a:gd name="connsiteY5" fmla="*/ 1099255 h 1540984"/>
              <a:gd name="connsiteX6" fmla="*/ 1247311 w 1732027"/>
              <a:gd name="connsiteY6" fmla="*/ 689680 h 1540984"/>
              <a:gd name="connsiteX7" fmla="*/ 847261 w 1732027"/>
              <a:gd name="connsiteY7" fmla="*/ 89605 h 1540984"/>
              <a:gd name="connsiteX8" fmla="*/ 456736 w 1732027"/>
              <a:gd name="connsiteY8" fmla="*/ 3880 h 1540984"/>
              <a:gd name="connsiteX9" fmla="*/ 85261 w 1732027"/>
              <a:gd name="connsiteY9" fmla="*/ 137230 h 15409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732027" h="1540984">
                <a:moveTo>
                  <a:pt x="85261" y="137230"/>
                </a:moveTo>
                <a:cubicBezTo>
                  <a:pt x="16999" y="281692"/>
                  <a:pt x="-46502" y="648405"/>
                  <a:pt x="47161" y="870655"/>
                </a:cubicBezTo>
                <a:cubicBezTo>
                  <a:pt x="140824" y="1092905"/>
                  <a:pt x="423399" y="1362780"/>
                  <a:pt x="647236" y="1470730"/>
                </a:cubicBezTo>
                <a:cubicBezTo>
                  <a:pt x="871073" y="1578680"/>
                  <a:pt x="1210799" y="1534230"/>
                  <a:pt x="1390186" y="1518355"/>
                </a:cubicBezTo>
                <a:cubicBezTo>
                  <a:pt x="1569574" y="1502480"/>
                  <a:pt x="1688636" y="1445330"/>
                  <a:pt x="1723561" y="1375480"/>
                </a:cubicBezTo>
                <a:cubicBezTo>
                  <a:pt x="1758486" y="1305630"/>
                  <a:pt x="1679111" y="1213555"/>
                  <a:pt x="1599736" y="1099255"/>
                </a:cubicBezTo>
                <a:cubicBezTo>
                  <a:pt x="1520361" y="984955"/>
                  <a:pt x="1372723" y="857955"/>
                  <a:pt x="1247311" y="689680"/>
                </a:cubicBezTo>
                <a:cubicBezTo>
                  <a:pt x="1121899" y="521405"/>
                  <a:pt x="979023" y="203905"/>
                  <a:pt x="847261" y="89605"/>
                </a:cubicBezTo>
                <a:cubicBezTo>
                  <a:pt x="715499" y="-24695"/>
                  <a:pt x="583736" y="2293"/>
                  <a:pt x="456736" y="3880"/>
                </a:cubicBezTo>
                <a:cubicBezTo>
                  <a:pt x="329736" y="5467"/>
                  <a:pt x="153523" y="-7232"/>
                  <a:pt x="85261" y="137230"/>
                </a:cubicBezTo>
                <a:close/>
              </a:path>
            </a:pathLst>
          </a:custGeom>
          <a:noFill/>
          <a:ln w="19050">
            <a:solidFill>
              <a:srgbClr val="EF0137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 anchorCtr="0"/>
          <a:lstStyle/>
          <a:p>
            <a:pPr algn="l"/>
            <a:endParaRPr lang="en-US" dirty="0"/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84F98C2C-EBD2-46C4-9935-A7C2F1E6E96C}"/>
              </a:ext>
            </a:extLst>
          </p:cNvPr>
          <p:cNvCxnSpPr/>
          <p:nvPr/>
        </p:nvCxnSpPr>
        <p:spPr>
          <a:xfrm flipV="1">
            <a:off x="4819651" y="5581685"/>
            <a:ext cx="1000124" cy="403594"/>
          </a:xfrm>
          <a:prstGeom prst="straightConnector1">
            <a:avLst/>
          </a:prstGeom>
          <a:ln w="9525">
            <a:solidFill>
              <a:schemeClr val="accent6">
                <a:lumMod val="25000"/>
                <a:lumOff val="75000"/>
              </a:schemeClr>
            </a:solidFill>
            <a:headEnd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feld 13">
            <a:extLst>
              <a:ext uri="{FF2B5EF4-FFF2-40B4-BE49-F238E27FC236}">
                <a16:creationId xmlns:a16="http://schemas.microsoft.com/office/drawing/2014/main" id="{FC393351-4872-D76B-0591-A167E610D44C}"/>
              </a:ext>
            </a:extLst>
          </p:cNvPr>
          <p:cNvSpPr txBox="1"/>
          <p:nvPr/>
        </p:nvSpPr>
        <p:spPr>
          <a:xfrm>
            <a:off x="3643961" y="5896560"/>
            <a:ext cx="1519650" cy="2514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/>
          <a:p>
            <a:pPr algn="ctr" defTabSz="914218" hangingPunct="0">
              <a:lnSpc>
                <a:spcPct val="110000"/>
              </a:lnSpc>
              <a:defRPr sz="1600" b="1">
                <a:solidFill>
                  <a:srgbClr val="41AAAA"/>
                </a:solidFill>
              </a:defRPr>
            </a:pPr>
            <a:r>
              <a:rPr lang="zh-CN" altLang="en-US" sz="1599" b="1" kern="0" dirty="0">
                <a:solidFill>
                  <a:schemeClr val="accent6">
                    <a:lumMod val="25000"/>
                    <a:lumOff val="75000"/>
                  </a:schemeClr>
                </a:solidFill>
                <a:cs typeface="Arial"/>
                <a:sym typeface="Arial"/>
              </a:rPr>
              <a:t>低优先级</a:t>
            </a:r>
            <a:endParaRPr lang="en-US" sz="1599" b="1" kern="0" dirty="0">
              <a:solidFill>
                <a:schemeClr val="accent6">
                  <a:lumMod val="25000"/>
                  <a:lumOff val="75000"/>
                </a:schemeClr>
              </a:solidFill>
              <a:cs typeface="Arial"/>
              <a:sym typeface="Arial"/>
            </a:endParaRP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9A070CE7-3EB0-E6A7-E7C4-7843223CA987}"/>
              </a:ext>
            </a:extLst>
          </p:cNvPr>
          <p:cNvCxnSpPr>
            <a:cxnSpLocks/>
          </p:cNvCxnSpPr>
          <p:nvPr/>
        </p:nvCxnSpPr>
        <p:spPr>
          <a:xfrm flipH="1" flipV="1">
            <a:off x="8415035" y="5914132"/>
            <a:ext cx="600075" cy="153025"/>
          </a:xfrm>
          <a:prstGeom prst="straightConnector1">
            <a:avLst/>
          </a:prstGeom>
          <a:ln w="9525">
            <a:solidFill>
              <a:srgbClr val="EF0137"/>
            </a:solidFill>
            <a:headEnd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feld 13">
            <a:extLst>
              <a:ext uri="{FF2B5EF4-FFF2-40B4-BE49-F238E27FC236}">
                <a16:creationId xmlns:a16="http://schemas.microsoft.com/office/drawing/2014/main" id="{1AEFBA79-5CAF-D843-7148-2BAD179DAC14}"/>
              </a:ext>
            </a:extLst>
          </p:cNvPr>
          <p:cNvSpPr txBox="1"/>
          <p:nvPr/>
        </p:nvSpPr>
        <p:spPr>
          <a:xfrm>
            <a:off x="8757947" y="5964728"/>
            <a:ext cx="1519650" cy="2514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/>
          <a:p>
            <a:pPr algn="ctr" defTabSz="914218" hangingPunct="0">
              <a:lnSpc>
                <a:spcPct val="110000"/>
              </a:lnSpc>
              <a:defRPr sz="1600" b="1">
                <a:solidFill>
                  <a:srgbClr val="41AAAA"/>
                </a:solidFill>
              </a:defRPr>
            </a:pPr>
            <a:r>
              <a:rPr lang="zh-CN" altLang="en-US" sz="1599" b="1" dirty="0">
                <a:solidFill>
                  <a:srgbClr val="EF0137"/>
                </a:solidFill>
                <a:cs typeface="Arial"/>
                <a:sym typeface="Arial"/>
              </a:rPr>
              <a:t>高</a:t>
            </a:r>
            <a:r>
              <a:rPr lang="zh-CN" altLang="en-US" sz="1599" b="1" kern="0" dirty="0">
                <a:solidFill>
                  <a:srgbClr val="EF0137"/>
                </a:solidFill>
                <a:cs typeface="Arial"/>
                <a:sym typeface="Arial"/>
              </a:rPr>
              <a:t>优先级</a:t>
            </a:r>
            <a:endParaRPr lang="en-US" sz="1599" b="1" kern="0" dirty="0">
              <a:solidFill>
                <a:srgbClr val="EF0137"/>
              </a:solidFill>
              <a:cs typeface="Arial"/>
              <a:sym typeface="Arial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2601302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FB1749A1-03FB-7510-5C50-10606220F531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639" imgH="642" progId="TCLayout.ActiveDocument.1">
                  <p:embed/>
                </p:oleObj>
              </mc:Choice>
              <mc:Fallback>
                <p:oleObj name="think-cell Slide" r:id="rId5" imgW="639" imgH="642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B1749A1-03FB-7510-5C50-10606220F53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6A992315-394E-4C18-9361-5BBEA74C2F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3449" y="329168"/>
            <a:ext cx="11067225" cy="576000"/>
          </a:xfrm>
        </p:spPr>
        <p:txBody>
          <a:bodyPr vert="horz"/>
          <a:lstStyle/>
          <a:p>
            <a:pPr algn="l" rtl="0"/>
            <a:r>
              <a:rPr lang="en-US" altLang="zh-CN" i="0" dirty="0">
                <a:effectLst/>
                <a:latin typeface="Arial" panose="020B0604020202020204" pitchFamily="34" charset="0"/>
              </a:rPr>
              <a:t>Use Case: Root cause analysis for abnormal production</a:t>
            </a:r>
            <a:br>
              <a:rPr lang="en-US" altLang="zh-CN" i="0" dirty="0">
                <a:effectLst/>
                <a:latin typeface="Arial" panose="020B0604020202020204" pitchFamily="34" charset="0"/>
              </a:rPr>
            </a:br>
            <a:r>
              <a:rPr lang="zh-CN" altLang="en-US" i="0" dirty="0">
                <a:effectLst/>
                <a:latin typeface="Arial" panose="020B0604020202020204" pitchFamily="34" charset="0"/>
              </a:rPr>
              <a:t>用例：产量异常根因分析</a:t>
            </a:r>
            <a:br>
              <a:rPr lang="en-US" b="0" i="0" dirty="0">
                <a:effectLst/>
                <a:latin typeface="Arial" panose="020B0604020202020204" pitchFamily="34" charset="0"/>
              </a:rPr>
            </a:br>
            <a:br>
              <a:rPr lang="en-US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</a:b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23C1701-F4D5-24DA-E708-BAC8D30723F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sz="900" dirty="0"/>
              <a:t>Restricted</a:t>
            </a:r>
            <a:r>
              <a:rPr lang="en-US" dirty="0"/>
              <a:t> | © Siemens 2023 | T CED INW-CN | 2023-09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D720CC-1943-3B94-DD84-41AE759E57D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8" name="Rechteck 332">
            <a:extLst>
              <a:ext uri="{FF2B5EF4-FFF2-40B4-BE49-F238E27FC236}">
                <a16:creationId xmlns:a16="http://schemas.microsoft.com/office/drawing/2014/main" id="{CAB4DB11-0E9F-B99B-0BD2-D1A41518D5FD}"/>
              </a:ext>
            </a:extLst>
          </p:cNvPr>
          <p:cNvSpPr>
            <a:spLocks/>
          </p:cNvSpPr>
          <p:nvPr/>
        </p:nvSpPr>
        <p:spPr bwMode="gray">
          <a:xfrm>
            <a:off x="468258" y="1414549"/>
            <a:ext cx="315312" cy="315385"/>
          </a:xfrm>
          <a:prstGeom prst="rect">
            <a:avLst/>
          </a:prstGeom>
          <a:solidFill>
            <a:srgbClr val="00C1B6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r>
              <a:rPr lang="en-US" altLang="zh-CN" b="1" dirty="0">
                <a:solidFill>
                  <a:schemeClr val="tx1"/>
                </a:solidFill>
              </a:rPr>
              <a:t>1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9" name="Textfeld 13">
            <a:extLst>
              <a:ext uri="{FF2B5EF4-FFF2-40B4-BE49-F238E27FC236}">
                <a16:creationId xmlns:a16="http://schemas.microsoft.com/office/drawing/2014/main" id="{D64F5AF9-393C-97C6-7608-8B9BE5B7B717}"/>
              </a:ext>
            </a:extLst>
          </p:cNvPr>
          <p:cNvSpPr txBox="1"/>
          <p:nvPr/>
        </p:nvSpPr>
        <p:spPr>
          <a:xfrm>
            <a:off x="890241" y="1436976"/>
            <a:ext cx="2939591" cy="2514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/>
          <a:p>
            <a:pPr defTabSz="914218" hangingPunct="0">
              <a:lnSpc>
                <a:spcPct val="110000"/>
              </a:lnSpc>
              <a:defRPr sz="1600" b="1">
                <a:solidFill>
                  <a:srgbClr val="41AAAA"/>
                </a:solidFill>
              </a:defRPr>
            </a:pPr>
            <a:r>
              <a:rPr lang="zh-CN" altLang="en-US" sz="1599" b="1" kern="0" dirty="0">
                <a:solidFill>
                  <a:prstClr val="white"/>
                </a:solidFill>
                <a:cs typeface="Arial"/>
                <a:sym typeface="Arial"/>
              </a:rPr>
              <a:t>计划产量异常</a:t>
            </a:r>
            <a:r>
              <a:rPr lang="en-US" altLang="zh-CN" sz="1599" b="1" kern="0" dirty="0">
                <a:solidFill>
                  <a:prstClr val="white"/>
                </a:solidFill>
                <a:cs typeface="Arial"/>
                <a:sym typeface="Arial"/>
              </a:rPr>
              <a:t>/</a:t>
            </a:r>
            <a:r>
              <a:rPr lang="zh-CN" altLang="en-US" sz="1599" b="1" kern="0" dirty="0">
                <a:solidFill>
                  <a:prstClr val="white"/>
                </a:solidFill>
                <a:cs typeface="Arial"/>
                <a:sym typeface="Arial"/>
              </a:rPr>
              <a:t>未达计划</a:t>
            </a:r>
            <a:endParaRPr lang="en-US" sz="1599" b="1" kern="0" dirty="0">
              <a:solidFill>
                <a:prstClr val="white"/>
              </a:solidFill>
              <a:cs typeface="Arial"/>
              <a:sym typeface="Arial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DEB0C14-B30E-52B7-24A3-BB314BACFFF2}"/>
              </a:ext>
            </a:extLst>
          </p:cNvPr>
          <p:cNvSpPr/>
          <p:nvPr/>
        </p:nvSpPr>
        <p:spPr>
          <a:xfrm>
            <a:off x="725432" y="1937115"/>
            <a:ext cx="1456575" cy="31538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 anchorCtr="0"/>
          <a:lstStyle/>
          <a:p>
            <a:pPr algn="l"/>
            <a:r>
              <a:rPr lang="zh-CN" altLang="en-US" sz="1200" dirty="0"/>
              <a:t>         </a:t>
            </a:r>
            <a:r>
              <a:rPr lang="zh-CN" altLang="en-US" sz="1200" b="1" dirty="0"/>
              <a:t>计划产量</a:t>
            </a:r>
            <a:endParaRPr lang="en-US" sz="1200" b="1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14F31E6-62F5-C6AE-5658-66E18D01A7BD}"/>
              </a:ext>
            </a:extLst>
          </p:cNvPr>
          <p:cNvSpPr/>
          <p:nvPr/>
        </p:nvSpPr>
        <p:spPr>
          <a:xfrm>
            <a:off x="2278007" y="1937114"/>
            <a:ext cx="1456575" cy="315385"/>
          </a:xfrm>
          <a:prstGeom prst="rect">
            <a:avLst/>
          </a:prstGeom>
          <a:solidFill>
            <a:srgbClr val="F7C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 anchorCtr="0"/>
          <a:lstStyle/>
          <a:p>
            <a:pPr algn="l"/>
            <a:r>
              <a:rPr lang="zh-CN" altLang="en-US" sz="1200" b="1" dirty="0"/>
              <a:t>    实际产量异常</a:t>
            </a:r>
            <a:endParaRPr lang="en-US" sz="1200" b="1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9A04266-485C-8732-DF5F-88E41200ABB4}"/>
              </a:ext>
            </a:extLst>
          </p:cNvPr>
          <p:cNvSpPr/>
          <p:nvPr/>
        </p:nvSpPr>
        <p:spPr>
          <a:xfrm>
            <a:off x="715983" y="2328651"/>
            <a:ext cx="865949" cy="27390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 anchorCtr="0"/>
          <a:lstStyle/>
          <a:p>
            <a:pPr algn="l"/>
            <a:r>
              <a:rPr lang="zh-CN" altLang="en-US" sz="1200" i="1" dirty="0"/>
              <a:t>班次计划</a:t>
            </a:r>
            <a:endParaRPr lang="en-US" sz="1200" b="1" i="1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CE99903-4F43-97FE-F4DA-0E64C9F8E315}"/>
              </a:ext>
            </a:extLst>
          </p:cNvPr>
          <p:cNvSpPr/>
          <p:nvPr/>
        </p:nvSpPr>
        <p:spPr>
          <a:xfrm>
            <a:off x="1668484" y="2328651"/>
            <a:ext cx="513524" cy="27390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 anchorCtr="0"/>
          <a:lstStyle/>
          <a:p>
            <a:pPr algn="l"/>
            <a:endParaRPr lang="en-US" sz="1200" b="1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F0C496F-D6D8-29EE-05BB-A754C133F0DC}"/>
              </a:ext>
            </a:extLst>
          </p:cNvPr>
          <p:cNvSpPr/>
          <p:nvPr/>
        </p:nvSpPr>
        <p:spPr>
          <a:xfrm>
            <a:off x="2278085" y="2328651"/>
            <a:ext cx="513524" cy="27390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 anchorCtr="0"/>
          <a:lstStyle/>
          <a:p>
            <a:pPr algn="l"/>
            <a:endParaRPr lang="en-US" sz="1200" b="1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6B81BA7-12AD-90CE-7E6F-C99A5E3B7F76}"/>
              </a:ext>
            </a:extLst>
          </p:cNvPr>
          <p:cNvSpPr/>
          <p:nvPr/>
        </p:nvSpPr>
        <p:spPr>
          <a:xfrm>
            <a:off x="2887686" y="2328651"/>
            <a:ext cx="846896" cy="273905"/>
          </a:xfrm>
          <a:prstGeom prst="rect">
            <a:avLst/>
          </a:prstGeom>
          <a:solidFill>
            <a:srgbClr val="F7C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 anchorCtr="0"/>
          <a:lstStyle/>
          <a:p>
            <a:pPr algn="l"/>
            <a:r>
              <a:rPr lang="zh-CN" altLang="en-US" sz="1200" b="1" i="1" dirty="0"/>
              <a:t>异常班次</a:t>
            </a:r>
            <a:endParaRPr lang="en-US" sz="1200" b="1" i="1" dirty="0"/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71C5DC90-5855-2AF0-1038-E985BFF9D288}"/>
              </a:ext>
            </a:extLst>
          </p:cNvPr>
          <p:cNvCxnSpPr>
            <a:cxnSpLocks/>
          </p:cNvCxnSpPr>
          <p:nvPr/>
        </p:nvCxnSpPr>
        <p:spPr>
          <a:xfrm>
            <a:off x="4090781" y="2118259"/>
            <a:ext cx="667162" cy="0"/>
          </a:xfrm>
          <a:prstGeom prst="straightConnector1">
            <a:avLst/>
          </a:prstGeom>
          <a:ln w="38100">
            <a:solidFill>
              <a:schemeClr val="accent1"/>
            </a:solidFill>
            <a:headEnd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chteck 332">
            <a:extLst>
              <a:ext uri="{FF2B5EF4-FFF2-40B4-BE49-F238E27FC236}">
                <a16:creationId xmlns:a16="http://schemas.microsoft.com/office/drawing/2014/main" id="{1CBFF45E-A60B-3202-2E09-DFA18444705C}"/>
              </a:ext>
            </a:extLst>
          </p:cNvPr>
          <p:cNvSpPr>
            <a:spLocks/>
          </p:cNvSpPr>
          <p:nvPr/>
        </p:nvSpPr>
        <p:spPr bwMode="gray">
          <a:xfrm>
            <a:off x="5607343" y="1446949"/>
            <a:ext cx="399297" cy="281808"/>
          </a:xfrm>
          <a:prstGeom prst="rect">
            <a:avLst/>
          </a:prstGeom>
          <a:solidFill>
            <a:srgbClr val="00C1B6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r>
              <a:rPr lang="en-US" altLang="zh-CN" sz="1200" b="1" dirty="0">
                <a:solidFill>
                  <a:schemeClr val="tx1"/>
                </a:solidFill>
              </a:rPr>
              <a:t>2.1</a:t>
            </a:r>
            <a:endParaRPr lang="en-US" sz="1200" b="1" dirty="0">
              <a:solidFill>
                <a:schemeClr val="tx1"/>
              </a:solidFill>
            </a:endParaRPr>
          </a:p>
        </p:txBody>
      </p:sp>
      <p:sp>
        <p:nvSpPr>
          <p:cNvPr id="23" name="Textfeld 13">
            <a:extLst>
              <a:ext uri="{FF2B5EF4-FFF2-40B4-BE49-F238E27FC236}">
                <a16:creationId xmlns:a16="http://schemas.microsoft.com/office/drawing/2014/main" id="{149E2DD8-D754-1F37-D4E4-92D1F70220A4}"/>
              </a:ext>
            </a:extLst>
          </p:cNvPr>
          <p:cNvSpPr txBox="1"/>
          <p:nvPr/>
        </p:nvSpPr>
        <p:spPr>
          <a:xfrm>
            <a:off x="6096001" y="1462113"/>
            <a:ext cx="2939591" cy="2514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/>
          <a:p>
            <a:pPr defTabSz="914218" hangingPunct="0">
              <a:lnSpc>
                <a:spcPct val="110000"/>
              </a:lnSpc>
              <a:defRPr sz="1600" b="1">
                <a:solidFill>
                  <a:srgbClr val="41AAAA"/>
                </a:solidFill>
              </a:defRPr>
            </a:pPr>
            <a:r>
              <a:rPr lang="zh-CN" altLang="en-US" sz="1599" b="1" dirty="0">
                <a:solidFill>
                  <a:prstClr val="white"/>
                </a:solidFill>
                <a:cs typeface="Arial"/>
                <a:sym typeface="Arial"/>
              </a:rPr>
              <a:t>线体等待订单数</a:t>
            </a:r>
            <a:endParaRPr lang="en-US" sz="1599" b="1" kern="0" dirty="0">
              <a:solidFill>
                <a:prstClr val="white"/>
              </a:solidFill>
              <a:cs typeface="Arial"/>
              <a:sym typeface="Arial"/>
            </a:endParaRPr>
          </a:p>
        </p:txBody>
      </p:sp>
      <p:sp>
        <p:nvSpPr>
          <p:cNvPr id="25" name="Textfeld 13">
            <a:extLst>
              <a:ext uri="{FF2B5EF4-FFF2-40B4-BE49-F238E27FC236}">
                <a16:creationId xmlns:a16="http://schemas.microsoft.com/office/drawing/2014/main" id="{007DC50F-93C5-76A8-6E58-902872AB5C03}"/>
              </a:ext>
            </a:extLst>
          </p:cNvPr>
          <p:cNvSpPr txBox="1"/>
          <p:nvPr/>
        </p:nvSpPr>
        <p:spPr>
          <a:xfrm>
            <a:off x="6096000" y="1821069"/>
            <a:ext cx="2939591" cy="2514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/>
          <a:p>
            <a:pPr defTabSz="914218" hangingPunct="0">
              <a:lnSpc>
                <a:spcPct val="110000"/>
              </a:lnSpc>
              <a:defRPr sz="1600" b="1">
                <a:solidFill>
                  <a:srgbClr val="41AAAA"/>
                </a:solidFill>
              </a:defRPr>
            </a:pPr>
            <a:r>
              <a:rPr lang="zh-CN" altLang="en-US" sz="1599" b="1" dirty="0">
                <a:solidFill>
                  <a:prstClr val="white"/>
                </a:solidFill>
                <a:cs typeface="Arial"/>
                <a:sym typeface="Arial"/>
              </a:rPr>
              <a:t>线体总延时</a:t>
            </a:r>
            <a:endParaRPr lang="en-US" sz="1599" b="1" kern="0" dirty="0">
              <a:solidFill>
                <a:prstClr val="white"/>
              </a:solidFill>
              <a:cs typeface="Arial"/>
              <a:sym typeface="Arial"/>
            </a:endParaRPr>
          </a:p>
        </p:txBody>
      </p:sp>
      <p:sp>
        <p:nvSpPr>
          <p:cNvPr id="26" name="Rechteck 332">
            <a:extLst>
              <a:ext uri="{FF2B5EF4-FFF2-40B4-BE49-F238E27FC236}">
                <a16:creationId xmlns:a16="http://schemas.microsoft.com/office/drawing/2014/main" id="{CC3A5CC0-9B19-E629-7B5B-DAB34A4A7728}"/>
              </a:ext>
            </a:extLst>
          </p:cNvPr>
          <p:cNvSpPr>
            <a:spLocks/>
          </p:cNvSpPr>
          <p:nvPr/>
        </p:nvSpPr>
        <p:spPr bwMode="gray">
          <a:xfrm>
            <a:off x="5134724" y="1450813"/>
            <a:ext cx="399297" cy="1407349"/>
          </a:xfrm>
          <a:prstGeom prst="rect">
            <a:avLst/>
          </a:prstGeom>
          <a:solidFill>
            <a:srgbClr val="00C1B6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27" name="Rechteck 332">
            <a:extLst>
              <a:ext uri="{FF2B5EF4-FFF2-40B4-BE49-F238E27FC236}">
                <a16:creationId xmlns:a16="http://schemas.microsoft.com/office/drawing/2014/main" id="{9FDE8649-17DF-7022-ED61-FFDF848A6103}"/>
              </a:ext>
            </a:extLst>
          </p:cNvPr>
          <p:cNvSpPr>
            <a:spLocks/>
          </p:cNvSpPr>
          <p:nvPr/>
        </p:nvSpPr>
        <p:spPr bwMode="gray">
          <a:xfrm>
            <a:off x="5623072" y="1817812"/>
            <a:ext cx="399297" cy="281808"/>
          </a:xfrm>
          <a:prstGeom prst="rect">
            <a:avLst/>
          </a:prstGeom>
          <a:solidFill>
            <a:srgbClr val="00C1B6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r>
              <a:rPr lang="en-US" altLang="zh-CN" sz="1200" b="1" dirty="0">
                <a:solidFill>
                  <a:schemeClr val="tx1"/>
                </a:solidFill>
              </a:rPr>
              <a:t>2.2</a:t>
            </a:r>
            <a:endParaRPr lang="en-US" sz="1200" b="1" dirty="0">
              <a:solidFill>
                <a:schemeClr val="tx1"/>
              </a:solidFill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0328D053-18DB-0999-BA20-64DD30668AF9}"/>
              </a:ext>
            </a:extLst>
          </p:cNvPr>
          <p:cNvSpPr txBox="1"/>
          <p:nvPr/>
        </p:nvSpPr>
        <p:spPr>
          <a:xfrm>
            <a:off x="5134790" y="1481163"/>
            <a:ext cx="399297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 rtl="0"/>
            <a:r>
              <a:rPr lang="en-US" sz="1600" b="1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52" name="Textfeld 13">
            <a:extLst>
              <a:ext uri="{FF2B5EF4-FFF2-40B4-BE49-F238E27FC236}">
                <a16:creationId xmlns:a16="http://schemas.microsoft.com/office/drawing/2014/main" id="{B3C1D283-F64E-0F94-0D6D-A7B1D7B470E5}"/>
              </a:ext>
            </a:extLst>
          </p:cNvPr>
          <p:cNvSpPr txBox="1"/>
          <p:nvPr/>
        </p:nvSpPr>
        <p:spPr>
          <a:xfrm rot="5400000">
            <a:off x="4681700" y="2306923"/>
            <a:ext cx="1290735" cy="2514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/>
          <a:p>
            <a:pPr defTabSz="914218" hangingPunct="0">
              <a:lnSpc>
                <a:spcPct val="110000"/>
              </a:lnSpc>
              <a:defRPr sz="1600" b="1">
                <a:solidFill>
                  <a:srgbClr val="41AAAA"/>
                </a:solidFill>
              </a:defRPr>
            </a:pPr>
            <a:r>
              <a:rPr lang="zh-CN" altLang="en-US" sz="1599" b="1" dirty="0">
                <a:solidFill>
                  <a:prstClr val="white"/>
                </a:solidFill>
                <a:cs typeface="Arial"/>
                <a:sym typeface="Arial"/>
              </a:rPr>
              <a:t>线体分析</a:t>
            </a:r>
            <a:endParaRPr lang="en-US" sz="1599" b="1" kern="0" dirty="0">
              <a:solidFill>
                <a:prstClr val="white"/>
              </a:solidFill>
              <a:cs typeface="Arial"/>
              <a:sym typeface="Arial"/>
            </a:endParaRPr>
          </a:p>
        </p:txBody>
      </p:sp>
      <p:sp>
        <p:nvSpPr>
          <p:cNvPr id="59" name="Textfeld 13">
            <a:extLst>
              <a:ext uri="{FF2B5EF4-FFF2-40B4-BE49-F238E27FC236}">
                <a16:creationId xmlns:a16="http://schemas.microsoft.com/office/drawing/2014/main" id="{AC67C49F-AC49-25C3-3727-6BEB020A5657}"/>
              </a:ext>
            </a:extLst>
          </p:cNvPr>
          <p:cNvSpPr txBox="1"/>
          <p:nvPr/>
        </p:nvSpPr>
        <p:spPr>
          <a:xfrm>
            <a:off x="6099009" y="2194573"/>
            <a:ext cx="2939591" cy="2514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/>
          <a:p>
            <a:pPr defTabSz="914218" hangingPunct="0">
              <a:lnSpc>
                <a:spcPct val="110000"/>
              </a:lnSpc>
              <a:defRPr sz="1600" b="1">
                <a:solidFill>
                  <a:srgbClr val="41AAAA"/>
                </a:solidFill>
              </a:defRPr>
            </a:pPr>
            <a:r>
              <a:rPr lang="zh-CN" altLang="en-US" sz="1599" b="1" dirty="0">
                <a:solidFill>
                  <a:prstClr val="white"/>
                </a:solidFill>
                <a:cs typeface="Arial"/>
                <a:sym typeface="Arial"/>
              </a:rPr>
              <a:t>线体质量指数</a:t>
            </a:r>
            <a:endParaRPr lang="en-US" sz="1599" b="1" kern="0" dirty="0">
              <a:solidFill>
                <a:prstClr val="white"/>
              </a:solidFill>
              <a:cs typeface="Arial"/>
              <a:sym typeface="Arial"/>
            </a:endParaRPr>
          </a:p>
        </p:txBody>
      </p:sp>
      <p:sp>
        <p:nvSpPr>
          <p:cNvPr id="60" name="Rechteck 332">
            <a:extLst>
              <a:ext uri="{FF2B5EF4-FFF2-40B4-BE49-F238E27FC236}">
                <a16:creationId xmlns:a16="http://schemas.microsoft.com/office/drawing/2014/main" id="{7D127832-7969-30C1-FBA2-C4A02395906F}"/>
              </a:ext>
            </a:extLst>
          </p:cNvPr>
          <p:cNvSpPr>
            <a:spLocks/>
          </p:cNvSpPr>
          <p:nvPr/>
        </p:nvSpPr>
        <p:spPr bwMode="gray">
          <a:xfrm>
            <a:off x="5616556" y="2191316"/>
            <a:ext cx="399297" cy="281808"/>
          </a:xfrm>
          <a:prstGeom prst="rect">
            <a:avLst/>
          </a:prstGeom>
          <a:solidFill>
            <a:srgbClr val="00C1B6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r>
              <a:rPr lang="en-US" altLang="zh-CN" sz="1200" b="1" dirty="0">
                <a:solidFill>
                  <a:schemeClr val="tx1"/>
                </a:solidFill>
              </a:rPr>
              <a:t>2.3</a:t>
            </a:r>
            <a:endParaRPr lang="en-US" sz="1200" b="1" dirty="0">
              <a:solidFill>
                <a:schemeClr val="tx1"/>
              </a:solidFill>
            </a:endParaRPr>
          </a:p>
        </p:txBody>
      </p:sp>
      <p:sp>
        <p:nvSpPr>
          <p:cNvPr id="61" name="Textfeld 13">
            <a:extLst>
              <a:ext uri="{FF2B5EF4-FFF2-40B4-BE49-F238E27FC236}">
                <a16:creationId xmlns:a16="http://schemas.microsoft.com/office/drawing/2014/main" id="{4DB19B2F-5805-24DD-960E-D4D89EA6C22F}"/>
              </a:ext>
            </a:extLst>
          </p:cNvPr>
          <p:cNvSpPr txBox="1"/>
          <p:nvPr/>
        </p:nvSpPr>
        <p:spPr>
          <a:xfrm>
            <a:off x="6099009" y="2579611"/>
            <a:ext cx="2939591" cy="2514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/>
          <a:p>
            <a:pPr defTabSz="914218" hangingPunct="0">
              <a:lnSpc>
                <a:spcPct val="110000"/>
              </a:lnSpc>
              <a:defRPr sz="1600" b="1">
                <a:solidFill>
                  <a:srgbClr val="41AAAA"/>
                </a:solidFill>
              </a:defRPr>
            </a:pPr>
            <a:r>
              <a:rPr lang="zh-CN" altLang="en-US" sz="1599" b="1" dirty="0">
                <a:solidFill>
                  <a:prstClr val="white"/>
                </a:solidFill>
                <a:cs typeface="Arial"/>
                <a:sym typeface="Arial"/>
              </a:rPr>
              <a:t>线体生产平均节拍</a:t>
            </a:r>
            <a:endParaRPr lang="en-US" sz="1599" b="1" kern="0" dirty="0">
              <a:solidFill>
                <a:prstClr val="white"/>
              </a:solidFill>
              <a:cs typeface="Arial"/>
              <a:sym typeface="Arial"/>
            </a:endParaRPr>
          </a:p>
        </p:txBody>
      </p:sp>
      <p:sp>
        <p:nvSpPr>
          <p:cNvPr id="62" name="Rechteck 332">
            <a:extLst>
              <a:ext uri="{FF2B5EF4-FFF2-40B4-BE49-F238E27FC236}">
                <a16:creationId xmlns:a16="http://schemas.microsoft.com/office/drawing/2014/main" id="{C385C620-F063-D331-1F95-650C0C9D05CD}"/>
              </a:ext>
            </a:extLst>
          </p:cNvPr>
          <p:cNvSpPr>
            <a:spLocks/>
          </p:cNvSpPr>
          <p:nvPr/>
        </p:nvSpPr>
        <p:spPr bwMode="gray">
          <a:xfrm>
            <a:off x="5626081" y="2576354"/>
            <a:ext cx="399297" cy="281808"/>
          </a:xfrm>
          <a:prstGeom prst="rect">
            <a:avLst/>
          </a:prstGeom>
          <a:solidFill>
            <a:srgbClr val="00C1B6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r>
              <a:rPr lang="en-US" altLang="zh-CN" sz="1200" b="1" dirty="0">
                <a:solidFill>
                  <a:schemeClr val="tx1"/>
                </a:solidFill>
              </a:rPr>
              <a:t>2.4</a:t>
            </a:r>
            <a:endParaRPr lang="en-US" sz="1200" b="1" dirty="0">
              <a:solidFill>
                <a:schemeClr val="tx1"/>
              </a:solidFill>
            </a:endParaRPr>
          </a:p>
        </p:txBody>
      </p:sp>
      <p:sp>
        <p:nvSpPr>
          <p:cNvPr id="63" name="Oval 62">
            <a:extLst>
              <a:ext uri="{FF2B5EF4-FFF2-40B4-BE49-F238E27FC236}">
                <a16:creationId xmlns:a16="http://schemas.microsoft.com/office/drawing/2014/main" id="{B9225327-32A3-EC89-6DCC-92F307D6355D}"/>
              </a:ext>
            </a:extLst>
          </p:cNvPr>
          <p:cNvSpPr/>
          <p:nvPr/>
        </p:nvSpPr>
        <p:spPr>
          <a:xfrm>
            <a:off x="7578329" y="1509954"/>
            <a:ext cx="151894" cy="15315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 anchorCtr="0"/>
          <a:lstStyle/>
          <a:p>
            <a:pPr algn="l"/>
            <a:endParaRPr lang="en-US" dirty="0"/>
          </a:p>
        </p:txBody>
      </p:sp>
      <p:sp>
        <p:nvSpPr>
          <p:cNvPr id="64" name="Oval 63">
            <a:extLst>
              <a:ext uri="{FF2B5EF4-FFF2-40B4-BE49-F238E27FC236}">
                <a16:creationId xmlns:a16="http://schemas.microsoft.com/office/drawing/2014/main" id="{E85E9604-14F2-9D67-5E2D-5139297E8710}"/>
              </a:ext>
            </a:extLst>
          </p:cNvPr>
          <p:cNvSpPr/>
          <p:nvPr/>
        </p:nvSpPr>
        <p:spPr>
          <a:xfrm>
            <a:off x="7197835" y="1882141"/>
            <a:ext cx="151894" cy="153150"/>
          </a:xfrm>
          <a:prstGeom prst="ellipse">
            <a:avLst/>
          </a:prstGeom>
          <a:solidFill>
            <a:srgbClr val="F7C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 anchorCtr="0"/>
          <a:lstStyle/>
          <a:p>
            <a:pPr algn="l"/>
            <a:endParaRPr lang="en-US" dirty="0"/>
          </a:p>
        </p:txBody>
      </p:sp>
      <p:sp>
        <p:nvSpPr>
          <p:cNvPr id="65" name="Oval 64">
            <a:extLst>
              <a:ext uri="{FF2B5EF4-FFF2-40B4-BE49-F238E27FC236}">
                <a16:creationId xmlns:a16="http://schemas.microsoft.com/office/drawing/2014/main" id="{2D4286C1-217C-5BBF-3AB2-EB640F365859}"/>
              </a:ext>
            </a:extLst>
          </p:cNvPr>
          <p:cNvSpPr/>
          <p:nvPr/>
        </p:nvSpPr>
        <p:spPr>
          <a:xfrm>
            <a:off x="7375360" y="2235217"/>
            <a:ext cx="151894" cy="15315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 anchorCtr="0"/>
          <a:lstStyle/>
          <a:p>
            <a:pPr algn="l"/>
            <a:endParaRPr lang="en-US" dirty="0"/>
          </a:p>
        </p:txBody>
      </p:sp>
      <p:sp>
        <p:nvSpPr>
          <p:cNvPr id="67" name="Oval 66">
            <a:extLst>
              <a:ext uri="{FF2B5EF4-FFF2-40B4-BE49-F238E27FC236}">
                <a16:creationId xmlns:a16="http://schemas.microsoft.com/office/drawing/2014/main" id="{8C8BDC17-F5B1-A28B-5C3E-2B86795A8438}"/>
              </a:ext>
            </a:extLst>
          </p:cNvPr>
          <p:cNvSpPr/>
          <p:nvPr/>
        </p:nvSpPr>
        <p:spPr>
          <a:xfrm>
            <a:off x="7742544" y="2630921"/>
            <a:ext cx="151894" cy="15315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 anchorCtr="0"/>
          <a:lstStyle/>
          <a:p>
            <a:pPr algn="l"/>
            <a:endParaRPr lang="en-US" dirty="0"/>
          </a:p>
        </p:txBody>
      </p: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87021953-1094-6559-C933-FD460B6F5FFB}"/>
              </a:ext>
            </a:extLst>
          </p:cNvPr>
          <p:cNvCxnSpPr>
            <a:cxnSpLocks/>
            <a:stCxn id="67" idx="6"/>
          </p:cNvCxnSpPr>
          <p:nvPr/>
        </p:nvCxnSpPr>
        <p:spPr>
          <a:xfrm flipV="1">
            <a:off x="7894438" y="1481413"/>
            <a:ext cx="1098826" cy="1226083"/>
          </a:xfrm>
          <a:prstGeom prst="straightConnector1">
            <a:avLst/>
          </a:prstGeom>
          <a:ln w="9525">
            <a:solidFill>
              <a:schemeClr val="accent5">
                <a:lumMod val="60000"/>
                <a:lumOff val="40000"/>
              </a:schemeClr>
            </a:solidFill>
            <a:headEnd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6B1A1F29-F08A-4C61-2713-767A8B0F3BA4}"/>
              </a:ext>
            </a:extLst>
          </p:cNvPr>
          <p:cNvCxnSpPr>
            <a:cxnSpLocks/>
            <a:stCxn id="63" idx="6"/>
          </p:cNvCxnSpPr>
          <p:nvPr/>
        </p:nvCxnSpPr>
        <p:spPr>
          <a:xfrm flipV="1">
            <a:off x="7730223" y="1381341"/>
            <a:ext cx="1156628" cy="205188"/>
          </a:xfrm>
          <a:prstGeom prst="straightConnector1">
            <a:avLst/>
          </a:prstGeom>
          <a:ln w="9525">
            <a:solidFill>
              <a:schemeClr val="accent5">
                <a:lumMod val="60000"/>
                <a:lumOff val="40000"/>
              </a:schemeClr>
            </a:solidFill>
            <a:headEnd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Rectangle: Rounded Corners 79">
            <a:extLst>
              <a:ext uri="{FF2B5EF4-FFF2-40B4-BE49-F238E27FC236}">
                <a16:creationId xmlns:a16="http://schemas.microsoft.com/office/drawing/2014/main" id="{3EC0ADB0-9808-9F58-0646-690F6DEBA84D}"/>
              </a:ext>
            </a:extLst>
          </p:cNvPr>
          <p:cNvSpPr/>
          <p:nvPr/>
        </p:nvSpPr>
        <p:spPr>
          <a:xfrm>
            <a:off x="8986496" y="1074014"/>
            <a:ext cx="1772679" cy="388099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 anchorCtr="0"/>
          <a:lstStyle/>
          <a:p>
            <a:pPr algn="l"/>
            <a:endParaRPr lang="en-US" dirty="0"/>
          </a:p>
        </p:txBody>
      </p:sp>
      <p:sp>
        <p:nvSpPr>
          <p:cNvPr id="82" name="Textfeld 13">
            <a:extLst>
              <a:ext uri="{FF2B5EF4-FFF2-40B4-BE49-F238E27FC236}">
                <a16:creationId xmlns:a16="http://schemas.microsoft.com/office/drawing/2014/main" id="{6B4FAFFC-4263-3442-E690-230DCC119ACA}"/>
              </a:ext>
            </a:extLst>
          </p:cNvPr>
          <p:cNvSpPr txBox="1"/>
          <p:nvPr/>
        </p:nvSpPr>
        <p:spPr>
          <a:xfrm>
            <a:off x="9035591" y="1148335"/>
            <a:ext cx="1688047" cy="2514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/>
          <a:p>
            <a:pPr defTabSz="914218" hangingPunct="0">
              <a:lnSpc>
                <a:spcPct val="110000"/>
              </a:lnSpc>
              <a:defRPr sz="1600" b="1">
                <a:solidFill>
                  <a:srgbClr val="41AAAA"/>
                </a:solidFill>
              </a:defRPr>
            </a:pPr>
            <a:r>
              <a:rPr lang="zh-CN" altLang="en-US" sz="1599" b="1" kern="0" dirty="0">
                <a:solidFill>
                  <a:schemeClr val="bg1"/>
                </a:solidFill>
                <a:cs typeface="Arial"/>
                <a:sym typeface="Arial"/>
              </a:rPr>
              <a:t>判断排产计划正常</a:t>
            </a:r>
            <a:endParaRPr lang="en-US" sz="1599" b="1" kern="0" dirty="0">
              <a:solidFill>
                <a:schemeClr val="bg1"/>
              </a:solidFill>
              <a:cs typeface="Arial"/>
              <a:sym typeface="Arial"/>
            </a:endParaRPr>
          </a:p>
        </p:txBody>
      </p:sp>
      <p:cxnSp>
        <p:nvCxnSpPr>
          <p:cNvPr id="83" name="Straight Arrow Connector 82">
            <a:extLst>
              <a:ext uri="{FF2B5EF4-FFF2-40B4-BE49-F238E27FC236}">
                <a16:creationId xmlns:a16="http://schemas.microsoft.com/office/drawing/2014/main" id="{FADB01DB-0564-5632-4923-D4F28BACB179}"/>
              </a:ext>
            </a:extLst>
          </p:cNvPr>
          <p:cNvCxnSpPr>
            <a:cxnSpLocks/>
            <a:stCxn id="64" idx="6"/>
          </p:cNvCxnSpPr>
          <p:nvPr/>
        </p:nvCxnSpPr>
        <p:spPr>
          <a:xfrm>
            <a:off x="7349729" y="1958716"/>
            <a:ext cx="1592984" cy="7656"/>
          </a:xfrm>
          <a:prstGeom prst="straightConnector1">
            <a:avLst/>
          </a:prstGeom>
          <a:ln w="9525">
            <a:solidFill>
              <a:srgbClr val="F7C600"/>
            </a:solidFill>
            <a:headEnd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Straight Arrow Connector 115">
            <a:extLst>
              <a:ext uri="{FF2B5EF4-FFF2-40B4-BE49-F238E27FC236}">
                <a16:creationId xmlns:a16="http://schemas.microsoft.com/office/drawing/2014/main" id="{8F911F6F-769E-45DF-F0A0-80A7A66296F7}"/>
              </a:ext>
            </a:extLst>
          </p:cNvPr>
          <p:cNvCxnSpPr>
            <a:cxnSpLocks/>
          </p:cNvCxnSpPr>
          <p:nvPr/>
        </p:nvCxnSpPr>
        <p:spPr>
          <a:xfrm>
            <a:off x="9908826" y="2406699"/>
            <a:ext cx="0" cy="618397"/>
          </a:xfrm>
          <a:prstGeom prst="straightConnector1">
            <a:avLst/>
          </a:prstGeom>
          <a:ln w="38100">
            <a:solidFill>
              <a:schemeClr val="accent1"/>
            </a:solidFill>
            <a:headEnd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7" name="Rechteck 332">
            <a:extLst>
              <a:ext uri="{FF2B5EF4-FFF2-40B4-BE49-F238E27FC236}">
                <a16:creationId xmlns:a16="http://schemas.microsoft.com/office/drawing/2014/main" id="{8EA1120F-A63D-C533-6469-689BF6400EFA}"/>
              </a:ext>
            </a:extLst>
          </p:cNvPr>
          <p:cNvSpPr>
            <a:spLocks/>
          </p:cNvSpPr>
          <p:nvPr/>
        </p:nvSpPr>
        <p:spPr bwMode="gray">
          <a:xfrm>
            <a:off x="433195" y="3135636"/>
            <a:ext cx="315312" cy="315385"/>
          </a:xfrm>
          <a:prstGeom prst="rect">
            <a:avLst/>
          </a:prstGeom>
          <a:solidFill>
            <a:srgbClr val="00C1B6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r>
              <a:rPr lang="en-US" altLang="zh-CN" b="1" dirty="0">
                <a:solidFill>
                  <a:schemeClr val="tx1"/>
                </a:solidFill>
              </a:rPr>
              <a:t>3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129" name="Rechteck 332">
            <a:extLst>
              <a:ext uri="{FF2B5EF4-FFF2-40B4-BE49-F238E27FC236}">
                <a16:creationId xmlns:a16="http://schemas.microsoft.com/office/drawing/2014/main" id="{C94F3121-5F70-89C1-C414-A2BBF387BC39}"/>
              </a:ext>
            </a:extLst>
          </p:cNvPr>
          <p:cNvSpPr>
            <a:spLocks/>
          </p:cNvSpPr>
          <p:nvPr/>
        </p:nvSpPr>
        <p:spPr bwMode="gray">
          <a:xfrm rot="16200000">
            <a:off x="5936605" y="-2001092"/>
            <a:ext cx="399297" cy="10588842"/>
          </a:xfrm>
          <a:prstGeom prst="rect">
            <a:avLst/>
          </a:prstGeom>
          <a:solidFill>
            <a:srgbClr val="00C1B6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128" name="Textfeld 13">
            <a:extLst>
              <a:ext uri="{FF2B5EF4-FFF2-40B4-BE49-F238E27FC236}">
                <a16:creationId xmlns:a16="http://schemas.microsoft.com/office/drawing/2014/main" id="{5E991A5E-3636-C68E-077A-04054CEF928C}"/>
              </a:ext>
            </a:extLst>
          </p:cNvPr>
          <p:cNvSpPr txBox="1"/>
          <p:nvPr/>
        </p:nvSpPr>
        <p:spPr>
          <a:xfrm>
            <a:off x="5334372" y="3169790"/>
            <a:ext cx="2939591" cy="2514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/>
          <a:p>
            <a:pPr defTabSz="914218" hangingPunct="0">
              <a:lnSpc>
                <a:spcPct val="110000"/>
              </a:lnSpc>
              <a:defRPr sz="1600" b="1">
                <a:solidFill>
                  <a:srgbClr val="41AAAA"/>
                </a:solidFill>
              </a:defRPr>
            </a:pPr>
            <a:r>
              <a:rPr lang="zh-CN" altLang="en-US" sz="1599" b="1" dirty="0">
                <a:solidFill>
                  <a:prstClr val="white"/>
                </a:solidFill>
                <a:cs typeface="Arial"/>
                <a:sym typeface="Arial"/>
              </a:rPr>
              <a:t>工位服务分析</a:t>
            </a:r>
            <a:endParaRPr lang="en-US" sz="1599" b="1" kern="0" dirty="0">
              <a:solidFill>
                <a:prstClr val="white"/>
              </a:solidFill>
              <a:cs typeface="Arial"/>
              <a:sym typeface="Arial"/>
            </a:endParaRPr>
          </a:p>
        </p:txBody>
      </p:sp>
      <p:sp>
        <p:nvSpPr>
          <p:cNvPr id="131" name="Rechteck 332">
            <a:extLst>
              <a:ext uri="{FF2B5EF4-FFF2-40B4-BE49-F238E27FC236}">
                <a16:creationId xmlns:a16="http://schemas.microsoft.com/office/drawing/2014/main" id="{1C39A820-11B3-C3DD-74CE-B0690BFB2196}"/>
              </a:ext>
            </a:extLst>
          </p:cNvPr>
          <p:cNvSpPr>
            <a:spLocks/>
          </p:cNvSpPr>
          <p:nvPr/>
        </p:nvSpPr>
        <p:spPr bwMode="gray">
          <a:xfrm>
            <a:off x="615237" y="3711613"/>
            <a:ext cx="399297" cy="281808"/>
          </a:xfrm>
          <a:prstGeom prst="rect">
            <a:avLst/>
          </a:prstGeom>
          <a:solidFill>
            <a:srgbClr val="00C1B6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r>
              <a:rPr lang="en-US" altLang="zh-CN" sz="1200" b="1" dirty="0">
                <a:solidFill>
                  <a:schemeClr val="tx1"/>
                </a:solidFill>
              </a:rPr>
              <a:t>3.1</a:t>
            </a:r>
            <a:endParaRPr lang="en-US" sz="1200" b="1" dirty="0">
              <a:solidFill>
                <a:schemeClr val="tx1"/>
              </a:solidFill>
            </a:endParaRPr>
          </a:p>
        </p:txBody>
      </p:sp>
      <p:sp>
        <p:nvSpPr>
          <p:cNvPr id="132" name="Textfeld 13">
            <a:extLst>
              <a:ext uri="{FF2B5EF4-FFF2-40B4-BE49-F238E27FC236}">
                <a16:creationId xmlns:a16="http://schemas.microsoft.com/office/drawing/2014/main" id="{4183C730-6DD7-9F61-289B-E2DAA1FFCEEF}"/>
              </a:ext>
            </a:extLst>
          </p:cNvPr>
          <p:cNvSpPr txBox="1"/>
          <p:nvPr/>
        </p:nvSpPr>
        <p:spPr>
          <a:xfrm>
            <a:off x="1103895" y="3726777"/>
            <a:ext cx="2939591" cy="2514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/>
          <a:p>
            <a:pPr defTabSz="914218" hangingPunct="0">
              <a:lnSpc>
                <a:spcPct val="110000"/>
              </a:lnSpc>
              <a:defRPr sz="1600" b="1">
                <a:solidFill>
                  <a:srgbClr val="41AAAA"/>
                </a:solidFill>
              </a:defRPr>
            </a:pPr>
            <a:r>
              <a:rPr lang="zh-CN" altLang="en-US" sz="1599" b="1" kern="0" dirty="0">
                <a:solidFill>
                  <a:prstClr val="white"/>
                </a:solidFill>
                <a:cs typeface="Arial"/>
                <a:sym typeface="Arial"/>
              </a:rPr>
              <a:t>节拍异常工位</a:t>
            </a:r>
            <a:endParaRPr lang="en-US" sz="1599" b="1" kern="0" dirty="0">
              <a:solidFill>
                <a:prstClr val="white"/>
              </a:solidFill>
              <a:cs typeface="Arial"/>
              <a:sym typeface="Arial"/>
            </a:endParaRPr>
          </a:p>
        </p:txBody>
      </p:sp>
      <p:sp>
        <p:nvSpPr>
          <p:cNvPr id="133" name="Oval 132">
            <a:extLst>
              <a:ext uri="{FF2B5EF4-FFF2-40B4-BE49-F238E27FC236}">
                <a16:creationId xmlns:a16="http://schemas.microsoft.com/office/drawing/2014/main" id="{349B68DA-B1E1-76E0-7BCF-F856B36679F7}"/>
              </a:ext>
            </a:extLst>
          </p:cNvPr>
          <p:cNvSpPr/>
          <p:nvPr/>
        </p:nvSpPr>
        <p:spPr>
          <a:xfrm>
            <a:off x="590033" y="4370876"/>
            <a:ext cx="399297" cy="247527"/>
          </a:xfrm>
          <a:prstGeom prst="ellipse">
            <a:avLst/>
          </a:prstGeom>
          <a:solidFill>
            <a:schemeClr val="tx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 anchorCtr="0"/>
          <a:lstStyle/>
          <a:p>
            <a:pPr algn="l"/>
            <a:endParaRPr lang="en-US" dirty="0"/>
          </a:p>
        </p:txBody>
      </p:sp>
      <p:sp>
        <p:nvSpPr>
          <p:cNvPr id="134" name="Oval 133">
            <a:extLst>
              <a:ext uri="{FF2B5EF4-FFF2-40B4-BE49-F238E27FC236}">
                <a16:creationId xmlns:a16="http://schemas.microsoft.com/office/drawing/2014/main" id="{4DC9F40B-BDE6-C126-0C4C-812A7E684FC6}"/>
              </a:ext>
            </a:extLst>
          </p:cNvPr>
          <p:cNvSpPr/>
          <p:nvPr/>
        </p:nvSpPr>
        <p:spPr>
          <a:xfrm>
            <a:off x="1169807" y="4381322"/>
            <a:ext cx="399297" cy="247527"/>
          </a:xfrm>
          <a:prstGeom prst="ellipse">
            <a:avLst/>
          </a:prstGeom>
          <a:solidFill>
            <a:schemeClr val="tx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 anchorCtr="0"/>
          <a:lstStyle/>
          <a:p>
            <a:pPr algn="l"/>
            <a:endParaRPr lang="en-US" dirty="0"/>
          </a:p>
        </p:txBody>
      </p:sp>
      <p:sp>
        <p:nvSpPr>
          <p:cNvPr id="135" name="Oval 134">
            <a:extLst>
              <a:ext uri="{FF2B5EF4-FFF2-40B4-BE49-F238E27FC236}">
                <a16:creationId xmlns:a16="http://schemas.microsoft.com/office/drawing/2014/main" id="{E10CC94B-95CA-F020-0AEE-BDADBCD7C3A3}"/>
              </a:ext>
            </a:extLst>
          </p:cNvPr>
          <p:cNvSpPr/>
          <p:nvPr/>
        </p:nvSpPr>
        <p:spPr>
          <a:xfrm>
            <a:off x="1803254" y="4383555"/>
            <a:ext cx="399297" cy="247527"/>
          </a:xfrm>
          <a:prstGeom prst="ellipse">
            <a:avLst/>
          </a:prstGeom>
          <a:solidFill>
            <a:srgbClr val="B4A8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 anchorCtr="0"/>
          <a:lstStyle/>
          <a:p>
            <a:pPr algn="l"/>
            <a:endParaRPr lang="en-US" dirty="0"/>
          </a:p>
        </p:txBody>
      </p:sp>
      <p:sp>
        <p:nvSpPr>
          <p:cNvPr id="136" name="Textfeld 13">
            <a:extLst>
              <a:ext uri="{FF2B5EF4-FFF2-40B4-BE49-F238E27FC236}">
                <a16:creationId xmlns:a16="http://schemas.microsoft.com/office/drawing/2014/main" id="{22790056-F642-DB28-3FE8-FFD66A9A3DF0}"/>
              </a:ext>
            </a:extLst>
          </p:cNvPr>
          <p:cNvSpPr txBox="1"/>
          <p:nvPr/>
        </p:nvSpPr>
        <p:spPr>
          <a:xfrm>
            <a:off x="662180" y="4368805"/>
            <a:ext cx="1268664" cy="2514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/>
          <a:p>
            <a:pPr defTabSz="914218" hangingPunct="0">
              <a:lnSpc>
                <a:spcPct val="110000"/>
              </a:lnSpc>
              <a:defRPr sz="1600" b="1">
                <a:solidFill>
                  <a:srgbClr val="41AAAA"/>
                </a:solidFill>
              </a:defRPr>
            </a:pPr>
            <a:r>
              <a:rPr lang="en-US" altLang="zh-CN" sz="1599" b="1" kern="0" dirty="0">
                <a:solidFill>
                  <a:schemeClr val="bg1"/>
                </a:solidFill>
                <a:cs typeface="Arial"/>
                <a:sym typeface="Arial"/>
              </a:rPr>
              <a:t>03</a:t>
            </a:r>
            <a:endParaRPr lang="en-US" sz="1599" b="1" kern="0" dirty="0">
              <a:solidFill>
                <a:schemeClr val="bg1"/>
              </a:solidFill>
              <a:cs typeface="Arial"/>
              <a:sym typeface="Arial"/>
            </a:endParaRPr>
          </a:p>
        </p:txBody>
      </p:sp>
      <p:sp>
        <p:nvSpPr>
          <p:cNvPr id="137" name="Textfeld 13">
            <a:extLst>
              <a:ext uri="{FF2B5EF4-FFF2-40B4-BE49-F238E27FC236}">
                <a16:creationId xmlns:a16="http://schemas.microsoft.com/office/drawing/2014/main" id="{3CB1A368-C1CA-9363-FC8B-4179325B3A4C}"/>
              </a:ext>
            </a:extLst>
          </p:cNvPr>
          <p:cNvSpPr txBox="1"/>
          <p:nvPr/>
        </p:nvSpPr>
        <p:spPr>
          <a:xfrm>
            <a:off x="1258412" y="4380917"/>
            <a:ext cx="1268664" cy="2514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/>
          <a:p>
            <a:pPr defTabSz="914218" hangingPunct="0">
              <a:lnSpc>
                <a:spcPct val="110000"/>
              </a:lnSpc>
              <a:defRPr sz="1600" b="1">
                <a:solidFill>
                  <a:srgbClr val="41AAAA"/>
                </a:solidFill>
              </a:defRPr>
            </a:pPr>
            <a:r>
              <a:rPr lang="en-US" sz="1599" b="1" dirty="0">
                <a:solidFill>
                  <a:schemeClr val="bg1"/>
                </a:solidFill>
                <a:cs typeface="Arial"/>
                <a:sym typeface="Arial"/>
              </a:rPr>
              <a:t>04</a:t>
            </a:r>
            <a:endParaRPr lang="en-US" sz="1599" b="1" kern="0" dirty="0">
              <a:solidFill>
                <a:schemeClr val="bg1"/>
              </a:solidFill>
              <a:cs typeface="Arial"/>
              <a:sym typeface="Arial"/>
            </a:endParaRPr>
          </a:p>
        </p:txBody>
      </p:sp>
      <p:sp>
        <p:nvSpPr>
          <p:cNvPr id="138" name="Textfeld 13">
            <a:extLst>
              <a:ext uri="{FF2B5EF4-FFF2-40B4-BE49-F238E27FC236}">
                <a16:creationId xmlns:a16="http://schemas.microsoft.com/office/drawing/2014/main" id="{FB1FB897-5C79-77F8-CB16-D91782224FBC}"/>
              </a:ext>
            </a:extLst>
          </p:cNvPr>
          <p:cNvSpPr txBox="1"/>
          <p:nvPr/>
        </p:nvSpPr>
        <p:spPr>
          <a:xfrm>
            <a:off x="1883219" y="4380307"/>
            <a:ext cx="1268664" cy="2514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/>
          <a:p>
            <a:pPr defTabSz="914218" hangingPunct="0">
              <a:lnSpc>
                <a:spcPct val="110000"/>
              </a:lnSpc>
              <a:defRPr sz="1600" b="1">
                <a:solidFill>
                  <a:srgbClr val="41AAAA"/>
                </a:solidFill>
              </a:defRPr>
            </a:pPr>
            <a:r>
              <a:rPr lang="en-US" sz="1599" b="1" kern="0" dirty="0">
                <a:solidFill>
                  <a:schemeClr val="bg1"/>
                </a:solidFill>
                <a:cs typeface="Arial"/>
                <a:sym typeface="Arial"/>
              </a:rPr>
              <a:t>12</a:t>
            </a:r>
          </a:p>
        </p:txBody>
      </p:sp>
      <p:cxnSp>
        <p:nvCxnSpPr>
          <p:cNvPr id="139" name="Straight Arrow Connector 138">
            <a:extLst>
              <a:ext uri="{FF2B5EF4-FFF2-40B4-BE49-F238E27FC236}">
                <a16:creationId xmlns:a16="http://schemas.microsoft.com/office/drawing/2014/main" id="{64BF7ACE-E833-AA08-CBCA-92D77F78C8BD}"/>
              </a:ext>
            </a:extLst>
          </p:cNvPr>
          <p:cNvCxnSpPr>
            <a:cxnSpLocks/>
          </p:cNvCxnSpPr>
          <p:nvPr/>
        </p:nvCxnSpPr>
        <p:spPr>
          <a:xfrm>
            <a:off x="863537" y="4663293"/>
            <a:ext cx="404400" cy="394261"/>
          </a:xfrm>
          <a:prstGeom prst="straightConnector1">
            <a:avLst/>
          </a:prstGeom>
          <a:ln w="9525">
            <a:solidFill>
              <a:schemeClr val="accent5">
                <a:lumMod val="60000"/>
                <a:lumOff val="40000"/>
              </a:schemeClr>
            </a:solidFill>
            <a:headEnd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Straight Arrow Connector 141">
            <a:extLst>
              <a:ext uri="{FF2B5EF4-FFF2-40B4-BE49-F238E27FC236}">
                <a16:creationId xmlns:a16="http://schemas.microsoft.com/office/drawing/2014/main" id="{086CBF25-9C39-7080-7386-CF450D686874}"/>
              </a:ext>
            </a:extLst>
          </p:cNvPr>
          <p:cNvCxnSpPr>
            <a:cxnSpLocks/>
          </p:cNvCxnSpPr>
          <p:nvPr/>
        </p:nvCxnSpPr>
        <p:spPr>
          <a:xfrm>
            <a:off x="1376408" y="4663293"/>
            <a:ext cx="0" cy="377406"/>
          </a:xfrm>
          <a:prstGeom prst="straightConnector1">
            <a:avLst/>
          </a:prstGeom>
          <a:ln w="9525">
            <a:solidFill>
              <a:schemeClr val="accent5">
                <a:lumMod val="60000"/>
                <a:lumOff val="40000"/>
              </a:schemeClr>
            </a:solidFill>
            <a:headEnd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9" name="Rectangle: Rounded Corners 148">
            <a:extLst>
              <a:ext uri="{FF2B5EF4-FFF2-40B4-BE49-F238E27FC236}">
                <a16:creationId xmlns:a16="http://schemas.microsoft.com/office/drawing/2014/main" id="{6F7705EE-C4C4-C99E-9584-243628CD18A0}"/>
              </a:ext>
            </a:extLst>
          </p:cNvPr>
          <p:cNvSpPr/>
          <p:nvPr/>
        </p:nvSpPr>
        <p:spPr>
          <a:xfrm>
            <a:off x="502268" y="5144980"/>
            <a:ext cx="1772679" cy="388099"/>
          </a:xfrm>
          <a:prstGeom prst="roundRect">
            <a:avLst/>
          </a:prstGeom>
          <a:solidFill>
            <a:srgbClr val="EC660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 anchorCtr="0"/>
          <a:lstStyle/>
          <a:p>
            <a:pPr algn="l"/>
            <a:endParaRPr lang="en-US" dirty="0"/>
          </a:p>
        </p:txBody>
      </p:sp>
      <p:sp>
        <p:nvSpPr>
          <p:cNvPr id="150" name="Textfeld 13">
            <a:extLst>
              <a:ext uri="{FF2B5EF4-FFF2-40B4-BE49-F238E27FC236}">
                <a16:creationId xmlns:a16="http://schemas.microsoft.com/office/drawing/2014/main" id="{1D54D777-4478-DF9E-716D-14C9B1486A53}"/>
              </a:ext>
            </a:extLst>
          </p:cNvPr>
          <p:cNvSpPr txBox="1"/>
          <p:nvPr/>
        </p:nvSpPr>
        <p:spPr>
          <a:xfrm>
            <a:off x="695786" y="5228647"/>
            <a:ext cx="1506765" cy="2514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/>
          <a:p>
            <a:pPr defTabSz="914218" hangingPunct="0">
              <a:lnSpc>
                <a:spcPct val="110000"/>
              </a:lnSpc>
              <a:defRPr sz="1600" b="1">
                <a:solidFill>
                  <a:srgbClr val="41AAAA"/>
                </a:solidFill>
              </a:defRPr>
            </a:pPr>
            <a:r>
              <a:rPr lang="zh-CN" altLang="en-US" sz="1599" b="1" dirty="0">
                <a:solidFill>
                  <a:schemeClr val="bg1"/>
                </a:solidFill>
                <a:cs typeface="Arial"/>
                <a:sym typeface="Arial"/>
              </a:rPr>
              <a:t>前后工位有影响</a:t>
            </a:r>
            <a:endParaRPr lang="en-US" sz="1599" b="1" kern="0" dirty="0">
              <a:solidFill>
                <a:schemeClr val="bg1"/>
              </a:solidFill>
              <a:cs typeface="Arial"/>
              <a:sym typeface="Arial"/>
            </a:endParaRPr>
          </a:p>
        </p:txBody>
      </p:sp>
      <p:sp>
        <p:nvSpPr>
          <p:cNvPr id="151" name="Rechteck 332">
            <a:extLst>
              <a:ext uri="{FF2B5EF4-FFF2-40B4-BE49-F238E27FC236}">
                <a16:creationId xmlns:a16="http://schemas.microsoft.com/office/drawing/2014/main" id="{6FCAEEE7-FA6C-0CE4-A332-82C852E3B979}"/>
              </a:ext>
            </a:extLst>
          </p:cNvPr>
          <p:cNvSpPr>
            <a:spLocks/>
          </p:cNvSpPr>
          <p:nvPr/>
        </p:nvSpPr>
        <p:spPr bwMode="gray">
          <a:xfrm>
            <a:off x="2825037" y="3730520"/>
            <a:ext cx="399297" cy="281808"/>
          </a:xfrm>
          <a:prstGeom prst="rect">
            <a:avLst/>
          </a:prstGeom>
          <a:solidFill>
            <a:srgbClr val="00C1B6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r>
              <a:rPr lang="en-US" altLang="zh-CN" sz="1200" b="1" dirty="0">
                <a:solidFill>
                  <a:schemeClr val="tx1"/>
                </a:solidFill>
              </a:rPr>
              <a:t>3.2</a:t>
            </a:r>
            <a:endParaRPr lang="en-US" sz="1200" b="1" dirty="0">
              <a:solidFill>
                <a:schemeClr val="tx1"/>
              </a:solidFill>
            </a:endParaRPr>
          </a:p>
        </p:txBody>
      </p:sp>
      <p:sp>
        <p:nvSpPr>
          <p:cNvPr id="152" name="Textfeld 13">
            <a:extLst>
              <a:ext uri="{FF2B5EF4-FFF2-40B4-BE49-F238E27FC236}">
                <a16:creationId xmlns:a16="http://schemas.microsoft.com/office/drawing/2014/main" id="{DEEB0175-92D4-66AF-3EC7-FAD5CA17EB13}"/>
              </a:ext>
            </a:extLst>
          </p:cNvPr>
          <p:cNvSpPr txBox="1"/>
          <p:nvPr/>
        </p:nvSpPr>
        <p:spPr>
          <a:xfrm>
            <a:off x="3313695" y="3745684"/>
            <a:ext cx="2939591" cy="2514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/>
          <a:p>
            <a:pPr defTabSz="914218" hangingPunct="0">
              <a:lnSpc>
                <a:spcPct val="110000"/>
              </a:lnSpc>
              <a:defRPr sz="1600" b="1">
                <a:solidFill>
                  <a:srgbClr val="41AAAA"/>
                </a:solidFill>
              </a:defRPr>
            </a:pPr>
            <a:r>
              <a:rPr lang="zh-CN" altLang="en-US" sz="1599" b="1" dirty="0">
                <a:solidFill>
                  <a:prstClr val="white"/>
                </a:solidFill>
                <a:cs typeface="Arial"/>
                <a:sym typeface="Arial"/>
              </a:rPr>
              <a:t>节拍</a:t>
            </a:r>
            <a:r>
              <a:rPr lang="zh-CN" altLang="en-US" sz="1599" b="1" kern="0" dirty="0">
                <a:solidFill>
                  <a:prstClr val="white"/>
                </a:solidFill>
                <a:cs typeface="Arial"/>
                <a:sym typeface="Arial"/>
              </a:rPr>
              <a:t>异常车型</a:t>
            </a:r>
            <a:endParaRPr lang="en-US" sz="1599" b="1" kern="0" dirty="0">
              <a:solidFill>
                <a:prstClr val="white"/>
              </a:solidFill>
              <a:cs typeface="Arial"/>
              <a:sym typeface="Arial"/>
            </a:endParaRPr>
          </a:p>
        </p:txBody>
      </p:sp>
      <p:sp>
        <p:nvSpPr>
          <p:cNvPr id="153" name="Oval 152">
            <a:extLst>
              <a:ext uri="{FF2B5EF4-FFF2-40B4-BE49-F238E27FC236}">
                <a16:creationId xmlns:a16="http://schemas.microsoft.com/office/drawing/2014/main" id="{B4FC06CF-6183-979E-2D66-84EF22816D00}"/>
              </a:ext>
            </a:extLst>
          </p:cNvPr>
          <p:cNvSpPr/>
          <p:nvPr/>
        </p:nvSpPr>
        <p:spPr>
          <a:xfrm>
            <a:off x="2952234" y="4249960"/>
            <a:ext cx="639804" cy="305878"/>
          </a:xfrm>
          <a:prstGeom prst="ellipse">
            <a:avLst/>
          </a:prstGeom>
          <a:solidFill>
            <a:schemeClr val="tx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 anchorCtr="0"/>
          <a:lstStyle/>
          <a:p>
            <a:pPr algn="l"/>
            <a:endParaRPr lang="en-US" dirty="0"/>
          </a:p>
        </p:txBody>
      </p:sp>
      <p:sp>
        <p:nvSpPr>
          <p:cNvPr id="154" name="Textfeld 13">
            <a:extLst>
              <a:ext uri="{FF2B5EF4-FFF2-40B4-BE49-F238E27FC236}">
                <a16:creationId xmlns:a16="http://schemas.microsoft.com/office/drawing/2014/main" id="{EEF0374D-E613-5A07-8584-BD26A3EDA9AB}"/>
              </a:ext>
            </a:extLst>
          </p:cNvPr>
          <p:cNvSpPr txBox="1"/>
          <p:nvPr/>
        </p:nvSpPr>
        <p:spPr>
          <a:xfrm>
            <a:off x="3024685" y="4278899"/>
            <a:ext cx="1268664" cy="2514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/>
          <a:p>
            <a:pPr defTabSz="914218" hangingPunct="0">
              <a:lnSpc>
                <a:spcPct val="110000"/>
              </a:lnSpc>
              <a:defRPr sz="1600" b="1">
                <a:solidFill>
                  <a:srgbClr val="41AAAA"/>
                </a:solidFill>
              </a:defRPr>
            </a:pPr>
            <a:r>
              <a:rPr lang="zh-CN" altLang="en-US" sz="1599" b="1" kern="0" dirty="0">
                <a:solidFill>
                  <a:schemeClr val="bg1"/>
                </a:solidFill>
                <a:cs typeface="Arial"/>
                <a:sym typeface="Arial"/>
              </a:rPr>
              <a:t>车型</a:t>
            </a:r>
            <a:r>
              <a:rPr lang="en-US" altLang="zh-CN" sz="1599" b="1" kern="0" dirty="0">
                <a:solidFill>
                  <a:schemeClr val="bg1"/>
                </a:solidFill>
                <a:cs typeface="Arial"/>
                <a:sym typeface="Arial"/>
              </a:rPr>
              <a:t>1</a:t>
            </a:r>
            <a:endParaRPr lang="en-US" sz="1599" b="1" kern="0" dirty="0">
              <a:solidFill>
                <a:schemeClr val="bg1"/>
              </a:solidFill>
              <a:cs typeface="Arial"/>
              <a:sym typeface="Arial"/>
            </a:endParaRPr>
          </a:p>
        </p:txBody>
      </p:sp>
      <p:sp>
        <p:nvSpPr>
          <p:cNvPr id="155" name="Oval 154">
            <a:extLst>
              <a:ext uri="{FF2B5EF4-FFF2-40B4-BE49-F238E27FC236}">
                <a16:creationId xmlns:a16="http://schemas.microsoft.com/office/drawing/2014/main" id="{904F0CEF-EAF3-95A8-D645-C60AA1E10390}"/>
              </a:ext>
            </a:extLst>
          </p:cNvPr>
          <p:cNvSpPr/>
          <p:nvPr/>
        </p:nvSpPr>
        <p:spPr>
          <a:xfrm>
            <a:off x="3846836" y="4252686"/>
            <a:ext cx="639804" cy="305878"/>
          </a:xfrm>
          <a:prstGeom prst="ellipse">
            <a:avLst/>
          </a:prstGeom>
          <a:solidFill>
            <a:schemeClr val="tx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 anchorCtr="0"/>
          <a:lstStyle/>
          <a:p>
            <a:pPr algn="l"/>
            <a:endParaRPr lang="en-US" dirty="0"/>
          </a:p>
        </p:txBody>
      </p:sp>
      <p:sp>
        <p:nvSpPr>
          <p:cNvPr id="156" name="Textfeld 13">
            <a:extLst>
              <a:ext uri="{FF2B5EF4-FFF2-40B4-BE49-F238E27FC236}">
                <a16:creationId xmlns:a16="http://schemas.microsoft.com/office/drawing/2014/main" id="{07156798-716E-8380-4C1E-D1E7589A4191}"/>
              </a:ext>
            </a:extLst>
          </p:cNvPr>
          <p:cNvSpPr txBox="1"/>
          <p:nvPr/>
        </p:nvSpPr>
        <p:spPr>
          <a:xfrm>
            <a:off x="3913297" y="4275719"/>
            <a:ext cx="1268664" cy="2514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/>
          <a:p>
            <a:pPr defTabSz="914218" hangingPunct="0">
              <a:lnSpc>
                <a:spcPct val="110000"/>
              </a:lnSpc>
              <a:defRPr sz="1600" b="1">
                <a:solidFill>
                  <a:srgbClr val="41AAAA"/>
                </a:solidFill>
              </a:defRPr>
            </a:pPr>
            <a:r>
              <a:rPr lang="zh-CN" altLang="en-US" sz="1599" b="1" kern="0" dirty="0">
                <a:solidFill>
                  <a:schemeClr val="bg1"/>
                </a:solidFill>
                <a:cs typeface="Arial"/>
                <a:sym typeface="Arial"/>
              </a:rPr>
              <a:t>车型</a:t>
            </a:r>
            <a:r>
              <a:rPr lang="en-US" altLang="zh-CN" sz="1599" b="1" kern="0" dirty="0">
                <a:solidFill>
                  <a:schemeClr val="bg1"/>
                </a:solidFill>
                <a:cs typeface="Arial"/>
                <a:sym typeface="Arial"/>
              </a:rPr>
              <a:t>2</a:t>
            </a:r>
            <a:endParaRPr lang="en-US" sz="1599" b="1" kern="0" dirty="0">
              <a:solidFill>
                <a:schemeClr val="bg1"/>
              </a:solidFill>
              <a:cs typeface="Arial"/>
              <a:sym typeface="Arial"/>
            </a:endParaRPr>
          </a:p>
        </p:txBody>
      </p:sp>
      <p:sp>
        <p:nvSpPr>
          <p:cNvPr id="161" name="Rectangle 160">
            <a:extLst>
              <a:ext uri="{FF2B5EF4-FFF2-40B4-BE49-F238E27FC236}">
                <a16:creationId xmlns:a16="http://schemas.microsoft.com/office/drawing/2014/main" id="{10BB4839-56A4-0281-CA6B-DDCE12D988B3}"/>
              </a:ext>
            </a:extLst>
          </p:cNvPr>
          <p:cNvSpPr/>
          <p:nvPr/>
        </p:nvSpPr>
        <p:spPr>
          <a:xfrm>
            <a:off x="2862691" y="4734121"/>
            <a:ext cx="1748074" cy="372459"/>
          </a:xfrm>
          <a:prstGeom prst="rect">
            <a:avLst/>
          </a:prstGeom>
          <a:solidFill>
            <a:schemeClr val="tx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 anchorCtr="0"/>
          <a:lstStyle/>
          <a:p>
            <a:pPr algn="l"/>
            <a:endParaRPr lang="en-US" dirty="0"/>
          </a:p>
        </p:txBody>
      </p:sp>
      <p:sp>
        <p:nvSpPr>
          <p:cNvPr id="162" name="Textfeld 13">
            <a:extLst>
              <a:ext uri="{FF2B5EF4-FFF2-40B4-BE49-F238E27FC236}">
                <a16:creationId xmlns:a16="http://schemas.microsoft.com/office/drawing/2014/main" id="{5A19D4E0-367D-F4E6-1CEE-CF5D47D2E694}"/>
              </a:ext>
            </a:extLst>
          </p:cNvPr>
          <p:cNvSpPr txBox="1"/>
          <p:nvPr/>
        </p:nvSpPr>
        <p:spPr>
          <a:xfrm>
            <a:off x="2903226" y="4795855"/>
            <a:ext cx="1667003" cy="2514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/>
          <a:p>
            <a:pPr defTabSz="914218" hangingPunct="0">
              <a:lnSpc>
                <a:spcPct val="110000"/>
              </a:lnSpc>
              <a:defRPr sz="1600" b="1">
                <a:solidFill>
                  <a:srgbClr val="41AAAA"/>
                </a:solidFill>
              </a:defRPr>
            </a:pPr>
            <a:r>
              <a:rPr lang="zh-CN" altLang="en-US" sz="1599" b="1" dirty="0">
                <a:solidFill>
                  <a:schemeClr val="bg1"/>
                </a:solidFill>
                <a:cs typeface="Arial"/>
                <a:sym typeface="Arial"/>
              </a:rPr>
              <a:t>统计异常车型概率</a:t>
            </a:r>
            <a:endParaRPr lang="en-US" sz="1599" b="1" kern="0" dirty="0">
              <a:solidFill>
                <a:schemeClr val="bg1"/>
              </a:solidFill>
              <a:cs typeface="Arial"/>
              <a:sym typeface="Arial"/>
            </a:endParaRPr>
          </a:p>
        </p:txBody>
      </p:sp>
      <p:sp>
        <p:nvSpPr>
          <p:cNvPr id="163" name="Rechteck 332">
            <a:extLst>
              <a:ext uri="{FF2B5EF4-FFF2-40B4-BE49-F238E27FC236}">
                <a16:creationId xmlns:a16="http://schemas.microsoft.com/office/drawing/2014/main" id="{AC88788E-C223-B44A-B89E-1CB8F7EDA96E}"/>
              </a:ext>
            </a:extLst>
          </p:cNvPr>
          <p:cNvSpPr>
            <a:spLocks/>
          </p:cNvSpPr>
          <p:nvPr/>
        </p:nvSpPr>
        <p:spPr bwMode="gray">
          <a:xfrm>
            <a:off x="5083659" y="3711613"/>
            <a:ext cx="399297" cy="281808"/>
          </a:xfrm>
          <a:prstGeom prst="rect">
            <a:avLst/>
          </a:prstGeom>
          <a:solidFill>
            <a:srgbClr val="00C1B6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r>
              <a:rPr lang="en-US" altLang="zh-CN" sz="1200" b="1" dirty="0">
                <a:solidFill>
                  <a:schemeClr val="tx1"/>
                </a:solidFill>
              </a:rPr>
              <a:t>3.3</a:t>
            </a:r>
            <a:endParaRPr lang="en-US" sz="1200" b="1" dirty="0">
              <a:solidFill>
                <a:schemeClr val="tx1"/>
              </a:solidFill>
            </a:endParaRPr>
          </a:p>
        </p:txBody>
      </p:sp>
      <p:sp>
        <p:nvSpPr>
          <p:cNvPr id="164" name="Textfeld 13">
            <a:extLst>
              <a:ext uri="{FF2B5EF4-FFF2-40B4-BE49-F238E27FC236}">
                <a16:creationId xmlns:a16="http://schemas.microsoft.com/office/drawing/2014/main" id="{423B587E-BD77-FD88-0439-442B95C2285F}"/>
              </a:ext>
            </a:extLst>
          </p:cNvPr>
          <p:cNvSpPr txBox="1"/>
          <p:nvPr/>
        </p:nvSpPr>
        <p:spPr>
          <a:xfrm>
            <a:off x="5572317" y="3726777"/>
            <a:ext cx="2939591" cy="2514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/>
          <a:p>
            <a:pPr defTabSz="914218" hangingPunct="0">
              <a:lnSpc>
                <a:spcPct val="110000"/>
              </a:lnSpc>
              <a:defRPr sz="1600" b="1">
                <a:solidFill>
                  <a:srgbClr val="41AAAA"/>
                </a:solidFill>
              </a:defRPr>
            </a:pPr>
            <a:r>
              <a:rPr lang="zh-CN" altLang="en-US" sz="1599" b="1" kern="0" dirty="0">
                <a:solidFill>
                  <a:prstClr val="white"/>
                </a:solidFill>
                <a:cs typeface="Arial"/>
                <a:sym typeface="Arial"/>
              </a:rPr>
              <a:t>异常工位的设备状态</a:t>
            </a:r>
            <a:endParaRPr lang="en-US" sz="1599" b="1" kern="0" dirty="0">
              <a:solidFill>
                <a:prstClr val="white"/>
              </a:solidFill>
              <a:cs typeface="Arial"/>
              <a:sym typeface="Arial"/>
            </a:endParaRPr>
          </a:p>
        </p:txBody>
      </p:sp>
      <p:sp>
        <p:nvSpPr>
          <p:cNvPr id="170" name="Freeform: Shape 169">
            <a:extLst>
              <a:ext uri="{FF2B5EF4-FFF2-40B4-BE49-F238E27FC236}">
                <a16:creationId xmlns:a16="http://schemas.microsoft.com/office/drawing/2014/main" id="{59183868-CE07-2616-0D92-450A6DFFA6C4}"/>
              </a:ext>
            </a:extLst>
          </p:cNvPr>
          <p:cNvSpPr/>
          <p:nvPr/>
        </p:nvSpPr>
        <p:spPr>
          <a:xfrm>
            <a:off x="1762125" y="3584203"/>
            <a:ext cx="1695757" cy="284510"/>
          </a:xfrm>
          <a:custGeom>
            <a:avLst/>
            <a:gdLst>
              <a:gd name="connsiteX0" fmla="*/ 0 w 1695757"/>
              <a:gd name="connsiteY0" fmla="*/ 168647 h 284510"/>
              <a:gd name="connsiteX1" fmla="*/ 400050 w 1695757"/>
              <a:gd name="connsiteY1" fmla="*/ 35297 h 284510"/>
              <a:gd name="connsiteX2" fmla="*/ 1190625 w 1695757"/>
              <a:gd name="connsiteY2" fmla="*/ 6722 h 284510"/>
              <a:gd name="connsiteX3" fmla="*/ 1638300 w 1695757"/>
              <a:gd name="connsiteY3" fmla="*/ 140072 h 284510"/>
              <a:gd name="connsiteX4" fmla="*/ 1666875 w 1695757"/>
              <a:gd name="connsiteY4" fmla="*/ 159122 h 284510"/>
              <a:gd name="connsiteX5" fmla="*/ 1695450 w 1695757"/>
              <a:gd name="connsiteY5" fmla="*/ 159122 h 284510"/>
              <a:gd name="connsiteX6" fmla="*/ 1647825 w 1695757"/>
              <a:gd name="connsiteY6" fmla="*/ 168647 h 284510"/>
              <a:gd name="connsiteX7" fmla="*/ 1628775 w 1695757"/>
              <a:gd name="connsiteY7" fmla="*/ 121022 h 284510"/>
              <a:gd name="connsiteX8" fmla="*/ 1647825 w 1695757"/>
              <a:gd name="connsiteY8" fmla="*/ 140072 h 284510"/>
              <a:gd name="connsiteX9" fmla="*/ 923925 w 1695757"/>
              <a:gd name="connsiteY9" fmla="*/ 63872 h 284510"/>
              <a:gd name="connsiteX10" fmla="*/ 914400 w 1695757"/>
              <a:gd name="connsiteY10" fmla="*/ 282947 h 284510"/>
              <a:gd name="connsiteX11" fmla="*/ 1581150 w 1695757"/>
              <a:gd name="connsiteY11" fmla="*/ 159122 h 284510"/>
              <a:gd name="connsiteX12" fmla="*/ 1228725 w 1695757"/>
              <a:gd name="connsiteY12" fmla="*/ 101972 h 284510"/>
              <a:gd name="connsiteX13" fmla="*/ 1209675 w 1695757"/>
              <a:gd name="connsiteY13" fmla="*/ 54347 h 284510"/>
              <a:gd name="connsiteX14" fmla="*/ 1628775 w 1695757"/>
              <a:gd name="connsiteY14" fmla="*/ 121022 h 2845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695757" h="284510">
                <a:moveTo>
                  <a:pt x="0" y="168647"/>
                </a:moveTo>
                <a:cubicBezTo>
                  <a:pt x="100806" y="115465"/>
                  <a:pt x="201613" y="62284"/>
                  <a:pt x="400050" y="35297"/>
                </a:cubicBezTo>
                <a:cubicBezTo>
                  <a:pt x="598487" y="8310"/>
                  <a:pt x="984250" y="-10740"/>
                  <a:pt x="1190625" y="6722"/>
                </a:cubicBezTo>
                <a:cubicBezTo>
                  <a:pt x="1397000" y="24184"/>
                  <a:pt x="1558925" y="114672"/>
                  <a:pt x="1638300" y="140072"/>
                </a:cubicBezTo>
                <a:cubicBezTo>
                  <a:pt x="1717675" y="165472"/>
                  <a:pt x="1666875" y="159122"/>
                  <a:pt x="1666875" y="159122"/>
                </a:cubicBezTo>
                <a:cubicBezTo>
                  <a:pt x="1676400" y="162297"/>
                  <a:pt x="1698625" y="157535"/>
                  <a:pt x="1695450" y="159122"/>
                </a:cubicBezTo>
                <a:cubicBezTo>
                  <a:pt x="1692275" y="160709"/>
                  <a:pt x="1658937" y="174997"/>
                  <a:pt x="1647825" y="168647"/>
                </a:cubicBezTo>
                <a:cubicBezTo>
                  <a:pt x="1636713" y="162297"/>
                  <a:pt x="1628775" y="125784"/>
                  <a:pt x="1628775" y="121022"/>
                </a:cubicBezTo>
                <a:cubicBezTo>
                  <a:pt x="1628775" y="116260"/>
                  <a:pt x="1765300" y="149597"/>
                  <a:pt x="1647825" y="140072"/>
                </a:cubicBezTo>
                <a:cubicBezTo>
                  <a:pt x="1530350" y="130547"/>
                  <a:pt x="1046163" y="40059"/>
                  <a:pt x="923925" y="63872"/>
                </a:cubicBezTo>
                <a:cubicBezTo>
                  <a:pt x="801688" y="87684"/>
                  <a:pt x="804863" y="267072"/>
                  <a:pt x="914400" y="282947"/>
                </a:cubicBezTo>
                <a:cubicBezTo>
                  <a:pt x="1023938" y="298822"/>
                  <a:pt x="1528763" y="189284"/>
                  <a:pt x="1581150" y="159122"/>
                </a:cubicBezTo>
                <a:cubicBezTo>
                  <a:pt x="1633537" y="128960"/>
                  <a:pt x="1290637" y="119434"/>
                  <a:pt x="1228725" y="101972"/>
                </a:cubicBezTo>
                <a:cubicBezTo>
                  <a:pt x="1166813" y="84510"/>
                  <a:pt x="1143000" y="51172"/>
                  <a:pt x="1209675" y="54347"/>
                </a:cubicBezTo>
                <a:cubicBezTo>
                  <a:pt x="1276350" y="57522"/>
                  <a:pt x="1387475" y="11485"/>
                  <a:pt x="1628775" y="121022"/>
                </a:cubicBezTo>
              </a:path>
            </a:pathLst>
          </a:cu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3" name="Rechteck 332">
            <a:extLst>
              <a:ext uri="{FF2B5EF4-FFF2-40B4-BE49-F238E27FC236}">
                <a16:creationId xmlns:a16="http://schemas.microsoft.com/office/drawing/2014/main" id="{C9EA372B-0822-6AFF-F380-D0E45A5C7D68}"/>
              </a:ext>
            </a:extLst>
          </p:cNvPr>
          <p:cNvSpPr>
            <a:spLocks/>
          </p:cNvSpPr>
          <p:nvPr/>
        </p:nvSpPr>
        <p:spPr bwMode="gray">
          <a:xfrm>
            <a:off x="5083659" y="4780691"/>
            <a:ext cx="399297" cy="281808"/>
          </a:xfrm>
          <a:prstGeom prst="rect">
            <a:avLst/>
          </a:prstGeom>
          <a:solidFill>
            <a:srgbClr val="00C1B6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r>
              <a:rPr lang="en-US" altLang="zh-CN" sz="1200" b="1" dirty="0">
                <a:solidFill>
                  <a:schemeClr val="tx1"/>
                </a:solidFill>
              </a:rPr>
              <a:t>3.4</a:t>
            </a:r>
            <a:endParaRPr lang="en-US" sz="1200" b="1" dirty="0">
              <a:solidFill>
                <a:schemeClr val="tx1"/>
              </a:solidFill>
            </a:endParaRPr>
          </a:p>
        </p:txBody>
      </p:sp>
      <p:sp>
        <p:nvSpPr>
          <p:cNvPr id="174" name="Textfeld 13">
            <a:extLst>
              <a:ext uri="{FF2B5EF4-FFF2-40B4-BE49-F238E27FC236}">
                <a16:creationId xmlns:a16="http://schemas.microsoft.com/office/drawing/2014/main" id="{6F058A1C-613F-121F-4421-814AB6CCA10C}"/>
              </a:ext>
            </a:extLst>
          </p:cNvPr>
          <p:cNvSpPr txBox="1"/>
          <p:nvPr/>
        </p:nvSpPr>
        <p:spPr>
          <a:xfrm>
            <a:off x="5572317" y="4795855"/>
            <a:ext cx="2939591" cy="2514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/>
          <a:p>
            <a:pPr defTabSz="914218" hangingPunct="0">
              <a:lnSpc>
                <a:spcPct val="110000"/>
              </a:lnSpc>
              <a:defRPr sz="1600" b="1">
                <a:solidFill>
                  <a:srgbClr val="41AAAA"/>
                </a:solidFill>
              </a:defRPr>
            </a:pPr>
            <a:r>
              <a:rPr lang="zh-CN" altLang="en-US" sz="1599" b="1" kern="0" dirty="0">
                <a:solidFill>
                  <a:prstClr val="white"/>
                </a:solidFill>
                <a:cs typeface="Arial"/>
                <a:sym typeface="Arial"/>
              </a:rPr>
              <a:t>异常工艺节拍</a:t>
            </a:r>
            <a:endParaRPr lang="en-US" sz="1599" b="1" kern="0" dirty="0">
              <a:solidFill>
                <a:prstClr val="white"/>
              </a:solidFill>
              <a:cs typeface="Arial"/>
              <a:sym typeface="Arial"/>
            </a:endParaRPr>
          </a:p>
        </p:txBody>
      </p:sp>
      <p:cxnSp>
        <p:nvCxnSpPr>
          <p:cNvPr id="175" name="Straight Arrow Connector 174">
            <a:extLst>
              <a:ext uri="{FF2B5EF4-FFF2-40B4-BE49-F238E27FC236}">
                <a16:creationId xmlns:a16="http://schemas.microsoft.com/office/drawing/2014/main" id="{0A1D3292-C1D2-983B-AD40-16AE4C9CDE18}"/>
              </a:ext>
            </a:extLst>
          </p:cNvPr>
          <p:cNvCxnSpPr>
            <a:cxnSpLocks/>
          </p:cNvCxnSpPr>
          <p:nvPr/>
        </p:nvCxnSpPr>
        <p:spPr>
          <a:xfrm>
            <a:off x="6118759" y="4367456"/>
            <a:ext cx="454604" cy="1349"/>
          </a:xfrm>
          <a:prstGeom prst="straightConnector1">
            <a:avLst/>
          </a:prstGeom>
          <a:ln w="9525">
            <a:solidFill>
              <a:schemeClr val="accent5">
                <a:lumMod val="60000"/>
                <a:lumOff val="40000"/>
              </a:schemeClr>
            </a:solidFill>
            <a:headEnd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5" name="Rectangle 164">
            <a:extLst>
              <a:ext uri="{FF2B5EF4-FFF2-40B4-BE49-F238E27FC236}">
                <a16:creationId xmlns:a16="http://schemas.microsoft.com/office/drawing/2014/main" id="{E4DD68C3-A447-D239-D723-8BA68AB91CE2}"/>
              </a:ext>
            </a:extLst>
          </p:cNvPr>
          <p:cNvSpPr/>
          <p:nvPr/>
        </p:nvSpPr>
        <p:spPr>
          <a:xfrm>
            <a:off x="5085576" y="4179159"/>
            <a:ext cx="1091510" cy="35121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 anchorCtr="0"/>
          <a:lstStyle/>
          <a:p>
            <a:pPr algn="l"/>
            <a:r>
              <a:rPr lang="zh-CN" altLang="en-US" sz="1200" dirty="0"/>
              <a:t>  无故障报警</a:t>
            </a:r>
            <a:endParaRPr lang="en-US" sz="1200" b="1" dirty="0"/>
          </a:p>
        </p:txBody>
      </p:sp>
      <p:sp>
        <p:nvSpPr>
          <p:cNvPr id="177" name="Rectangle: Rounded Corners 176">
            <a:extLst>
              <a:ext uri="{FF2B5EF4-FFF2-40B4-BE49-F238E27FC236}">
                <a16:creationId xmlns:a16="http://schemas.microsoft.com/office/drawing/2014/main" id="{1D011B16-1036-D6DC-B228-3924B49A40E9}"/>
              </a:ext>
            </a:extLst>
          </p:cNvPr>
          <p:cNvSpPr/>
          <p:nvPr/>
        </p:nvSpPr>
        <p:spPr>
          <a:xfrm>
            <a:off x="6568453" y="4167739"/>
            <a:ext cx="1481285" cy="388099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 anchorCtr="0"/>
          <a:lstStyle/>
          <a:p>
            <a:pPr algn="l"/>
            <a:endParaRPr lang="en-US" dirty="0"/>
          </a:p>
        </p:txBody>
      </p:sp>
      <p:sp>
        <p:nvSpPr>
          <p:cNvPr id="178" name="Textfeld 13">
            <a:extLst>
              <a:ext uri="{FF2B5EF4-FFF2-40B4-BE49-F238E27FC236}">
                <a16:creationId xmlns:a16="http://schemas.microsoft.com/office/drawing/2014/main" id="{067EB5A4-5786-BD31-04BD-5C62ADBEDBE5}"/>
              </a:ext>
            </a:extLst>
          </p:cNvPr>
          <p:cNvSpPr txBox="1"/>
          <p:nvPr/>
        </p:nvSpPr>
        <p:spPr>
          <a:xfrm>
            <a:off x="6682029" y="4243161"/>
            <a:ext cx="1339136" cy="2514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/>
          <a:p>
            <a:pPr defTabSz="914218" hangingPunct="0">
              <a:lnSpc>
                <a:spcPct val="110000"/>
              </a:lnSpc>
              <a:defRPr sz="1600" b="1">
                <a:solidFill>
                  <a:srgbClr val="41AAAA"/>
                </a:solidFill>
              </a:defRPr>
            </a:pPr>
            <a:r>
              <a:rPr lang="zh-CN" altLang="en-US" sz="1599" b="1" dirty="0">
                <a:solidFill>
                  <a:schemeClr val="bg1"/>
                </a:solidFill>
                <a:cs typeface="Arial"/>
                <a:sym typeface="Arial"/>
              </a:rPr>
              <a:t>设备维护正常</a:t>
            </a:r>
            <a:endParaRPr lang="en-US" sz="1599" b="1" kern="0" dirty="0">
              <a:solidFill>
                <a:schemeClr val="bg1"/>
              </a:solidFill>
              <a:cs typeface="Arial"/>
              <a:sym typeface="Arial"/>
            </a:endParaRPr>
          </a:p>
        </p:txBody>
      </p:sp>
      <p:sp>
        <p:nvSpPr>
          <p:cNvPr id="179" name="Oval 178">
            <a:extLst>
              <a:ext uri="{FF2B5EF4-FFF2-40B4-BE49-F238E27FC236}">
                <a16:creationId xmlns:a16="http://schemas.microsoft.com/office/drawing/2014/main" id="{83224CDA-8993-610F-E041-E4492CC32A82}"/>
              </a:ext>
            </a:extLst>
          </p:cNvPr>
          <p:cNvSpPr/>
          <p:nvPr/>
        </p:nvSpPr>
        <p:spPr>
          <a:xfrm>
            <a:off x="5048611" y="5217026"/>
            <a:ext cx="858002" cy="388099"/>
          </a:xfrm>
          <a:prstGeom prst="ellipse">
            <a:avLst/>
          </a:prstGeom>
          <a:solidFill>
            <a:schemeClr val="tx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 anchorCtr="0"/>
          <a:lstStyle/>
          <a:p>
            <a:pPr algn="l"/>
            <a:endParaRPr lang="en-US" dirty="0"/>
          </a:p>
        </p:txBody>
      </p:sp>
      <p:sp>
        <p:nvSpPr>
          <p:cNvPr id="181" name="TextBox 180">
            <a:extLst>
              <a:ext uri="{FF2B5EF4-FFF2-40B4-BE49-F238E27FC236}">
                <a16:creationId xmlns:a16="http://schemas.microsoft.com/office/drawing/2014/main" id="{487EDE3D-2808-9403-DC47-455ECEC196D1}"/>
              </a:ext>
            </a:extLst>
          </p:cNvPr>
          <p:cNvSpPr txBox="1"/>
          <p:nvPr/>
        </p:nvSpPr>
        <p:spPr>
          <a:xfrm>
            <a:off x="5055071" y="5281920"/>
            <a:ext cx="1026765" cy="2797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914218" hangingPunct="0">
              <a:lnSpc>
                <a:spcPct val="110000"/>
              </a:lnSpc>
              <a:defRPr sz="1600" b="1">
                <a:solidFill>
                  <a:srgbClr val="41AAAA"/>
                </a:solidFill>
              </a:defRPr>
            </a:pPr>
            <a:r>
              <a:rPr lang="en-US" altLang="zh-CN" sz="1200" b="1" kern="0" dirty="0">
                <a:solidFill>
                  <a:schemeClr val="bg1"/>
                </a:solidFill>
                <a:cs typeface="Arial"/>
                <a:sym typeface="Arial"/>
              </a:rPr>
              <a:t>03.Step2</a:t>
            </a:r>
            <a:endParaRPr lang="en-US" sz="1200" b="1" kern="0" dirty="0">
              <a:solidFill>
                <a:schemeClr val="bg1"/>
              </a:solidFill>
              <a:cs typeface="Arial"/>
              <a:sym typeface="Arial"/>
            </a:endParaRPr>
          </a:p>
        </p:txBody>
      </p:sp>
      <p:sp>
        <p:nvSpPr>
          <p:cNvPr id="182" name="Oval 181">
            <a:extLst>
              <a:ext uri="{FF2B5EF4-FFF2-40B4-BE49-F238E27FC236}">
                <a16:creationId xmlns:a16="http://schemas.microsoft.com/office/drawing/2014/main" id="{20617237-38DA-FF3F-085B-8A006A4B8558}"/>
              </a:ext>
            </a:extLst>
          </p:cNvPr>
          <p:cNvSpPr/>
          <p:nvPr/>
        </p:nvSpPr>
        <p:spPr>
          <a:xfrm>
            <a:off x="6017049" y="5227468"/>
            <a:ext cx="858002" cy="388099"/>
          </a:xfrm>
          <a:prstGeom prst="ellipse">
            <a:avLst/>
          </a:prstGeom>
          <a:solidFill>
            <a:schemeClr val="tx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 anchorCtr="0"/>
          <a:lstStyle/>
          <a:p>
            <a:pPr algn="l"/>
            <a:endParaRPr lang="en-US" dirty="0"/>
          </a:p>
        </p:txBody>
      </p:sp>
      <p:sp>
        <p:nvSpPr>
          <p:cNvPr id="183" name="TextBox 182">
            <a:extLst>
              <a:ext uri="{FF2B5EF4-FFF2-40B4-BE49-F238E27FC236}">
                <a16:creationId xmlns:a16="http://schemas.microsoft.com/office/drawing/2014/main" id="{F5BEF5F7-35D7-4C86-6FBC-448830D7DB9F}"/>
              </a:ext>
            </a:extLst>
          </p:cNvPr>
          <p:cNvSpPr txBox="1"/>
          <p:nvPr/>
        </p:nvSpPr>
        <p:spPr>
          <a:xfrm>
            <a:off x="6023509" y="5292362"/>
            <a:ext cx="1026765" cy="2797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914218" hangingPunct="0">
              <a:lnSpc>
                <a:spcPct val="110000"/>
              </a:lnSpc>
              <a:defRPr sz="1600" b="1">
                <a:solidFill>
                  <a:srgbClr val="41AAAA"/>
                </a:solidFill>
              </a:defRPr>
            </a:pPr>
            <a:r>
              <a:rPr lang="en-US" altLang="zh-CN" sz="1200" b="1" kern="0" dirty="0">
                <a:solidFill>
                  <a:schemeClr val="bg1"/>
                </a:solidFill>
                <a:cs typeface="Arial"/>
                <a:sym typeface="Arial"/>
              </a:rPr>
              <a:t>03.Step3</a:t>
            </a:r>
            <a:endParaRPr lang="en-US" sz="1200" b="1" kern="0" dirty="0">
              <a:solidFill>
                <a:schemeClr val="bg1"/>
              </a:solidFill>
              <a:cs typeface="Arial"/>
              <a:sym typeface="Arial"/>
            </a:endParaRPr>
          </a:p>
        </p:txBody>
      </p:sp>
      <p:sp>
        <p:nvSpPr>
          <p:cNvPr id="184" name="Oval 183">
            <a:extLst>
              <a:ext uri="{FF2B5EF4-FFF2-40B4-BE49-F238E27FC236}">
                <a16:creationId xmlns:a16="http://schemas.microsoft.com/office/drawing/2014/main" id="{513A98A6-660D-8F0E-68E7-094AFEDE9BBE}"/>
              </a:ext>
            </a:extLst>
          </p:cNvPr>
          <p:cNvSpPr/>
          <p:nvPr/>
        </p:nvSpPr>
        <p:spPr>
          <a:xfrm>
            <a:off x="6986050" y="5217026"/>
            <a:ext cx="858002" cy="388099"/>
          </a:xfrm>
          <a:prstGeom prst="ellipse">
            <a:avLst/>
          </a:prstGeom>
          <a:solidFill>
            <a:schemeClr val="tx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 anchorCtr="0"/>
          <a:lstStyle/>
          <a:p>
            <a:pPr algn="l"/>
            <a:endParaRPr lang="en-US" dirty="0"/>
          </a:p>
        </p:txBody>
      </p:sp>
      <p:sp>
        <p:nvSpPr>
          <p:cNvPr id="185" name="TextBox 184">
            <a:extLst>
              <a:ext uri="{FF2B5EF4-FFF2-40B4-BE49-F238E27FC236}">
                <a16:creationId xmlns:a16="http://schemas.microsoft.com/office/drawing/2014/main" id="{CD7B33B3-C7C7-0109-81DD-CB0ABA9D1A0E}"/>
              </a:ext>
            </a:extLst>
          </p:cNvPr>
          <p:cNvSpPr txBox="1"/>
          <p:nvPr/>
        </p:nvSpPr>
        <p:spPr>
          <a:xfrm>
            <a:off x="6992510" y="5281920"/>
            <a:ext cx="1026765" cy="2797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914218" hangingPunct="0">
              <a:lnSpc>
                <a:spcPct val="110000"/>
              </a:lnSpc>
              <a:defRPr sz="1600" b="1">
                <a:solidFill>
                  <a:srgbClr val="41AAAA"/>
                </a:solidFill>
              </a:defRPr>
            </a:pPr>
            <a:r>
              <a:rPr lang="en-US" altLang="zh-CN" sz="1200" b="1" kern="0" dirty="0">
                <a:solidFill>
                  <a:schemeClr val="bg1"/>
                </a:solidFill>
                <a:cs typeface="Arial"/>
                <a:sym typeface="Arial"/>
              </a:rPr>
              <a:t>03.Step6</a:t>
            </a:r>
            <a:endParaRPr lang="en-US" sz="1200" b="1" kern="0" dirty="0">
              <a:solidFill>
                <a:schemeClr val="bg1"/>
              </a:solidFill>
              <a:cs typeface="Arial"/>
              <a:sym typeface="Arial"/>
            </a:endParaRPr>
          </a:p>
        </p:txBody>
      </p:sp>
      <p:sp>
        <p:nvSpPr>
          <p:cNvPr id="186" name="Oval 185">
            <a:extLst>
              <a:ext uri="{FF2B5EF4-FFF2-40B4-BE49-F238E27FC236}">
                <a16:creationId xmlns:a16="http://schemas.microsoft.com/office/drawing/2014/main" id="{859811B4-A429-68C7-86D4-054ED8261082}"/>
              </a:ext>
            </a:extLst>
          </p:cNvPr>
          <p:cNvSpPr/>
          <p:nvPr/>
        </p:nvSpPr>
        <p:spPr>
          <a:xfrm>
            <a:off x="7954488" y="5227468"/>
            <a:ext cx="858002" cy="388099"/>
          </a:xfrm>
          <a:prstGeom prst="ellipse">
            <a:avLst/>
          </a:prstGeom>
          <a:solidFill>
            <a:schemeClr val="tx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 anchorCtr="0"/>
          <a:lstStyle/>
          <a:p>
            <a:pPr algn="l"/>
            <a:endParaRPr lang="en-US" dirty="0"/>
          </a:p>
        </p:txBody>
      </p:sp>
      <p:sp>
        <p:nvSpPr>
          <p:cNvPr id="187" name="TextBox 186">
            <a:extLst>
              <a:ext uri="{FF2B5EF4-FFF2-40B4-BE49-F238E27FC236}">
                <a16:creationId xmlns:a16="http://schemas.microsoft.com/office/drawing/2014/main" id="{EFCC3143-5F88-FF90-0E7F-7854076CBF67}"/>
              </a:ext>
            </a:extLst>
          </p:cNvPr>
          <p:cNvSpPr txBox="1"/>
          <p:nvPr/>
        </p:nvSpPr>
        <p:spPr>
          <a:xfrm>
            <a:off x="7960948" y="5292362"/>
            <a:ext cx="1026765" cy="2797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914218" hangingPunct="0">
              <a:lnSpc>
                <a:spcPct val="110000"/>
              </a:lnSpc>
              <a:defRPr sz="1600" b="1">
                <a:solidFill>
                  <a:srgbClr val="41AAAA"/>
                </a:solidFill>
              </a:defRPr>
            </a:pPr>
            <a:r>
              <a:rPr lang="en-US" altLang="zh-CN" sz="1200" b="1" kern="0" dirty="0">
                <a:solidFill>
                  <a:schemeClr val="bg1"/>
                </a:solidFill>
                <a:cs typeface="Arial"/>
                <a:sym typeface="Arial"/>
              </a:rPr>
              <a:t>04.Step3</a:t>
            </a:r>
            <a:endParaRPr lang="en-US" sz="1200" b="1" kern="0" dirty="0">
              <a:solidFill>
                <a:schemeClr val="bg1"/>
              </a:solidFill>
              <a:cs typeface="Arial"/>
              <a:sym typeface="Arial"/>
            </a:endParaRPr>
          </a:p>
        </p:txBody>
      </p:sp>
      <p:sp>
        <p:nvSpPr>
          <p:cNvPr id="189" name="TextBox 188">
            <a:extLst>
              <a:ext uri="{FF2B5EF4-FFF2-40B4-BE49-F238E27FC236}">
                <a16:creationId xmlns:a16="http://schemas.microsoft.com/office/drawing/2014/main" id="{C8634992-6FCD-0048-18C5-C3F10C7CF24B}"/>
              </a:ext>
            </a:extLst>
          </p:cNvPr>
          <p:cNvSpPr txBox="1"/>
          <p:nvPr/>
        </p:nvSpPr>
        <p:spPr>
          <a:xfrm>
            <a:off x="1606167" y="4671205"/>
            <a:ext cx="1026765" cy="2652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914218" hangingPunct="0">
              <a:lnSpc>
                <a:spcPct val="110000"/>
              </a:lnSpc>
              <a:defRPr sz="1600" b="1">
                <a:solidFill>
                  <a:srgbClr val="41AAAA"/>
                </a:solidFill>
              </a:defRPr>
            </a:pPr>
            <a:r>
              <a:rPr lang="zh-CN" altLang="en-US" sz="1100" b="1" dirty="0">
                <a:solidFill>
                  <a:schemeClr val="tx1"/>
                </a:solidFill>
                <a:cs typeface="Arial"/>
                <a:sym typeface="Arial"/>
              </a:rPr>
              <a:t>注：返修工位</a:t>
            </a:r>
            <a:endParaRPr lang="en-US" sz="1100" b="1" kern="0" dirty="0">
              <a:solidFill>
                <a:schemeClr val="tx1"/>
              </a:solidFill>
              <a:cs typeface="Arial"/>
              <a:sym typeface="Arial"/>
            </a:endParaRPr>
          </a:p>
        </p:txBody>
      </p:sp>
      <p:cxnSp>
        <p:nvCxnSpPr>
          <p:cNvPr id="190" name="Straight Arrow Connector 189">
            <a:extLst>
              <a:ext uri="{FF2B5EF4-FFF2-40B4-BE49-F238E27FC236}">
                <a16:creationId xmlns:a16="http://schemas.microsoft.com/office/drawing/2014/main" id="{2D6B83EF-14E0-69F2-E3F0-57E0BAFC5AEA}"/>
              </a:ext>
            </a:extLst>
          </p:cNvPr>
          <p:cNvCxnSpPr>
            <a:cxnSpLocks/>
          </p:cNvCxnSpPr>
          <p:nvPr/>
        </p:nvCxnSpPr>
        <p:spPr>
          <a:xfrm>
            <a:off x="3297159" y="4558836"/>
            <a:ext cx="246091" cy="178465"/>
          </a:xfrm>
          <a:prstGeom prst="straightConnector1">
            <a:avLst/>
          </a:prstGeom>
          <a:ln w="9525">
            <a:solidFill>
              <a:schemeClr val="accent5">
                <a:lumMod val="60000"/>
                <a:lumOff val="40000"/>
              </a:schemeClr>
            </a:solidFill>
            <a:headEnd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2" name="Straight Arrow Connector 191">
            <a:extLst>
              <a:ext uri="{FF2B5EF4-FFF2-40B4-BE49-F238E27FC236}">
                <a16:creationId xmlns:a16="http://schemas.microsoft.com/office/drawing/2014/main" id="{3909DD7F-5BD0-35C6-E0FC-BBBDF3B427A2}"/>
              </a:ext>
            </a:extLst>
          </p:cNvPr>
          <p:cNvCxnSpPr>
            <a:cxnSpLocks/>
          </p:cNvCxnSpPr>
          <p:nvPr/>
        </p:nvCxnSpPr>
        <p:spPr>
          <a:xfrm flipH="1">
            <a:off x="3913297" y="4548993"/>
            <a:ext cx="245478" cy="185128"/>
          </a:xfrm>
          <a:prstGeom prst="straightConnector1">
            <a:avLst/>
          </a:prstGeom>
          <a:ln w="9525">
            <a:solidFill>
              <a:schemeClr val="accent5">
                <a:lumMod val="60000"/>
                <a:lumOff val="40000"/>
              </a:schemeClr>
            </a:solidFill>
            <a:headEnd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4" name="Rectangle: Rounded Corners 193">
            <a:extLst>
              <a:ext uri="{FF2B5EF4-FFF2-40B4-BE49-F238E27FC236}">
                <a16:creationId xmlns:a16="http://schemas.microsoft.com/office/drawing/2014/main" id="{BD588190-C005-617F-3CCE-5C59EF0D2883}"/>
              </a:ext>
            </a:extLst>
          </p:cNvPr>
          <p:cNvSpPr/>
          <p:nvPr/>
        </p:nvSpPr>
        <p:spPr>
          <a:xfrm>
            <a:off x="2850549" y="5431366"/>
            <a:ext cx="1772679" cy="388099"/>
          </a:xfrm>
          <a:prstGeom prst="roundRect">
            <a:avLst/>
          </a:prstGeom>
          <a:solidFill>
            <a:srgbClr val="EC660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 anchorCtr="0"/>
          <a:lstStyle/>
          <a:p>
            <a:pPr algn="l"/>
            <a:endParaRPr lang="en-US" dirty="0"/>
          </a:p>
        </p:txBody>
      </p:sp>
      <p:sp>
        <p:nvSpPr>
          <p:cNvPr id="195" name="Textfeld 13">
            <a:extLst>
              <a:ext uri="{FF2B5EF4-FFF2-40B4-BE49-F238E27FC236}">
                <a16:creationId xmlns:a16="http://schemas.microsoft.com/office/drawing/2014/main" id="{DA44A309-F472-C063-F435-0993472E6718}"/>
              </a:ext>
            </a:extLst>
          </p:cNvPr>
          <p:cNvSpPr txBox="1"/>
          <p:nvPr/>
        </p:nvSpPr>
        <p:spPr>
          <a:xfrm>
            <a:off x="2958605" y="5495978"/>
            <a:ext cx="1772357" cy="2514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/>
          <a:p>
            <a:pPr defTabSz="914218" hangingPunct="0">
              <a:lnSpc>
                <a:spcPct val="110000"/>
              </a:lnSpc>
              <a:defRPr sz="1600" b="1">
                <a:solidFill>
                  <a:srgbClr val="41AAAA"/>
                </a:solidFill>
              </a:defRPr>
            </a:pPr>
            <a:r>
              <a:rPr lang="zh-CN" altLang="en-US" sz="1599" b="1" kern="0" dirty="0">
                <a:solidFill>
                  <a:schemeClr val="bg1"/>
                </a:solidFill>
                <a:cs typeface="Arial"/>
                <a:sym typeface="Arial"/>
              </a:rPr>
              <a:t>车型</a:t>
            </a:r>
            <a:r>
              <a:rPr lang="en-US" altLang="zh-CN" sz="1599" b="1" kern="0" dirty="0">
                <a:solidFill>
                  <a:schemeClr val="bg1"/>
                </a:solidFill>
                <a:cs typeface="Arial"/>
                <a:sym typeface="Arial"/>
              </a:rPr>
              <a:t>1</a:t>
            </a:r>
            <a:r>
              <a:rPr lang="zh-CN" altLang="en-US" sz="1599" b="1" kern="0" dirty="0">
                <a:solidFill>
                  <a:schemeClr val="bg1"/>
                </a:solidFill>
                <a:cs typeface="Arial"/>
                <a:sym typeface="Arial"/>
              </a:rPr>
              <a:t>属于高概率</a:t>
            </a:r>
            <a:endParaRPr lang="en-US" sz="1599" b="1" kern="0" dirty="0">
              <a:solidFill>
                <a:schemeClr val="bg1"/>
              </a:solidFill>
              <a:cs typeface="Arial"/>
              <a:sym typeface="Arial"/>
            </a:endParaRPr>
          </a:p>
        </p:txBody>
      </p:sp>
      <p:cxnSp>
        <p:nvCxnSpPr>
          <p:cNvPr id="196" name="Straight Arrow Connector 195">
            <a:extLst>
              <a:ext uri="{FF2B5EF4-FFF2-40B4-BE49-F238E27FC236}">
                <a16:creationId xmlns:a16="http://schemas.microsoft.com/office/drawing/2014/main" id="{A6494728-E88E-ED7E-DFDB-F373E6DE4E7F}"/>
              </a:ext>
            </a:extLst>
          </p:cNvPr>
          <p:cNvCxnSpPr>
            <a:cxnSpLocks/>
            <a:stCxn id="161" idx="2"/>
            <a:endCxn id="194" idx="0"/>
          </p:cNvCxnSpPr>
          <p:nvPr/>
        </p:nvCxnSpPr>
        <p:spPr>
          <a:xfrm>
            <a:off x="3736728" y="5106580"/>
            <a:ext cx="161" cy="324786"/>
          </a:xfrm>
          <a:prstGeom prst="straightConnector1">
            <a:avLst/>
          </a:prstGeom>
          <a:ln w="9525">
            <a:solidFill>
              <a:schemeClr val="accent5">
                <a:lumMod val="60000"/>
                <a:lumOff val="40000"/>
              </a:schemeClr>
            </a:solidFill>
            <a:headEnd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0" name="Straight Arrow Connector 199">
            <a:extLst>
              <a:ext uri="{FF2B5EF4-FFF2-40B4-BE49-F238E27FC236}">
                <a16:creationId xmlns:a16="http://schemas.microsoft.com/office/drawing/2014/main" id="{4499E513-D5D1-6A8D-2A0E-DAECCB97F763}"/>
              </a:ext>
            </a:extLst>
          </p:cNvPr>
          <p:cNvCxnSpPr>
            <a:cxnSpLocks/>
          </p:cNvCxnSpPr>
          <p:nvPr/>
        </p:nvCxnSpPr>
        <p:spPr>
          <a:xfrm>
            <a:off x="5568965" y="5588502"/>
            <a:ext cx="279260" cy="270642"/>
          </a:xfrm>
          <a:prstGeom prst="straightConnector1">
            <a:avLst/>
          </a:prstGeom>
          <a:ln w="9525">
            <a:solidFill>
              <a:schemeClr val="accent5">
                <a:lumMod val="60000"/>
                <a:lumOff val="40000"/>
              </a:schemeClr>
            </a:solidFill>
            <a:headEnd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1" name="Straight Arrow Connector 200">
            <a:extLst>
              <a:ext uri="{FF2B5EF4-FFF2-40B4-BE49-F238E27FC236}">
                <a16:creationId xmlns:a16="http://schemas.microsoft.com/office/drawing/2014/main" id="{9EAEBEB7-A941-6292-65CA-6BF4CE74FCBB}"/>
              </a:ext>
            </a:extLst>
          </p:cNvPr>
          <p:cNvCxnSpPr>
            <a:cxnSpLocks/>
          </p:cNvCxnSpPr>
          <p:nvPr/>
        </p:nvCxnSpPr>
        <p:spPr>
          <a:xfrm flipH="1">
            <a:off x="5991655" y="5615567"/>
            <a:ext cx="252476" cy="243577"/>
          </a:xfrm>
          <a:prstGeom prst="straightConnector1">
            <a:avLst/>
          </a:prstGeom>
          <a:ln w="9525">
            <a:solidFill>
              <a:schemeClr val="accent5">
                <a:lumMod val="60000"/>
                <a:lumOff val="40000"/>
              </a:schemeClr>
            </a:solidFill>
            <a:headEnd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4" name="Rectangle: Rounded Corners 203">
            <a:extLst>
              <a:ext uri="{FF2B5EF4-FFF2-40B4-BE49-F238E27FC236}">
                <a16:creationId xmlns:a16="http://schemas.microsoft.com/office/drawing/2014/main" id="{D88F5CCA-0DEF-E7AE-BC10-1B8BA404BA74}"/>
              </a:ext>
            </a:extLst>
          </p:cNvPr>
          <p:cNvSpPr/>
          <p:nvPr/>
        </p:nvSpPr>
        <p:spPr>
          <a:xfrm>
            <a:off x="5083369" y="5885891"/>
            <a:ext cx="1772679" cy="388099"/>
          </a:xfrm>
          <a:prstGeom prst="roundRect">
            <a:avLst/>
          </a:prstGeom>
          <a:solidFill>
            <a:srgbClr val="EC660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 anchorCtr="0"/>
          <a:lstStyle/>
          <a:p>
            <a:pPr algn="l"/>
            <a:endParaRPr lang="en-US" dirty="0"/>
          </a:p>
        </p:txBody>
      </p:sp>
      <p:sp>
        <p:nvSpPr>
          <p:cNvPr id="205" name="Textfeld 13">
            <a:extLst>
              <a:ext uri="{FF2B5EF4-FFF2-40B4-BE49-F238E27FC236}">
                <a16:creationId xmlns:a16="http://schemas.microsoft.com/office/drawing/2014/main" id="{273E6C67-1E36-11AD-643E-E096DCD13074}"/>
              </a:ext>
            </a:extLst>
          </p:cNvPr>
          <p:cNvSpPr txBox="1"/>
          <p:nvPr/>
        </p:nvSpPr>
        <p:spPr>
          <a:xfrm>
            <a:off x="5211718" y="5968593"/>
            <a:ext cx="1506765" cy="2514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/>
          <a:p>
            <a:pPr defTabSz="914218" hangingPunct="0">
              <a:lnSpc>
                <a:spcPct val="110000"/>
              </a:lnSpc>
              <a:defRPr sz="1600" b="1">
                <a:solidFill>
                  <a:srgbClr val="41AAAA"/>
                </a:solidFill>
              </a:defRPr>
            </a:pPr>
            <a:r>
              <a:rPr lang="zh-CN" altLang="en-US" sz="1599" b="1" dirty="0">
                <a:solidFill>
                  <a:schemeClr val="bg1"/>
                </a:solidFill>
                <a:cs typeface="Arial"/>
                <a:sym typeface="Arial"/>
              </a:rPr>
              <a:t>前后工艺有影响</a:t>
            </a:r>
            <a:endParaRPr lang="en-US" sz="1599" b="1" kern="0" dirty="0">
              <a:solidFill>
                <a:schemeClr val="bg1"/>
              </a:solidFill>
              <a:cs typeface="Arial"/>
              <a:sym typeface="Arial"/>
            </a:endParaRPr>
          </a:p>
        </p:txBody>
      </p:sp>
      <p:pic>
        <p:nvPicPr>
          <p:cNvPr id="211" name="Picture 210">
            <a:extLst>
              <a:ext uri="{FF2B5EF4-FFF2-40B4-BE49-F238E27FC236}">
                <a16:creationId xmlns:a16="http://schemas.microsoft.com/office/drawing/2014/main" id="{B2EEF484-3F29-904F-34C9-BEE0838DD78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39766" y="3614501"/>
            <a:ext cx="1693822" cy="1181354"/>
          </a:xfrm>
          <a:prstGeom prst="rect">
            <a:avLst/>
          </a:prstGeom>
        </p:spPr>
      </p:pic>
      <p:cxnSp>
        <p:nvCxnSpPr>
          <p:cNvPr id="212" name="Straight Arrow Connector 211">
            <a:extLst>
              <a:ext uri="{FF2B5EF4-FFF2-40B4-BE49-F238E27FC236}">
                <a16:creationId xmlns:a16="http://schemas.microsoft.com/office/drawing/2014/main" id="{AA8ED6E1-7584-E5FD-4221-8815CD66502D}"/>
              </a:ext>
            </a:extLst>
          </p:cNvPr>
          <p:cNvCxnSpPr>
            <a:cxnSpLocks/>
          </p:cNvCxnSpPr>
          <p:nvPr/>
        </p:nvCxnSpPr>
        <p:spPr>
          <a:xfrm>
            <a:off x="6856048" y="6095428"/>
            <a:ext cx="454604" cy="1349"/>
          </a:xfrm>
          <a:prstGeom prst="straightConnector1">
            <a:avLst/>
          </a:prstGeom>
          <a:ln w="9525">
            <a:solidFill>
              <a:schemeClr val="accent5">
                <a:lumMod val="60000"/>
                <a:lumOff val="40000"/>
              </a:schemeClr>
            </a:solidFill>
            <a:headEnd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3" name="Rechteck 332">
            <a:extLst>
              <a:ext uri="{FF2B5EF4-FFF2-40B4-BE49-F238E27FC236}">
                <a16:creationId xmlns:a16="http://schemas.microsoft.com/office/drawing/2014/main" id="{08FDC58F-F439-F89F-DDD0-160BAA26C4B7}"/>
              </a:ext>
            </a:extLst>
          </p:cNvPr>
          <p:cNvSpPr>
            <a:spLocks/>
          </p:cNvSpPr>
          <p:nvPr/>
        </p:nvSpPr>
        <p:spPr bwMode="gray">
          <a:xfrm>
            <a:off x="7362804" y="5931990"/>
            <a:ext cx="399297" cy="281808"/>
          </a:xfrm>
          <a:prstGeom prst="rect">
            <a:avLst/>
          </a:prstGeom>
          <a:solidFill>
            <a:srgbClr val="00C1B6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r>
              <a:rPr lang="en-US" altLang="zh-CN" sz="1200" b="1" dirty="0">
                <a:solidFill>
                  <a:schemeClr val="tx1"/>
                </a:solidFill>
              </a:rPr>
              <a:t>3.5</a:t>
            </a:r>
            <a:endParaRPr lang="en-US" sz="1200" b="1" dirty="0">
              <a:solidFill>
                <a:schemeClr val="tx1"/>
              </a:solidFill>
            </a:endParaRPr>
          </a:p>
        </p:txBody>
      </p:sp>
      <p:sp>
        <p:nvSpPr>
          <p:cNvPr id="214" name="Textfeld 13">
            <a:extLst>
              <a:ext uri="{FF2B5EF4-FFF2-40B4-BE49-F238E27FC236}">
                <a16:creationId xmlns:a16="http://schemas.microsoft.com/office/drawing/2014/main" id="{59E576BB-1A29-5FAD-C486-6D82FA22B911}"/>
              </a:ext>
            </a:extLst>
          </p:cNvPr>
          <p:cNvSpPr txBox="1"/>
          <p:nvPr/>
        </p:nvSpPr>
        <p:spPr>
          <a:xfrm>
            <a:off x="7814253" y="5931990"/>
            <a:ext cx="2939591" cy="2514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/>
          <a:p>
            <a:pPr defTabSz="914218" hangingPunct="0">
              <a:lnSpc>
                <a:spcPct val="110000"/>
              </a:lnSpc>
              <a:defRPr sz="1600" b="1">
                <a:solidFill>
                  <a:srgbClr val="41AAAA"/>
                </a:solidFill>
              </a:defRPr>
            </a:pPr>
            <a:r>
              <a:rPr lang="zh-CN" altLang="en-US" sz="1599" b="1" dirty="0">
                <a:solidFill>
                  <a:prstClr val="white"/>
                </a:solidFill>
                <a:cs typeface="Arial"/>
                <a:sym typeface="Arial"/>
              </a:rPr>
              <a:t>执行设备参数</a:t>
            </a:r>
            <a:endParaRPr lang="en-US" sz="1599" b="1" kern="0" dirty="0">
              <a:solidFill>
                <a:prstClr val="white"/>
              </a:solidFill>
              <a:cs typeface="Arial"/>
              <a:sym typeface="Arial"/>
            </a:endParaRPr>
          </a:p>
        </p:txBody>
      </p:sp>
      <p:sp>
        <p:nvSpPr>
          <p:cNvPr id="216" name="Speech Bubble: Rectangle 215">
            <a:extLst>
              <a:ext uri="{FF2B5EF4-FFF2-40B4-BE49-F238E27FC236}">
                <a16:creationId xmlns:a16="http://schemas.microsoft.com/office/drawing/2014/main" id="{FBBFF459-792B-C2A7-ADBE-6696720B02CC}"/>
              </a:ext>
            </a:extLst>
          </p:cNvPr>
          <p:cNvSpPr/>
          <p:nvPr/>
        </p:nvSpPr>
        <p:spPr>
          <a:xfrm>
            <a:off x="9239766" y="4858170"/>
            <a:ext cx="2732998" cy="1790280"/>
          </a:xfrm>
          <a:prstGeom prst="wedgeRectCallout">
            <a:avLst>
              <a:gd name="adj1" fmla="val -60337"/>
              <a:gd name="adj2" fmla="val -1932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 anchorCtr="0"/>
          <a:lstStyle/>
          <a:p>
            <a:pPr algn="l"/>
            <a:endParaRPr lang="en-US" dirty="0"/>
          </a:p>
        </p:txBody>
      </p:sp>
      <p:sp>
        <p:nvSpPr>
          <p:cNvPr id="217" name="Textfeld 13">
            <a:extLst>
              <a:ext uri="{FF2B5EF4-FFF2-40B4-BE49-F238E27FC236}">
                <a16:creationId xmlns:a16="http://schemas.microsoft.com/office/drawing/2014/main" id="{9EA914A0-3A4B-5E45-AF10-8978030D69FA}"/>
              </a:ext>
            </a:extLst>
          </p:cNvPr>
          <p:cNvSpPr txBox="1"/>
          <p:nvPr/>
        </p:nvSpPr>
        <p:spPr>
          <a:xfrm>
            <a:off x="9343740" y="4867607"/>
            <a:ext cx="2559709" cy="18740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/>
          <a:p>
            <a:pPr defTabSz="914218" hangingPunct="0">
              <a:lnSpc>
                <a:spcPct val="110000"/>
              </a:lnSpc>
              <a:defRPr sz="1600" b="1">
                <a:solidFill>
                  <a:srgbClr val="41AAAA"/>
                </a:solidFill>
              </a:defRPr>
            </a:pPr>
            <a:r>
              <a:rPr lang="zh-CN" altLang="en-US" sz="1599" b="1" kern="0" dirty="0">
                <a:solidFill>
                  <a:schemeClr val="bg2"/>
                </a:solidFill>
                <a:cs typeface="Arial"/>
                <a:sym typeface="Arial"/>
              </a:rPr>
              <a:t>产量异常原因：</a:t>
            </a:r>
            <a:endParaRPr lang="en-US" altLang="zh-CN" sz="1599" b="1" kern="0" dirty="0">
              <a:solidFill>
                <a:schemeClr val="bg2"/>
              </a:solidFill>
              <a:cs typeface="Arial"/>
              <a:sym typeface="Arial"/>
            </a:endParaRPr>
          </a:p>
          <a:p>
            <a:pPr defTabSz="914218" hangingPunct="0">
              <a:lnSpc>
                <a:spcPct val="110000"/>
              </a:lnSpc>
              <a:defRPr sz="1600" b="1">
                <a:solidFill>
                  <a:srgbClr val="41AAAA"/>
                </a:solidFill>
              </a:defRPr>
            </a:pPr>
            <a:r>
              <a:rPr lang="en-US" altLang="zh-CN" sz="1599" b="1" kern="0" dirty="0">
                <a:solidFill>
                  <a:schemeClr val="bg2"/>
                </a:solidFill>
                <a:cs typeface="Arial"/>
                <a:sym typeface="Arial"/>
              </a:rPr>
              <a:t>- </a:t>
            </a:r>
            <a:r>
              <a:rPr lang="zh-CN" altLang="en-US" sz="1599" b="1" kern="0" dirty="0">
                <a:solidFill>
                  <a:schemeClr val="bg2"/>
                </a:solidFill>
                <a:cs typeface="Arial"/>
                <a:sym typeface="Arial"/>
              </a:rPr>
              <a:t>请关注车型</a:t>
            </a:r>
            <a:r>
              <a:rPr lang="en-US" altLang="zh-CN" sz="1599" b="1" kern="0" dirty="0">
                <a:solidFill>
                  <a:schemeClr val="bg2"/>
                </a:solidFill>
                <a:cs typeface="Arial"/>
                <a:sym typeface="Arial"/>
              </a:rPr>
              <a:t>1 </a:t>
            </a:r>
            <a:r>
              <a:rPr lang="zh-CN" altLang="en-US" sz="1599" b="1" kern="0" dirty="0">
                <a:solidFill>
                  <a:schemeClr val="bg2"/>
                </a:solidFill>
                <a:cs typeface="Arial"/>
                <a:sym typeface="Arial"/>
              </a:rPr>
              <a:t>在</a:t>
            </a:r>
            <a:r>
              <a:rPr lang="en-US" altLang="zh-CN" sz="1599" b="1" kern="0" dirty="0">
                <a:solidFill>
                  <a:schemeClr val="bg2"/>
                </a:solidFill>
                <a:cs typeface="Arial"/>
                <a:sym typeface="Arial"/>
              </a:rPr>
              <a:t>03</a:t>
            </a:r>
            <a:r>
              <a:rPr lang="zh-CN" altLang="en-US" sz="1599" b="1" kern="0" dirty="0">
                <a:solidFill>
                  <a:schemeClr val="bg2"/>
                </a:solidFill>
                <a:cs typeface="Arial"/>
                <a:sym typeface="Arial"/>
              </a:rPr>
              <a:t>工位的</a:t>
            </a:r>
            <a:endParaRPr lang="en-US" altLang="zh-CN" sz="1599" b="1" kern="0" dirty="0">
              <a:solidFill>
                <a:schemeClr val="bg2"/>
              </a:solidFill>
              <a:cs typeface="Arial"/>
              <a:sym typeface="Arial"/>
            </a:endParaRPr>
          </a:p>
          <a:p>
            <a:pPr defTabSz="914218" hangingPunct="0">
              <a:lnSpc>
                <a:spcPct val="110000"/>
              </a:lnSpc>
              <a:defRPr sz="1600" b="1">
                <a:solidFill>
                  <a:srgbClr val="41AAAA"/>
                </a:solidFill>
              </a:defRPr>
            </a:pPr>
            <a:r>
              <a:rPr lang="zh-CN" altLang="en-US" sz="1599" b="1" kern="0" dirty="0">
                <a:solidFill>
                  <a:schemeClr val="bg2"/>
                </a:solidFill>
                <a:cs typeface="Arial"/>
                <a:sym typeface="Arial"/>
              </a:rPr>
              <a:t>工艺设定</a:t>
            </a:r>
            <a:endParaRPr lang="en-US" altLang="zh-CN" sz="1599" b="1" kern="0" dirty="0">
              <a:solidFill>
                <a:schemeClr val="bg2"/>
              </a:solidFill>
              <a:cs typeface="Arial"/>
              <a:sym typeface="Arial"/>
            </a:endParaRPr>
          </a:p>
          <a:p>
            <a:pPr defTabSz="914218" hangingPunct="0">
              <a:lnSpc>
                <a:spcPct val="110000"/>
              </a:lnSpc>
              <a:defRPr sz="1600" b="1">
                <a:solidFill>
                  <a:srgbClr val="41AAAA"/>
                </a:solidFill>
              </a:defRPr>
            </a:pPr>
            <a:r>
              <a:rPr lang="en-US" sz="1599" b="1" dirty="0">
                <a:solidFill>
                  <a:schemeClr val="bg2"/>
                </a:solidFill>
                <a:cs typeface="Arial"/>
                <a:sym typeface="Arial"/>
              </a:rPr>
              <a:t>- </a:t>
            </a:r>
            <a:r>
              <a:rPr lang="zh-CN" altLang="en-US" sz="1599" b="1" dirty="0">
                <a:solidFill>
                  <a:schemeClr val="bg2"/>
                </a:solidFill>
                <a:cs typeface="Arial"/>
                <a:sym typeface="Arial"/>
              </a:rPr>
              <a:t>关注</a:t>
            </a:r>
            <a:r>
              <a:rPr lang="en-US" altLang="zh-CN" sz="1599" b="1" dirty="0">
                <a:solidFill>
                  <a:schemeClr val="bg2"/>
                </a:solidFill>
                <a:cs typeface="Arial"/>
                <a:sym typeface="Arial"/>
              </a:rPr>
              <a:t>04</a:t>
            </a:r>
            <a:r>
              <a:rPr lang="zh-CN" altLang="en-US" sz="1599" b="1" dirty="0">
                <a:solidFill>
                  <a:schemeClr val="bg2"/>
                </a:solidFill>
                <a:cs typeface="Arial"/>
                <a:sym typeface="Arial"/>
              </a:rPr>
              <a:t>工位拧紧设备的控制参数及运行状态</a:t>
            </a:r>
            <a:endParaRPr lang="en-US" altLang="zh-CN" sz="1599" b="1" dirty="0">
              <a:solidFill>
                <a:schemeClr val="bg2"/>
              </a:solidFill>
              <a:cs typeface="Arial"/>
              <a:sym typeface="Arial"/>
            </a:endParaRPr>
          </a:p>
          <a:p>
            <a:pPr defTabSz="914218" hangingPunct="0">
              <a:lnSpc>
                <a:spcPct val="110000"/>
              </a:lnSpc>
              <a:defRPr sz="1600" b="1">
                <a:solidFill>
                  <a:srgbClr val="41AAAA"/>
                </a:solidFill>
              </a:defRPr>
            </a:pPr>
            <a:r>
              <a:rPr lang="en-US" altLang="zh-CN" sz="1599" b="1" dirty="0">
                <a:solidFill>
                  <a:schemeClr val="bg2"/>
                </a:solidFill>
                <a:cs typeface="Arial"/>
                <a:sym typeface="Arial"/>
              </a:rPr>
              <a:t>- </a:t>
            </a:r>
            <a:r>
              <a:rPr lang="zh-CN" altLang="en-US" sz="1599" b="1" dirty="0">
                <a:solidFill>
                  <a:schemeClr val="bg2"/>
                </a:solidFill>
                <a:cs typeface="Arial"/>
                <a:sym typeface="Arial"/>
              </a:rPr>
              <a:t>提升对班次</a:t>
            </a:r>
            <a:r>
              <a:rPr lang="en-US" altLang="zh-CN" sz="1599" b="1" dirty="0">
                <a:solidFill>
                  <a:schemeClr val="bg2"/>
                </a:solidFill>
                <a:cs typeface="Arial"/>
                <a:sym typeface="Arial"/>
              </a:rPr>
              <a:t>X</a:t>
            </a:r>
            <a:r>
              <a:rPr lang="zh-CN" altLang="en-US" sz="1599" b="1" dirty="0">
                <a:solidFill>
                  <a:schemeClr val="bg2"/>
                </a:solidFill>
                <a:cs typeface="Arial"/>
                <a:sym typeface="Arial"/>
              </a:rPr>
              <a:t>的车型</a:t>
            </a:r>
            <a:r>
              <a:rPr lang="en-US" altLang="zh-CN" sz="1599" b="1" dirty="0">
                <a:solidFill>
                  <a:schemeClr val="bg2"/>
                </a:solidFill>
                <a:cs typeface="Arial"/>
                <a:sym typeface="Arial"/>
              </a:rPr>
              <a:t>1</a:t>
            </a:r>
            <a:r>
              <a:rPr lang="zh-CN" altLang="en-US" sz="1599" b="1" dirty="0">
                <a:solidFill>
                  <a:schemeClr val="bg2"/>
                </a:solidFill>
                <a:cs typeface="Arial"/>
                <a:sym typeface="Arial"/>
              </a:rPr>
              <a:t>培训</a:t>
            </a:r>
            <a:endParaRPr lang="en-US" altLang="zh-CN" sz="1599" b="1" dirty="0">
              <a:solidFill>
                <a:schemeClr val="bg2"/>
              </a:solidFill>
              <a:cs typeface="Arial"/>
              <a:sym typeface="Arial"/>
            </a:endParaRPr>
          </a:p>
          <a:p>
            <a:pPr defTabSz="914218" hangingPunct="0">
              <a:lnSpc>
                <a:spcPct val="110000"/>
              </a:lnSpc>
              <a:defRPr sz="1600" b="1">
                <a:solidFill>
                  <a:srgbClr val="41AAAA"/>
                </a:solidFill>
              </a:defRPr>
            </a:pPr>
            <a:endParaRPr lang="en-US" sz="1599" b="1" kern="0" dirty="0">
              <a:solidFill>
                <a:schemeClr val="bg2"/>
              </a:solidFill>
              <a:cs typeface="Arial"/>
              <a:sym typeface="Arial"/>
            </a:endParaRP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903A2954-8563-620E-1B8B-99B99F4D8C9F}"/>
              </a:ext>
            </a:extLst>
          </p:cNvPr>
          <p:cNvCxnSpPr>
            <a:cxnSpLocks/>
            <a:stCxn id="65" idx="6"/>
          </p:cNvCxnSpPr>
          <p:nvPr/>
        </p:nvCxnSpPr>
        <p:spPr>
          <a:xfrm flipV="1">
            <a:off x="7527254" y="1988414"/>
            <a:ext cx="1447604" cy="323378"/>
          </a:xfrm>
          <a:prstGeom prst="straightConnector1">
            <a:avLst/>
          </a:prstGeom>
          <a:ln w="9525">
            <a:solidFill>
              <a:schemeClr val="accent5">
                <a:lumMod val="60000"/>
                <a:lumOff val="40000"/>
              </a:schemeClr>
            </a:solidFill>
            <a:headEnd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16334B08-3BC6-8777-2E03-5BEA3A8E67DF}"/>
              </a:ext>
            </a:extLst>
          </p:cNvPr>
          <p:cNvSpPr/>
          <p:nvPr/>
        </p:nvSpPr>
        <p:spPr>
          <a:xfrm>
            <a:off x="8998581" y="1811938"/>
            <a:ext cx="2030243" cy="382635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 anchorCtr="0"/>
          <a:lstStyle/>
          <a:p>
            <a:pPr algn="l"/>
            <a:endParaRPr lang="en-US" dirty="0"/>
          </a:p>
        </p:txBody>
      </p:sp>
      <p:sp>
        <p:nvSpPr>
          <p:cNvPr id="24" name="Textfeld 13">
            <a:extLst>
              <a:ext uri="{FF2B5EF4-FFF2-40B4-BE49-F238E27FC236}">
                <a16:creationId xmlns:a16="http://schemas.microsoft.com/office/drawing/2014/main" id="{E29C767E-05FB-1D13-CDF6-C24CE07D3654}"/>
              </a:ext>
            </a:extLst>
          </p:cNvPr>
          <p:cNvSpPr txBox="1"/>
          <p:nvPr/>
        </p:nvSpPr>
        <p:spPr>
          <a:xfrm>
            <a:off x="9078275" y="1879097"/>
            <a:ext cx="2211522" cy="2514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/>
          <a:p>
            <a:pPr defTabSz="914218" hangingPunct="0">
              <a:lnSpc>
                <a:spcPct val="110000"/>
              </a:lnSpc>
              <a:defRPr sz="1600" b="1">
                <a:solidFill>
                  <a:srgbClr val="41AAAA"/>
                </a:solidFill>
              </a:defRPr>
            </a:pPr>
            <a:r>
              <a:rPr lang="zh-CN" altLang="en-US" sz="1599" b="1" dirty="0">
                <a:solidFill>
                  <a:schemeClr val="bg1"/>
                </a:solidFill>
                <a:cs typeface="Arial"/>
                <a:sym typeface="Arial"/>
              </a:rPr>
              <a:t>降低人员因素优先级</a:t>
            </a:r>
            <a:endParaRPr lang="en-US" sz="1599" b="1" kern="0" dirty="0">
              <a:solidFill>
                <a:schemeClr val="bg1"/>
              </a:solidFill>
              <a:cs typeface="Arial"/>
              <a:sym typeface="Arial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7408388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4189E2FC-365E-7627-3E59-AA0933C51D9C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96569159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639" imgH="642" progId="TCLayout.ActiveDocument.1">
                  <p:embed/>
                </p:oleObj>
              </mc:Choice>
              <mc:Fallback>
                <p:oleObj name="think-cell Slide" r:id="rId3" imgW="639" imgH="642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4189E2FC-365E-7627-3E59-AA0933C51D9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2A4973B0-40EB-23E9-675B-9B17F369F7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 dirty="0"/>
              <a:t>Contact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FF7FD08-9752-0DEC-8C36-E6469ACC345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noProof="0" dirty="0"/>
              <a:t>Published by Siemens </a:t>
            </a:r>
            <a:r>
              <a:rPr lang="en-US" altLang="zh-CN" dirty="0"/>
              <a:t>Technology</a:t>
            </a:r>
            <a:endParaRPr lang="en-US" noProof="0" dirty="0"/>
          </a:p>
          <a:p>
            <a:pPr lvl="1"/>
            <a:r>
              <a:rPr lang="en-US" altLang="zh-CN" noProof="0" dirty="0"/>
              <a:t>YU He</a:t>
            </a:r>
            <a:endParaRPr lang="en-US" noProof="0" dirty="0"/>
          </a:p>
          <a:p>
            <a:r>
              <a:rPr lang="en-US" altLang="zh-CN" noProof="0" dirty="0"/>
              <a:t>Expert Engineer</a:t>
            </a:r>
            <a:br>
              <a:rPr lang="en-US" noProof="0" dirty="0"/>
            </a:br>
            <a:r>
              <a:rPr lang="en-US" altLang="zh-CN" noProof="0" dirty="0"/>
              <a:t>Siemens Technology</a:t>
            </a:r>
            <a:r>
              <a:rPr lang="en-US" noProof="0" dirty="0"/>
              <a:t> / </a:t>
            </a:r>
            <a:r>
              <a:rPr lang="en-US" altLang="zh-CN" noProof="0" dirty="0"/>
              <a:t>China</a:t>
            </a:r>
            <a:r>
              <a:rPr lang="en-US" noProof="0" dirty="0"/>
              <a:t> / </a:t>
            </a:r>
            <a:r>
              <a:rPr lang="en-US" altLang="zh-CN" noProof="0" dirty="0"/>
              <a:t>T CED INW-CN</a:t>
            </a:r>
            <a:r>
              <a:rPr lang="en-US" noProof="0" dirty="0"/>
              <a:t> </a:t>
            </a:r>
          </a:p>
          <a:p>
            <a:r>
              <a:rPr lang="en-US" altLang="zh-CN" noProof="0" dirty="0"/>
              <a:t>Linghu Avenue</a:t>
            </a:r>
            <a:r>
              <a:rPr lang="en-US" noProof="0" dirty="0"/>
              <a:t> 200</a:t>
            </a:r>
            <a:br>
              <a:rPr lang="en-US" noProof="0" dirty="0"/>
            </a:br>
            <a:r>
              <a:rPr lang="en-US" dirty="0"/>
              <a:t>214135</a:t>
            </a:r>
            <a:r>
              <a:rPr lang="en-US" noProof="0" dirty="0"/>
              <a:t> </a:t>
            </a:r>
            <a:r>
              <a:rPr lang="en-US" altLang="zh-CN" noProof="0" dirty="0"/>
              <a:t>Wuxi</a:t>
            </a:r>
            <a:br>
              <a:rPr lang="en-US" noProof="0" dirty="0"/>
            </a:br>
            <a:r>
              <a:rPr lang="en-US" altLang="zh-CN" noProof="0" dirty="0"/>
              <a:t>P.R.</a:t>
            </a:r>
            <a:r>
              <a:rPr lang="en-US" noProof="0" dirty="0"/>
              <a:t>C</a:t>
            </a:r>
            <a:r>
              <a:rPr lang="en-US" altLang="zh-CN" noProof="0" dirty="0"/>
              <a:t>hina</a:t>
            </a:r>
            <a:endParaRPr lang="en-US" noProof="0" dirty="0"/>
          </a:p>
          <a:p>
            <a:pPr lvl="1"/>
            <a:r>
              <a:rPr lang="en-US" noProof="0" dirty="0"/>
              <a:t>Phone +</a:t>
            </a:r>
            <a:r>
              <a:rPr lang="en-US" dirty="0"/>
              <a:t>86</a:t>
            </a:r>
            <a:r>
              <a:rPr lang="en-US" noProof="0" dirty="0"/>
              <a:t> 510 8538 7652</a:t>
            </a:r>
          </a:p>
          <a:p>
            <a:pPr lvl="1"/>
            <a:r>
              <a:rPr lang="en-US" dirty="0"/>
              <a:t>Mobile +86 18921506861</a:t>
            </a:r>
          </a:p>
          <a:p>
            <a:pPr lvl="1"/>
            <a:r>
              <a:rPr lang="en-US" noProof="0" dirty="0"/>
              <a:t>E-mail</a:t>
            </a:r>
            <a:r>
              <a:rPr lang="zh-CN" altLang="en-US" noProof="0" dirty="0"/>
              <a:t>：</a:t>
            </a:r>
            <a:r>
              <a:rPr lang="en-US" noProof="0" dirty="0"/>
              <a:t> </a:t>
            </a:r>
            <a:r>
              <a:rPr lang="en-US" altLang="zh-CN" noProof="0" dirty="0"/>
              <a:t>yu-he@siemens.com</a:t>
            </a:r>
            <a:endParaRPr lang="en-US" noProof="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5F15C2C-EBE3-A542-61B1-34BE23ECC4E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 | © Siemens 2023 | T CED INW-CN </a:t>
            </a:r>
            <a:r>
              <a:rPr lang="en-US"/>
              <a:t>| 2023-09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9541DB6-AB38-ED34-BB1B-B1F1D722CCF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2923230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E4P_STYLE_ID" val="deb55b3a-33d8-40d4-a2a5-00d73ccd4da4"/>
  <p:tag name="THINKCELLPRESENTATIONDONOTDELETE" val="&lt;?xml version=&quot;1.0&quot; encoding=&quot;UTF-16&quot; standalone=&quot;yes&quot;?&gt;&lt;root reqver=&quot;28224&quot;&gt;&lt;version val=&quot;35182&quot;/&gt;&lt;CPresentation id=&quot;1&quot;&gt;&lt;m_precDefaultNumber&gt;&lt;m_bNumberIsYear val=&quot;1&quot;/&gt;&lt;m_chMinusSymbol&gt;-&lt;/m_chMinusSymbol&gt;&lt;m_chDecimalSymbol17909&gt;.&lt;/m_chDecimalSymbol17909&gt;&lt;m_nGroupingDigits17909 val=&quot;3&quot;/&gt;&lt;m_chGroupingSymbol17909&gt;,&lt;/m_chGroupingSymbol17909&gt;&lt;m_yearfmt&gt;&lt;begin val=&quot;0&quot;/&gt;&lt;end val=&quot;4&quot;/&gt;&lt;/m_yearfmt&gt;&lt;/m_precDefaultNumber&gt;&lt;m_precDefaultPercent&gt;&lt;m_bNumberIsYear val=&quot;1&quot;/&gt;&lt;m_chMinusSymbol&gt;-&lt;/m_chMinusSymbol&gt;&lt;m_nDecimalDigits17909 val=&quot;0&quot;/&gt;&lt;m_chDecimalSymbol17909&gt;.&lt;/m_chDecimalSymbol17909&gt;&lt;m_nGroupingDigits17909 val=&quot;3&quot;/&gt;&lt;m_chGroupingSymbol17909&gt;,&lt;/m_chGroupingSymbol17909&gt;&lt;m_strSuffix17909&gt;%&lt;/m_strSuffix17909&gt;&lt;m_yearfmt&gt;&lt;begin val=&quot;0&quot;/&gt;&lt;end val=&quot;4&quot;/&gt;&lt;/m_yearfmt&gt;&lt;/m_precDefaultPercent&gt;&lt;m_precDefaultDate&gt;&lt;m_bNumberIsYear val=&quot;0&quot;/&gt;&lt;m_strFormatTime&gt;%#m/%#d/%Y&lt;/m_strFormatTime&gt;&lt;m_yearfmt&gt;&lt;begin val=&quot;0&quot;/&gt;&lt;end val=&quot;0&quot;/&gt;&lt;/m_yearfmt&gt;&lt;/m_precDefaultDate&gt;&lt;m_precDefaultDay&gt;&lt;m_yearfmt&gt;&lt;begin val=&quot;0&quot;/&gt;&lt;end val=&quot;4&quot;/&gt;&lt;/m_yearfmt&gt;&lt;/m_precDefaultDay&gt;&lt;m_precDefaultWeek&gt;&lt;m_yearfmt&gt;&lt;begin val=&quot;0&quot;/&gt;&lt;end val=&quot;4&quot;/&gt;&lt;/m_yearfmt&gt;&lt;/m_precDefaultWeek&gt;&lt;m_precDefaultMonth&gt;&lt;m_yearfmt&gt;&lt;begin val=&quot;0&quot;/&gt;&lt;end val=&quot;4&quot;/&gt;&lt;/m_yearfmt&gt;&lt;/m_precDefaultMonth&gt;&lt;m_precDefaultQuarter&gt;&lt;m_yearfmt&gt;&lt;begin val=&quot;0&quot;/&gt;&lt;end val=&quot;4&quot;/&gt;&lt;/m_yearfmt&gt;&lt;/m_precDefaultQuarter&gt;&lt;m_precDefaultYear&gt;&lt;m_yearfmt&gt;&lt;begin val=&quot;0&quot;/&gt;&lt;end val=&quot;4&quot;/&gt;&lt;/m_yearfmt&gt;&lt;/m_precDefaultYear&gt;&lt;m_precDefaultFYDay&gt;&lt;m_yearfmt&gt;&lt;begin val=&quot;0&quot;/&gt;&lt;end val=&quot;4&quot;/&gt;&lt;/m_yearfmt&gt;&lt;/m_precDefaultFYDay&gt;&lt;m_precDefaultFYWeek&gt;&lt;m_yearfmt&gt;&lt;begin val=&quot;0&quot;/&gt;&lt;end val=&quot;4&quot;/&gt;&lt;/m_yearfmt&gt;&lt;/m_precDefaultFYWeek&gt;&lt;m_precDefaultFYMonth&gt;&lt;m_yearfmt&gt;&lt;begin val=&quot;0&quot;/&gt;&lt;end val=&quot;4&quot;/&gt;&lt;/m_yearfmt&gt;&lt;/m_precDefaultFYMonth&gt;&lt;m_precDefaultFYQuarter&gt;&lt;m_yearfmt&gt;&lt;begin val=&quot;0&quot;/&gt;&lt;end val=&quot;4&quot;/&gt;&lt;/m_yearfmt&gt;&lt;/m_precDefaultFYQuarter&gt;&lt;m_precDefaultFYYear&gt;&lt;m_yearfmt&gt;&lt;begin val=&quot;0&quot;/&gt;&lt;end val=&quot;4&quot;/&gt;&lt;/m_yearfmt&gt;&lt;/m_precDefaultFYYear&gt;&lt;m_mruColor&gt;&lt;m_vecMRU length=&quot;0&quot;/&gt;&lt;/m_mruColor&gt;&lt;m_eweekdayFirstOfWeek val=&quot;1&quot;/&gt;&lt;m_eweekdayFirstOfWorkweek val=&quot;2&quot;/&gt;&lt;m_eweekdayFirstOfWeekend val=&quot;7&quot;/&gt;&lt;/CPresentation&gt;&lt;/root&gt;"/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E4P_STRETCH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E4P_STRETCH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E4P_STRETCH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FILLFIXED" val="True"/>
  <p:tag name="CDT_LINEFIXED" val="True"/>
  <p:tag name="CDT_FILLUNVISIBLE" val="False"/>
  <p:tag name="CDT_LINEUNVISIBLE" val="True"/>
  <p:tag name="CDT_COLBF_NEW" val="19"/>
  <p:tag name="CDT_COLFF_NEW" val="19"/>
  <p:tag name="CDT_EXTCOL" val="True"/>
  <p:tag name="CDT_COLTX_NEW" val="20"/>
  <p:tag name="CDT_TARGETSHAPE_NEW" val="3"/>
  <p:tag name="CDT_PROT" val="4"/>
  <p:tag name="CDT_PROT_TOP" val="235,2668"/>
  <p:tag name="CDT_PROT_LEFT" val="26,62496"/>
  <p:tag name="CDT_PROT_WIDTH" val="933,8749"/>
  <p:tag name="CDT_PROT_HEIGHT" val="99,70441"/>
  <p:tag name="CDT_DELETE_ONEVENT_NEWPRES" val="Fals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E4P_STRETCH" val="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FILLFIXED" val="True"/>
  <p:tag name="CDT_LINEFIXED" val="True"/>
  <p:tag name="CDT_FILLUNVISIBLE" val="False"/>
  <p:tag name="CDT_LINEUNVISIBLE" val="True"/>
  <p:tag name="CDT_COLBF_NEW" val="19"/>
  <p:tag name="CDT_COLFF_NEW" val="19"/>
  <p:tag name="CDT_EXTCOL" val="True"/>
  <p:tag name="CDT_COLTX_NEW" val="20"/>
  <p:tag name="CDT_TARGETSHAPE_NEW" val="3"/>
  <p:tag name="CDT_PROT" val="4"/>
  <p:tag name="CDT_PROT_TOP" val="235,2668"/>
  <p:tag name="CDT_PROT_LEFT" val="26,62496"/>
  <p:tag name="CDT_PROT_WIDTH" val="933,8749"/>
  <p:tag name="CDT_PROT_HEIGHT" val="99,70441"/>
  <p:tag name="CDT_DELETE_ONEVENT_NEWPRES" val="Fals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FILLFIXED" val="True"/>
  <p:tag name="CDT_LINEFIXED" val="True"/>
  <p:tag name="CDT_FILLUNVISIBLE" val="False"/>
  <p:tag name="CDT_LINEUNVISIBLE" val="True"/>
  <p:tag name="CDT_COLBF_NEW" val="19"/>
  <p:tag name="CDT_COLFF_NEW" val="19"/>
  <p:tag name="CDT_EXTCOL" val="True"/>
  <p:tag name="CDT_COLTX_NEW" val="20"/>
  <p:tag name="CDT_TARGETSHAPE_NEW" val="3"/>
  <p:tag name="CDT_PROT" val="4"/>
  <p:tag name="CDT_PROT_TOP" val="235,2668"/>
  <p:tag name="CDT_PROT_LEFT" val="26,62496"/>
  <p:tag name="CDT_PROT_WIDTH" val="933,8749"/>
  <p:tag name="CDT_PROT_HEIGHT" val="99,70441"/>
  <p:tag name="CDT_DELETE_ONEVENT_NEWPRES" val="Fals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E4P_STRETCH" val="1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Siemens 2022">
  <a:themeElements>
    <a:clrScheme name="Siemens AG Theme Color">
      <a:dk1>
        <a:srgbClr val="000000"/>
      </a:dk1>
      <a:lt1>
        <a:sysClr val="window" lastClr="FFFFFF"/>
      </a:lt1>
      <a:dk2>
        <a:srgbClr val="000028"/>
      </a:dk2>
      <a:lt2>
        <a:srgbClr val="F3F3F0"/>
      </a:lt2>
      <a:accent1>
        <a:srgbClr val="009999"/>
      </a:accent1>
      <a:accent2>
        <a:srgbClr val="00D7A0"/>
      </a:accent2>
      <a:accent3>
        <a:srgbClr val="00BEDC"/>
      </a:accent3>
      <a:accent4>
        <a:srgbClr val="0087BE"/>
      </a:accent4>
      <a:accent5>
        <a:srgbClr val="00557C"/>
      </a:accent5>
      <a:accent6>
        <a:srgbClr val="000028"/>
      </a:accent6>
      <a:hlink>
        <a:srgbClr val="00C1B6"/>
      </a:hlink>
      <a:folHlink>
        <a:srgbClr val="00C1B6"/>
      </a:folHlink>
    </a:clrScheme>
    <a:fontScheme name="SIEMENS">
      <a:majorFont>
        <a:latin typeface="Siemens Sans"/>
        <a:ea typeface="Siemens Sans Global"/>
        <a:cs typeface=""/>
      </a:majorFont>
      <a:minorFont>
        <a:latin typeface="Siemens Sans"/>
        <a:ea typeface="Siemens Sans Global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lIns="108000" tIns="72000" rIns="108000" bIns="72000" rtlCol="0" anchor="t" anchorCtr="0"/>
      <a:lstStyle>
        <a:defPPr algn="l">
          <a:defRPr dirty="0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9525">
          <a:solidFill>
            <a:schemeClr val="accent1"/>
          </a:solidFill>
          <a:headEnd w="lg" len="lg"/>
          <a:tailEnd type="none" w="lg" len="lg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>
          <a:defRPr dirty="0" err="1" smtClean="0">
            <a:solidFill>
              <a:schemeClr val="tx1"/>
            </a:solidFill>
          </a:defRPr>
        </a:defPPr>
      </a:lstStyle>
    </a:txDef>
  </a:objectDefaults>
  <a:extraClrSchemeLst/>
  <a:custClrLst>
    <a:custClr name="Siemens Petrol | 0 153 153">
      <a:srgbClr val="009999"/>
    </a:custClr>
    <a:custClr name="Light Petrol | 0 193 182">
      <a:srgbClr val="00C1B6"/>
    </a:custClr>
    <a:custClr name="Dark Sand | 170 170 150">
      <a:srgbClr val="AAAA96"/>
    </a:custClr>
    <a:custClr name="Dark Yellow | 247 198 0">
      <a:srgbClr val="F7C600"/>
    </a:custClr>
    <a:custClr name="Dark Green | 0 100 110">
      <a:srgbClr val="00646E"/>
    </a:custClr>
    <a:custClr name="Dark Blue | 0 85 124">
      <a:srgbClr val="00557C"/>
    </a:custClr>
    <a:custClr name="Dark Purple | 85 59 163">
      <a:srgbClr val="553BA3"/>
    </a:custClr>
    <a:custClr name="Deep Blue | 0 0 40">
      <a:srgbClr val="000028"/>
    </a:custClr>
    <a:custClr name="Deep Blue 40% (Gray) | 153 153 169">
      <a:srgbClr val="9999A9"/>
    </a:custClr>
    <a:custClr name="Red | 239 1 55">
      <a:srgbClr val="EF0137"/>
    </a:custClr>
    <a:custClr name="Bold Green">
      <a:srgbClr val="00FFB9"/>
    </a:custClr>
    <a:custClr name="Deep Blue | 0 0 40">
      <a:srgbClr val="000028"/>
    </a:custClr>
    <a:custClr name="Soft Sand | 197 197 184">
      <a:srgbClr val="C5C5B8"/>
    </a:custClr>
    <a:custClr name="Yellow | 255 215 50">
      <a:srgbClr val="FFD732"/>
    </a:custClr>
    <a:custClr name="Green | 0 175 142">
      <a:srgbClr val="00AF8E"/>
    </a:custClr>
    <a:custClr name="Blue | 0 135 190">
      <a:srgbClr val="0087BE"/>
    </a:custClr>
    <a:custClr name="Purple | 128 92 255">
      <a:srgbClr val="805CFF"/>
    </a:custClr>
    <a:custClr name="Deep Blue 80% | 51 51 83">
      <a:srgbClr val="333353"/>
    </a:custClr>
    <a:custClr name="Deep Blue 20% (Soft Gray) | 204 204 212">
      <a:srgbClr val="CCCCD4"/>
    </a:custClr>
    <a:custClr name="Dark Orange | 236 102 2">
      <a:srgbClr val="EC6602"/>
    </a:custClr>
    <a:custClr name="Bold Blue">
      <a:srgbClr val="00E6DC"/>
    </a:custClr>
    <a:custClr name="Light Sand | 243 243 240">
      <a:srgbClr val="F3F3F0"/>
    </a:custClr>
    <a:custClr name="Bright Sand | 223 223 217">
      <a:srgbClr val="DFDFD9"/>
    </a:custClr>
    <a:custClr name="Soft Yellow | 255 226 112">
      <a:srgbClr val="FFE270"/>
    </a:custClr>
    <a:custClr name="Soft Green | 0 215 160">
      <a:srgbClr val="00D7A0"/>
    </a:custClr>
    <a:custClr name="Soft Blue | 0 190 220">
      <a:srgbClr val="00BEDC"/>
    </a:custClr>
    <a:custClr name="Soft Purple | 180 168 255">
      <a:srgbClr val="B4A8FF"/>
    </a:custClr>
    <a:custClr name="Deep Blue 60% (Dark Gray) | 102 102 126">
      <a:srgbClr val="66667E"/>
    </a:custClr>
    <a:custClr name="Deep Blue 10% (Light Gray) | 229 229 233">
      <a:srgbClr val="E5E5E9"/>
    </a:custClr>
    <a:custClr name="Orange | 255 144 0">
      <a:srgbClr val="FF9000"/>
    </a:custClr>
  </a:custClrLst>
  <a:extLst>
    <a:ext uri="{05A4C25C-085E-4340-85A3-A5531E510DB2}">
      <thm15:themeFamily xmlns:thm15="http://schemas.microsoft.com/office/thememl/2012/main" name="sie-ppt-O365-16x9-standard-eng-v3-4-3.pptx" id="{610F14FA-6370-4702-910B-FD07F822D983}" vid="{AA31864D-3AE4-4975-9E71-C341E134A110}"/>
    </a:ext>
  </a:extLst>
</a:theme>
</file>

<file path=ppt/theme/theme2.xml><?xml version="1.0" encoding="utf-8"?>
<a:theme xmlns:a="http://schemas.openxmlformats.org/drawingml/2006/main" name="Office Theme">
  <a:themeElements>
    <a:clrScheme name="Siemens AG Theme Color">
      <a:dk1>
        <a:srgbClr val="000000"/>
      </a:dk1>
      <a:lt1>
        <a:sysClr val="window" lastClr="FFFFFF"/>
      </a:lt1>
      <a:dk2>
        <a:srgbClr val="000028"/>
      </a:dk2>
      <a:lt2>
        <a:srgbClr val="F3F3F0"/>
      </a:lt2>
      <a:accent1>
        <a:srgbClr val="009999"/>
      </a:accent1>
      <a:accent2>
        <a:srgbClr val="00D7A0"/>
      </a:accent2>
      <a:accent3>
        <a:srgbClr val="00BEDC"/>
      </a:accent3>
      <a:accent4>
        <a:srgbClr val="0087BE"/>
      </a:accent4>
      <a:accent5>
        <a:srgbClr val="00557C"/>
      </a:accent5>
      <a:accent6>
        <a:srgbClr val="000028"/>
      </a:accent6>
      <a:hlink>
        <a:srgbClr val="00FFB9"/>
      </a:hlink>
      <a:folHlink>
        <a:srgbClr val="00E6DC"/>
      </a:folHlink>
    </a:clrScheme>
    <a:fontScheme name="Siemens AG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custClrLst>
    <a:custClr name="Siemens Petrol | 0 153 153">
      <a:srgbClr val="009999"/>
    </a:custClr>
    <a:custClr name="Light Petrol | 0 193 182">
      <a:srgbClr val="00C1B6"/>
    </a:custClr>
    <a:custClr name="Dark Sand | 170 170 150">
      <a:srgbClr val="AAAA96"/>
    </a:custClr>
    <a:custClr name="Dark Yellow | 247 198 0">
      <a:srgbClr val="F7C600"/>
    </a:custClr>
    <a:custClr name="Dark Green | 0 100 110">
      <a:srgbClr val="00646E"/>
    </a:custClr>
    <a:custClr name="Dark Blue | 0 85 124">
      <a:srgbClr val="00557C"/>
    </a:custClr>
    <a:custClr name="Dark Purple | 85 59 163">
      <a:srgbClr val="553BA3"/>
    </a:custClr>
    <a:custClr name="Deep Blue | 0 0 40">
      <a:srgbClr val="000028"/>
    </a:custClr>
    <a:custClr name="Deep Blue 40% (Gray) | 153 153 169">
      <a:srgbClr val="9999A9"/>
    </a:custClr>
    <a:custClr name="Red | 239 1 55">
      <a:srgbClr val="EF0137"/>
    </a:custClr>
    <a:custClr name="Bold Green">
      <a:srgbClr val="00FFB9"/>
    </a:custClr>
    <a:custClr name="Deep Blue | 0 0 40">
      <a:srgbClr val="000028"/>
    </a:custClr>
    <a:custClr name="Soft Sand | 197 197 184">
      <a:srgbClr val="C5C5B8"/>
    </a:custClr>
    <a:custClr name="Yellow | 255 215 50">
      <a:srgbClr val="FFD732"/>
    </a:custClr>
    <a:custClr name="Green | 0 175 142">
      <a:srgbClr val="00AF8E"/>
    </a:custClr>
    <a:custClr name="Blue | 0 135 190">
      <a:srgbClr val="0087BE"/>
    </a:custClr>
    <a:custClr name="Purple | 128 92 255">
      <a:srgbClr val="805CFF"/>
    </a:custClr>
    <a:custClr name="Deep Blue 80% | 51 51 83">
      <a:srgbClr val="333353"/>
    </a:custClr>
    <a:custClr name="Deep Blue 20% (Soft Gray) | 204 204 212">
      <a:srgbClr val="CCCCD4"/>
    </a:custClr>
    <a:custClr name="Dark Orange | 236 102 2">
      <a:srgbClr val="EC6602"/>
    </a:custClr>
    <a:custClr name="Bold Blue">
      <a:srgbClr val="00E6DC"/>
    </a:custClr>
    <a:custClr name="Light Sand | 243 243 240">
      <a:srgbClr val="F3F3F0"/>
    </a:custClr>
    <a:custClr name="Bright Sand | 223 223 217">
      <a:srgbClr val="DFDFD9"/>
    </a:custClr>
    <a:custClr name="Soft Yellow | 255 226 112">
      <a:srgbClr val="FFE270"/>
    </a:custClr>
    <a:custClr name="Soft Green | 0 215 160">
      <a:srgbClr val="00D7A0"/>
    </a:custClr>
    <a:custClr name="Soft Blue | 0 190 220">
      <a:srgbClr val="00BEDC"/>
    </a:custClr>
    <a:custClr name="Soft Purple | 180 168 255">
      <a:srgbClr val="B4A8FF"/>
    </a:custClr>
    <a:custClr name="Deep Blue 60% (Dark Gray) | 102 102 126">
      <a:srgbClr val="66667E"/>
    </a:custClr>
    <a:custClr name="Deep Blue 10% (Light Gray) | 229 229 233">
      <a:srgbClr val="E5E5E9"/>
    </a:custClr>
    <a:custClr name="Orange | 255 144 0">
      <a:srgbClr val="FF9000"/>
    </a:custClr>
  </a:custClr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Siemens AG Theme Color">
      <a:dk1>
        <a:srgbClr val="000000"/>
      </a:dk1>
      <a:lt1>
        <a:sysClr val="window" lastClr="FFFFFF"/>
      </a:lt1>
      <a:dk2>
        <a:srgbClr val="000028"/>
      </a:dk2>
      <a:lt2>
        <a:srgbClr val="F3F3F0"/>
      </a:lt2>
      <a:accent1>
        <a:srgbClr val="009999"/>
      </a:accent1>
      <a:accent2>
        <a:srgbClr val="00D7A0"/>
      </a:accent2>
      <a:accent3>
        <a:srgbClr val="00BEDC"/>
      </a:accent3>
      <a:accent4>
        <a:srgbClr val="0087BE"/>
      </a:accent4>
      <a:accent5>
        <a:srgbClr val="00557C"/>
      </a:accent5>
      <a:accent6>
        <a:srgbClr val="000028"/>
      </a:accent6>
      <a:hlink>
        <a:srgbClr val="00FFB9"/>
      </a:hlink>
      <a:folHlink>
        <a:srgbClr val="00E6DC"/>
      </a:folHlink>
    </a:clrScheme>
    <a:fontScheme name="Siemens AG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custClrLst>
    <a:custClr name="Siemens Petrol | 0 153 153">
      <a:srgbClr val="009999"/>
    </a:custClr>
    <a:custClr name="Light Petrol | 0 193 182">
      <a:srgbClr val="00C1B6"/>
    </a:custClr>
    <a:custClr name="Dark Sand | 170 170 150">
      <a:srgbClr val="AAAA96"/>
    </a:custClr>
    <a:custClr name="Dark Yellow | 247 198 0">
      <a:srgbClr val="F7C600"/>
    </a:custClr>
    <a:custClr name="Dark Green | 0 100 110">
      <a:srgbClr val="00646E"/>
    </a:custClr>
    <a:custClr name="Dark Blue | 0 85 124">
      <a:srgbClr val="00557C"/>
    </a:custClr>
    <a:custClr name="Dark Purple | 85 59 163">
      <a:srgbClr val="553BA3"/>
    </a:custClr>
    <a:custClr name="Deep Blue | 0 0 40">
      <a:srgbClr val="000028"/>
    </a:custClr>
    <a:custClr name="Deep Blue 40% (Gray) | 153 153 169">
      <a:srgbClr val="9999A9"/>
    </a:custClr>
    <a:custClr name="Red | 239 1 55">
      <a:srgbClr val="EF0137"/>
    </a:custClr>
    <a:custClr name="Bold Green">
      <a:srgbClr val="00FFB9"/>
    </a:custClr>
    <a:custClr name="Deep Blue | 0 0 40">
      <a:srgbClr val="000028"/>
    </a:custClr>
    <a:custClr name="Soft Sand | 197 197 184">
      <a:srgbClr val="C5C5B8"/>
    </a:custClr>
    <a:custClr name="Yellow | 255 215 50">
      <a:srgbClr val="FFD732"/>
    </a:custClr>
    <a:custClr name="Green | 0 175 142">
      <a:srgbClr val="00AF8E"/>
    </a:custClr>
    <a:custClr name="Blue | 0 135 190">
      <a:srgbClr val="0087BE"/>
    </a:custClr>
    <a:custClr name="Purple | 128 92 255">
      <a:srgbClr val="805CFF"/>
    </a:custClr>
    <a:custClr name="Deep Blue 80% | 51 51 83">
      <a:srgbClr val="333353"/>
    </a:custClr>
    <a:custClr name="Deep Blue 20% (Soft Gray) | 204 204 212">
      <a:srgbClr val="CCCCD4"/>
    </a:custClr>
    <a:custClr name="Dark Orange | 236 102 2">
      <a:srgbClr val="EC6602"/>
    </a:custClr>
    <a:custClr name="Bold Blue">
      <a:srgbClr val="00E6DC"/>
    </a:custClr>
    <a:custClr name="Light Sand | 243 243 240">
      <a:srgbClr val="F3F3F0"/>
    </a:custClr>
    <a:custClr name="Bright Sand | 223 223 217">
      <a:srgbClr val="DFDFD9"/>
    </a:custClr>
    <a:custClr name="Soft Yellow | 255 226 112">
      <a:srgbClr val="FFE270"/>
    </a:custClr>
    <a:custClr name="Soft Green | 0 215 160">
      <a:srgbClr val="00D7A0"/>
    </a:custClr>
    <a:custClr name="Soft Blue | 0 190 220">
      <a:srgbClr val="00BEDC"/>
    </a:custClr>
    <a:custClr name="Soft Purple | 180 168 255">
      <a:srgbClr val="B4A8FF"/>
    </a:custClr>
    <a:custClr name="Deep Blue 60% (Dark Gray) | 102 102 126">
      <a:srgbClr val="66667E"/>
    </a:custClr>
    <a:custClr name="Deep Blue 10% (Light Gray) | 229 229 233">
      <a:srgbClr val="E5E5E9"/>
    </a:custClr>
    <a:custClr name="Orange | 255 144 0">
      <a:srgbClr val="FF9000"/>
    </a:custClr>
  </a:custClr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5049</TotalTime>
  <Words>1191</Words>
  <Application>Microsoft Office PowerPoint</Application>
  <PresentationFormat>Widescreen</PresentationFormat>
  <Paragraphs>161</Paragraphs>
  <Slides>7</Slides>
  <Notes>6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Siemens Sans Global</vt:lpstr>
      <vt:lpstr>Arial</vt:lpstr>
      <vt:lpstr>Siemens Sans</vt:lpstr>
      <vt:lpstr>Wingdings</vt:lpstr>
      <vt:lpstr>Siemens 2022</vt:lpstr>
      <vt:lpstr>think-cell Slide</vt:lpstr>
      <vt:lpstr>Algorithms of Root Cause Analysis </vt:lpstr>
      <vt:lpstr>Stages of enterprise digital development 企业数字化发展的必然阶段</vt:lpstr>
      <vt:lpstr>Root Cause Analysis based on SiPlant 基于SiPlant构建队列模型 进行根因分析   </vt:lpstr>
      <vt:lpstr>LineBody Model 线体模型    </vt:lpstr>
      <vt:lpstr>Service Rules Models of WorkStation 工作站服务规则模型   </vt:lpstr>
      <vt:lpstr>Use Case: Root cause analysis for abnormal production 用例：产量异常根因分析  </vt:lpstr>
      <vt:lpstr>Contact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Siemens AG PowerPoint Presentation</dc:title>
  <cp:keywords>Template</cp:keywords>
  <dc:description>Version 3.4.3
December 2022</dc:description>
  <cp:lastModifiedBy>Yu, He (T CED INW-CN)</cp:lastModifiedBy>
  <cp:revision>57</cp:revision>
  <cp:lastPrinted>1999-12-31T16:00:00Z</cp:lastPrinted>
  <dcterms:created xsi:type="dcterms:W3CDTF">2023-06-09T01:11:26Z</dcterms:created>
  <dcterms:modified xsi:type="dcterms:W3CDTF">2023-10-25T03:08:20Z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ocument number">
    <vt:lpwstr>4.0.0</vt:lpwstr>
  </property>
  <property fmtid="{D5CDD505-2E9C-101B-9397-08002B2CF9AE}" pid="3" name="Language">
    <vt:lpwstr>English</vt:lpwstr>
  </property>
  <property fmtid="{D5CDD505-2E9C-101B-9397-08002B2CF9AE}" pid="4" name="MSIP_Label_707c3c3c-9479-4e9e-ace6-d736970bf3b0_Enabled">
    <vt:lpwstr>true</vt:lpwstr>
  </property>
  <property fmtid="{D5CDD505-2E9C-101B-9397-08002B2CF9AE}" pid="5" name="MSIP_Label_707c3c3c-9479-4e9e-ace6-d736970bf3b0_SetDate">
    <vt:lpwstr>2023-09-25T04:05:32Z</vt:lpwstr>
  </property>
  <property fmtid="{D5CDD505-2E9C-101B-9397-08002B2CF9AE}" pid="6" name="MSIP_Label_707c3c3c-9479-4e9e-ace6-d736970bf3b0_Method">
    <vt:lpwstr>Privileged</vt:lpwstr>
  </property>
  <property fmtid="{D5CDD505-2E9C-101B-9397-08002B2CF9AE}" pid="7" name="MSIP_Label_707c3c3c-9479-4e9e-ace6-d736970bf3b0_Name">
    <vt:lpwstr>confidential-default</vt:lpwstr>
  </property>
  <property fmtid="{D5CDD505-2E9C-101B-9397-08002B2CF9AE}" pid="8" name="MSIP_Label_707c3c3c-9479-4e9e-ace6-d736970bf3b0_SiteId">
    <vt:lpwstr>38ae3bcd-9579-4fd4-adda-b42e1495d55a</vt:lpwstr>
  </property>
  <property fmtid="{D5CDD505-2E9C-101B-9397-08002B2CF9AE}" pid="9" name="MSIP_Label_707c3c3c-9479-4e9e-ace6-d736970bf3b0_ActionId">
    <vt:lpwstr>725f5544-c70a-4483-9eff-f10bb06fdf4b</vt:lpwstr>
  </property>
  <property fmtid="{D5CDD505-2E9C-101B-9397-08002B2CF9AE}" pid="10" name="MSIP_Label_707c3c3c-9479-4e9e-ace6-d736970bf3b0_ContentBits">
    <vt:lpwstr>0</vt:lpwstr>
  </property>
  <property fmtid="{D5CDD505-2E9C-101B-9397-08002B2CF9AE}" pid="11" name="Document_Confidentiality">
    <vt:lpwstr>Confidential</vt:lpwstr>
  </property>
</Properties>
</file>