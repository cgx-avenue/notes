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67" r:id="rId5"/>
  </p:sldMasterIdLst>
  <p:notesMasterIdLst>
    <p:notesMasterId r:id="rId12"/>
  </p:notesMasterIdLst>
  <p:handoutMasterIdLst>
    <p:handoutMasterId r:id="rId13"/>
  </p:handoutMasterIdLst>
  <p:sldIdLst>
    <p:sldId id="1221" r:id="rId6"/>
    <p:sldId id="2147375978" r:id="rId7"/>
    <p:sldId id="2147375979" r:id="rId8"/>
    <p:sldId id="2147375970" r:id="rId9"/>
    <p:sldId id="2147375972" r:id="rId10"/>
    <p:sldId id="274" r:id="rId1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20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ny Welle" initials="DW" lastIdx="1" clrIdx="0">
    <p:extLst>
      <p:ext uri="{19B8F6BF-5375-455C-9EA6-DF929625EA0E}">
        <p15:presenceInfo xmlns:p15="http://schemas.microsoft.com/office/powerpoint/2012/main" userId="S::denwelle1@publicisgroupe.net::08b00602-60fa-48c3-96fb-06a947b67cdf" providerId="AD"/>
      </p:ext>
    </p:extLst>
  </p:cmAuthor>
  <p:cmAuthor id="2" name="Hohlweck, Jonas (DI FA MF PCF)" initials="HJ(FMP" lastIdx="1" clrIdx="1">
    <p:extLst>
      <p:ext uri="{19B8F6BF-5375-455C-9EA6-DF929625EA0E}">
        <p15:presenceInfo xmlns:p15="http://schemas.microsoft.com/office/powerpoint/2012/main" userId="S::jonas.hohlweck@siemens.com::3f4f3b80-88b6-4c15-ae89-3b391989eb2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A33"/>
    <a:srgbClr val="010C35"/>
    <a:srgbClr val="FFFFFF"/>
    <a:srgbClr val="24C898"/>
    <a:srgbClr val="22B3B3"/>
    <a:srgbClr val="98B0C4"/>
    <a:srgbClr val="90A4B6"/>
    <a:srgbClr val="899BAB"/>
    <a:srgbClr val="6D7E85"/>
    <a:srgbClr val="A3B6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10A3E7-FB85-4A56-A49C-3BA01CF37A1F}" v="63" dt="2024-04-07T02:05:59.794"/>
  </p1510:revLst>
</p1510:revInfo>
</file>

<file path=ppt/tableStyles.xml><?xml version="1.0" encoding="utf-8"?>
<a:tblStyleLst xmlns:a="http://schemas.openxmlformats.org/drawingml/2006/main" def="{0E3FDE45-AF77-4B5C-9715-49D594BDF05E}"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  <a:insideH>
            <a:ln w="12700" cmpd="sng">
              <a:solidFill>
                <a:schemeClr val="accent6">
                  <a:alpha val="15000"/>
                </a:schemeClr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  <a:fill>
          <a:solidFill>
            <a:schemeClr val="accent6">
              <a:alpha val="5000"/>
            </a:schemeClr>
          </a:solidFill>
        </a:fill>
      </a:tcStyle>
    </a:band1H>
    <a:band2H>
      <a:tcStyle>
        <a:tcBdr>
          <a:bottom>
            <a:ln w="12700" cmpd="sng">
              <a:solidFill>
                <a:schemeClr val="accent6">
                  <a:alpha val="15000"/>
                </a:schemeClr>
              </a:solidFill>
            </a:ln>
          </a:bottom>
        </a:tcBdr>
      </a:tcStyle>
    </a:band2H>
    <a:band1V>
      <a:tcStyle>
        <a:tcBdr/>
        <a:fill>
          <a:solidFill>
            <a:schemeClr val="accent6">
              <a:alpha val="5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lastRow>
    <a:firstRow>
      <a:tcTxStyle b="on"/>
      <a:tcStyle>
        <a:tcBdr>
          <a:bottom>
            <a:ln w="28575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0" autoAdjust="0"/>
    <p:restoredTop sz="94691"/>
  </p:normalViewPr>
  <p:slideViewPr>
    <p:cSldViewPr snapToGrid="0" snapToObjects="1">
      <p:cViewPr varScale="1">
        <p:scale>
          <a:sx n="105" d="100"/>
          <a:sy n="105" d="100"/>
        </p:scale>
        <p:origin x="786" y="114"/>
      </p:cViewPr>
      <p:guideLst>
        <p:guide pos="3840"/>
        <p:guide orient="horz" pos="220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, Shao Peng (T CED INW-CN)" userId="2eb256f4-76e2-427a-8210-07e30b9980ce" providerId="ADAL" clId="{9510A3E7-FB85-4A56-A49C-3BA01CF37A1F}"/>
    <pc:docChg chg="undo custSel addSld delSld modSld">
      <pc:chgData name="Yang, Shao Peng (T CED INW-CN)" userId="2eb256f4-76e2-427a-8210-07e30b9980ce" providerId="ADAL" clId="{9510A3E7-FB85-4A56-A49C-3BA01CF37A1F}" dt="2024-04-07T02:06:27.597" v="2047" actId="554"/>
      <pc:docMkLst>
        <pc:docMk/>
      </pc:docMkLst>
      <pc:sldChg chg="modSp del mod">
        <pc:chgData name="Yang, Shao Peng (T CED INW-CN)" userId="2eb256f4-76e2-427a-8210-07e30b9980ce" providerId="ADAL" clId="{9510A3E7-FB85-4A56-A49C-3BA01CF37A1F}" dt="2024-04-07T01:25:53.179" v="718" actId="47"/>
        <pc:sldMkLst>
          <pc:docMk/>
          <pc:sldMk cId="0" sldId="256"/>
        </pc:sldMkLst>
        <pc:spChg chg="mod">
          <ac:chgData name="Yang, Shao Peng (T CED INW-CN)" userId="2eb256f4-76e2-427a-8210-07e30b9980ce" providerId="ADAL" clId="{9510A3E7-FB85-4A56-A49C-3BA01CF37A1F}" dt="2024-04-07T01:06:11.109" v="41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Yang, Shao Peng (T CED INW-CN)" userId="2eb256f4-76e2-427a-8210-07e30b9980ce" providerId="ADAL" clId="{9510A3E7-FB85-4A56-A49C-3BA01CF37A1F}" dt="2024-04-07T01:24:40.005" v="698" actId="6549"/>
          <ac:spMkLst>
            <pc:docMk/>
            <pc:sldMk cId="0" sldId="256"/>
            <ac:spMk id="5" creationId="{00000000-0000-0000-0000-000000000000}"/>
          </ac:spMkLst>
        </pc:spChg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0" sldId="257"/>
        </pc:sldMkLst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0" sldId="258"/>
        </pc:sldMkLst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0" sldId="261"/>
        </pc:sldMkLst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0" sldId="262"/>
        </pc:sldMkLst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0" sldId="263"/>
        </pc:sldMkLst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0" sldId="264"/>
        </pc:sldMkLst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0" sldId="266"/>
        </pc:sldMkLst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0" sldId="272"/>
        </pc:sldMkLst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0" sldId="273"/>
        </pc:sldMkLst>
      </pc:sldChg>
      <pc:sldChg chg="modSp mod">
        <pc:chgData name="Yang, Shao Peng (T CED INW-CN)" userId="2eb256f4-76e2-427a-8210-07e30b9980ce" providerId="ADAL" clId="{9510A3E7-FB85-4A56-A49C-3BA01CF37A1F}" dt="2024-04-07T01:41:10.654" v="1223"/>
        <pc:sldMkLst>
          <pc:docMk/>
          <pc:sldMk cId="3836736086" sldId="274"/>
        </pc:sldMkLst>
        <pc:spChg chg="mod">
          <ac:chgData name="Yang, Shao Peng (T CED INW-CN)" userId="2eb256f4-76e2-427a-8210-07e30b9980ce" providerId="ADAL" clId="{9510A3E7-FB85-4A56-A49C-3BA01CF37A1F}" dt="2024-04-07T01:41:10.654" v="1223"/>
          <ac:spMkLst>
            <pc:docMk/>
            <pc:sldMk cId="3836736086" sldId="274"/>
            <ac:spMk id="3" creationId="{28B22E25-7591-1B8F-68BD-0BCE11B1E90C}"/>
          </ac:spMkLst>
        </pc:spChg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3015347350" sldId="276"/>
        </pc:sldMkLst>
      </pc:sldChg>
      <pc:sldChg chg="modSp add del mod">
        <pc:chgData name="Yang, Shao Peng (T CED INW-CN)" userId="2eb256f4-76e2-427a-8210-07e30b9980ce" providerId="ADAL" clId="{9510A3E7-FB85-4A56-A49C-3BA01CF37A1F}" dt="2024-04-07T01:08:01.858" v="127" actId="2696"/>
        <pc:sldMkLst>
          <pc:docMk/>
          <pc:sldMk cId="2502945971" sldId="317"/>
        </pc:sldMkLst>
        <pc:spChg chg="mod">
          <ac:chgData name="Yang, Shao Peng (T CED INW-CN)" userId="2eb256f4-76e2-427a-8210-07e30b9980ce" providerId="ADAL" clId="{9510A3E7-FB85-4A56-A49C-3BA01CF37A1F}" dt="2024-04-07T01:07:56.098" v="126" actId="27636"/>
          <ac:spMkLst>
            <pc:docMk/>
            <pc:sldMk cId="2502945971" sldId="317"/>
            <ac:spMk id="2" creationId="{A35F7754-B38F-B206-E4E7-7EC32EA0BD8D}"/>
          </ac:spMkLst>
        </pc:spChg>
      </pc:sldChg>
      <pc:sldChg chg="delSp modSp add mod">
        <pc:chgData name="Yang, Shao Peng (T CED INW-CN)" userId="2eb256f4-76e2-427a-8210-07e30b9980ce" providerId="ADAL" clId="{9510A3E7-FB85-4A56-A49C-3BA01CF37A1F}" dt="2024-04-07T01:39:53.888" v="1157" actId="20577"/>
        <pc:sldMkLst>
          <pc:docMk/>
          <pc:sldMk cId="3606376546" sldId="1221"/>
        </pc:sldMkLst>
        <pc:spChg chg="mod">
          <ac:chgData name="Yang, Shao Peng (T CED INW-CN)" userId="2eb256f4-76e2-427a-8210-07e30b9980ce" providerId="ADAL" clId="{9510A3E7-FB85-4A56-A49C-3BA01CF37A1F}" dt="2024-04-07T01:25:49.060" v="717" actId="20577"/>
          <ac:spMkLst>
            <pc:docMk/>
            <pc:sldMk cId="3606376546" sldId="1221"/>
            <ac:spMk id="2" creationId="{8FDA17C2-CC0D-4A70-A1C4-4DAA44F64772}"/>
          </ac:spMkLst>
        </pc:spChg>
        <pc:spChg chg="mod">
          <ac:chgData name="Yang, Shao Peng (T CED INW-CN)" userId="2eb256f4-76e2-427a-8210-07e30b9980ce" providerId="ADAL" clId="{9510A3E7-FB85-4A56-A49C-3BA01CF37A1F}" dt="2024-04-07T01:24:33.288" v="693" actId="1076"/>
          <ac:spMkLst>
            <pc:docMk/>
            <pc:sldMk cId="3606376546" sldId="1221"/>
            <ac:spMk id="6" creationId="{DA865AB3-8AE0-4AB0-94C2-2E517EC147DE}"/>
          </ac:spMkLst>
        </pc:spChg>
        <pc:spChg chg="del">
          <ac:chgData name="Yang, Shao Peng (T CED INW-CN)" userId="2eb256f4-76e2-427a-8210-07e30b9980ce" providerId="ADAL" clId="{9510A3E7-FB85-4A56-A49C-3BA01CF37A1F}" dt="2024-04-07T01:24:55.971" v="704" actId="478"/>
          <ac:spMkLst>
            <pc:docMk/>
            <pc:sldMk cId="3606376546" sldId="1221"/>
            <ac:spMk id="7" creationId="{72A39A92-40CA-4731-97E1-E6C3C6588A65}"/>
          </ac:spMkLst>
        </pc:spChg>
        <pc:spChg chg="mod">
          <ac:chgData name="Yang, Shao Peng (T CED INW-CN)" userId="2eb256f4-76e2-427a-8210-07e30b9980ce" providerId="ADAL" clId="{9510A3E7-FB85-4A56-A49C-3BA01CF37A1F}" dt="2024-04-07T01:39:53.888" v="1157" actId="20577"/>
          <ac:spMkLst>
            <pc:docMk/>
            <pc:sldMk cId="3606376546" sldId="1221"/>
            <ac:spMk id="17" creationId="{9F1C4C08-3D5C-4C0E-914A-F70CA07D0654}"/>
          </ac:spMkLst>
        </pc:spChg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1743308344" sldId="1283"/>
        </pc:sldMkLst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2240999497" sldId="2147375969"/>
        </pc:sldMkLst>
      </pc:sldChg>
      <pc:sldChg chg="addSp delSp modSp mod setBg">
        <pc:chgData name="Yang, Shao Peng (T CED INW-CN)" userId="2eb256f4-76e2-427a-8210-07e30b9980ce" providerId="ADAL" clId="{9510A3E7-FB85-4A56-A49C-3BA01CF37A1F}" dt="2024-04-07T02:06:27.597" v="2047" actId="554"/>
        <pc:sldMkLst>
          <pc:docMk/>
          <pc:sldMk cId="2210031913" sldId="2147375970"/>
        </pc:sldMkLst>
        <pc:spChg chg="mod">
          <ac:chgData name="Yang, Shao Peng (T CED INW-CN)" userId="2eb256f4-76e2-427a-8210-07e30b9980ce" providerId="ADAL" clId="{9510A3E7-FB85-4A56-A49C-3BA01CF37A1F}" dt="2024-04-07T02:02:45" v="1933" actId="20577"/>
          <ac:spMkLst>
            <pc:docMk/>
            <pc:sldMk cId="2210031913" sldId="2147375970"/>
            <ac:spMk id="2" creationId="{4906029B-FE7D-F47A-330C-FCB6216054C1}"/>
          </ac:spMkLst>
        </pc:spChg>
        <pc:spChg chg="mod">
          <ac:chgData name="Yang, Shao Peng (T CED INW-CN)" userId="2eb256f4-76e2-427a-8210-07e30b9980ce" providerId="ADAL" clId="{9510A3E7-FB85-4A56-A49C-3BA01CF37A1F}" dt="2024-04-07T01:34:09.603" v="1096" actId="120"/>
          <ac:spMkLst>
            <pc:docMk/>
            <pc:sldMk cId="2210031913" sldId="2147375970"/>
            <ac:spMk id="5" creationId="{591445A6-9F95-C1BF-BB26-47C5F36F4732}"/>
          </ac:spMkLst>
        </pc:spChg>
        <pc:spChg chg="mod">
          <ac:chgData name="Yang, Shao Peng (T CED INW-CN)" userId="2eb256f4-76e2-427a-8210-07e30b9980ce" providerId="ADAL" clId="{9510A3E7-FB85-4A56-A49C-3BA01CF37A1F}" dt="2024-04-07T01:30:22.318" v="958" actId="1076"/>
          <ac:spMkLst>
            <pc:docMk/>
            <pc:sldMk cId="2210031913" sldId="2147375970"/>
            <ac:spMk id="6" creationId="{2EDFFADE-4B19-F436-4EC6-676DF1FF4ACD}"/>
          </ac:spMkLst>
        </pc:spChg>
        <pc:spChg chg="mod">
          <ac:chgData name="Yang, Shao Peng (T CED INW-CN)" userId="2eb256f4-76e2-427a-8210-07e30b9980ce" providerId="ADAL" clId="{9510A3E7-FB85-4A56-A49C-3BA01CF37A1F}" dt="2024-04-07T01:29:32.197" v="921" actId="26606"/>
          <ac:spMkLst>
            <pc:docMk/>
            <pc:sldMk cId="2210031913" sldId="2147375970"/>
            <ac:spMk id="8" creationId="{3A7A6DFA-ADF9-09AD-05B9-DDB28BD23D31}"/>
          </ac:spMkLst>
        </pc:spChg>
        <pc:spChg chg="add">
          <ac:chgData name="Yang, Shao Peng (T CED INW-CN)" userId="2eb256f4-76e2-427a-8210-07e30b9980ce" providerId="ADAL" clId="{9510A3E7-FB85-4A56-A49C-3BA01CF37A1F}" dt="2024-04-07T01:29:32.197" v="921" actId="26606"/>
          <ac:spMkLst>
            <pc:docMk/>
            <pc:sldMk cId="2210031913" sldId="2147375970"/>
            <ac:spMk id="14" creationId="{C4879EFC-8E62-4E00-973C-C45EE9EC676D}"/>
          </ac:spMkLst>
        </pc:spChg>
        <pc:spChg chg="add mod">
          <ac:chgData name="Yang, Shao Peng (T CED INW-CN)" userId="2eb256f4-76e2-427a-8210-07e30b9980ce" providerId="ADAL" clId="{9510A3E7-FB85-4A56-A49C-3BA01CF37A1F}" dt="2024-04-07T02:05:58.456" v="2031" actId="1076"/>
          <ac:spMkLst>
            <pc:docMk/>
            <pc:sldMk cId="2210031913" sldId="2147375970"/>
            <ac:spMk id="15" creationId="{914080D9-783C-0EEA-7F6D-63A4738C2CC0}"/>
          </ac:spMkLst>
        </pc:spChg>
        <pc:spChg chg="add">
          <ac:chgData name="Yang, Shao Peng (T CED INW-CN)" userId="2eb256f4-76e2-427a-8210-07e30b9980ce" providerId="ADAL" clId="{9510A3E7-FB85-4A56-A49C-3BA01CF37A1F}" dt="2024-04-07T01:29:32.197" v="921" actId="26606"/>
          <ac:spMkLst>
            <pc:docMk/>
            <pc:sldMk cId="2210031913" sldId="2147375970"/>
            <ac:spMk id="16" creationId="{D6A9C53F-5F90-40A5-8C85-5412D39C8C68}"/>
          </ac:spMkLst>
        </pc:spChg>
        <pc:spChg chg="add mod">
          <ac:chgData name="Yang, Shao Peng (T CED INW-CN)" userId="2eb256f4-76e2-427a-8210-07e30b9980ce" providerId="ADAL" clId="{9510A3E7-FB85-4A56-A49C-3BA01CF37A1F}" dt="2024-04-07T02:06:27.597" v="2047" actId="554"/>
          <ac:spMkLst>
            <pc:docMk/>
            <pc:sldMk cId="2210031913" sldId="2147375970"/>
            <ac:spMk id="17" creationId="{7B65788F-53D9-2E7E-172F-B9543403ABAD}"/>
          </ac:spMkLst>
        </pc:spChg>
        <pc:spChg chg="add mod">
          <ac:chgData name="Yang, Shao Peng (T CED INW-CN)" userId="2eb256f4-76e2-427a-8210-07e30b9980ce" providerId="ADAL" clId="{9510A3E7-FB85-4A56-A49C-3BA01CF37A1F}" dt="2024-04-07T02:06:27.597" v="2047" actId="554"/>
          <ac:spMkLst>
            <pc:docMk/>
            <pc:sldMk cId="2210031913" sldId="2147375970"/>
            <ac:spMk id="18" creationId="{B5ADC2BC-B74A-CD4F-A466-72B9DCB14AC6}"/>
          </ac:spMkLst>
        </pc:spChg>
        <pc:picChg chg="add mod ord">
          <ac:chgData name="Yang, Shao Peng (T CED INW-CN)" userId="2eb256f4-76e2-427a-8210-07e30b9980ce" providerId="ADAL" clId="{9510A3E7-FB85-4A56-A49C-3BA01CF37A1F}" dt="2024-04-07T02:05:14.368" v="1995" actId="1036"/>
          <ac:picMkLst>
            <pc:docMk/>
            <pc:sldMk cId="2210031913" sldId="2147375970"/>
            <ac:picMk id="4" creationId="{5B72B3CF-4FC2-4285-B213-C173D0028B7B}"/>
          </ac:picMkLst>
        </pc:picChg>
        <pc:picChg chg="add mod ord">
          <ac:chgData name="Yang, Shao Peng (T CED INW-CN)" userId="2eb256f4-76e2-427a-8210-07e30b9980ce" providerId="ADAL" clId="{9510A3E7-FB85-4A56-A49C-3BA01CF37A1F}" dt="2024-04-07T02:05:14.368" v="1995" actId="1036"/>
          <ac:picMkLst>
            <pc:docMk/>
            <pc:sldMk cId="2210031913" sldId="2147375970"/>
            <ac:picMk id="9" creationId="{64F4C9E4-832F-384E-6FE3-56F63DE876E7}"/>
          </ac:picMkLst>
        </pc:picChg>
        <pc:picChg chg="add mod">
          <ac:chgData name="Yang, Shao Peng (T CED INW-CN)" userId="2eb256f4-76e2-427a-8210-07e30b9980ce" providerId="ADAL" clId="{9510A3E7-FB85-4A56-A49C-3BA01CF37A1F}" dt="2024-04-07T02:05:14.368" v="1995" actId="1036"/>
          <ac:picMkLst>
            <pc:docMk/>
            <pc:sldMk cId="2210031913" sldId="2147375970"/>
            <ac:picMk id="11" creationId="{E445F587-645E-95B0-95AB-8BADBAD33959}"/>
          </ac:picMkLst>
        </pc:picChg>
        <pc:picChg chg="del">
          <ac:chgData name="Yang, Shao Peng (T CED INW-CN)" userId="2eb256f4-76e2-427a-8210-07e30b9980ce" providerId="ADAL" clId="{9510A3E7-FB85-4A56-A49C-3BA01CF37A1F}" dt="2024-04-07T01:28:14.752" v="915" actId="478"/>
          <ac:picMkLst>
            <pc:docMk/>
            <pc:sldMk cId="2210031913" sldId="2147375970"/>
            <ac:picMk id="12" creationId="{EEE1865E-74A9-4F44-50C9-F3AC6298D869}"/>
          </ac:picMkLst>
        </pc:picChg>
        <pc:picChg chg="del">
          <ac:chgData name="Yang, Shao Peng (T CED INW-CN)" userId="2eb256f4-76e2-427a-8210-07e30b9980ce" providerId="ADAL" clId="{9510A3E7-FB85-4A56-A49C-3BA01CF37A1F}" dt="2024-04-07T01:28:15.373" v="916" actId="478"/>
          <ac:picMkLst>
            <pc:docMk/>
            <pc:sldMk cId="2210031913" sldId="2147375970"/>
            <ac:picMk id="13" creationId="{36C59D9E-FF76-A092-71C8-34254A1C4B55}"/>
          </ac:picMkLst>
        </pc:picChg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435099689" sldId="2147375971"/>
        </pc:sldMkLst>
      </pc:sldChg>
      <pc:sldChg chg="addSp delSp modSp mod setBg">
        <pc:chgData name="Yang, Shao Peng (T CED INW-CN)" userId="2eb256f4-76e2-427a-8210-07e30b9980ce" providerId="ADAL" clId="{9510A3E7-FB85-4A56-A49C-3BA01CF37A1F}" dt="2024-04-07T01:56:20.154" v="1832" actId="1076"/>
        <pc:sldMkLst>
          <pc:docMk/>
          <pc:sldMk cId="487367065" sldId="2147375972"/>
        </pc:sldMkLst>
        <pc:spChg chg="mod">
          <ac:chgData name="Yang, Shao Peng (T CED INW-CN)" userId="2eb256f4-76e2-427a-8210-07e30b9980ce" providerId="ADAL" clId="{9510A3E7-FB85-4A56-A49C-3BA01CF37A1F}" dt="2024-04-07T01:49:05.544" v="1469" actId="26606"/>
          <ac:spMkLst>
            <pc:docMk/>
            <pc:sldMk cId="487367065" sldId="2147375972"/>
            <ac:spMk id="2" creationId="{7ACD1B76-949E-6AED-31B3-FF364093900D}"/>
          </ac:spMkLst>
        </pc:spChg>
        <pc:spChg chg="add del mod">
          <ac:chgData name="Yang, Shao Peng (T CED INW-CN)" userId="2eb256f4-76e2-427a-8210-07e30b9980ce" providerId="ADAL" clId="{9510A3E7-FB85-4A56-A49C-3BA01CF37A1F}" dt="2024-04-07T01:53:46.491" v="1567" actId="478"/>
          <ac:spMkLst>
            <pc:docMk/>
            <pc:sldMk cId="487367065" sldId="2147375972"/>
            <ac:spMk id="3" creationId="{E9C51382-C59A-F167-BCDC-0DB931DEEC22}"/>
          </ac:spMkLst>
        </pc:spChg>
        <pc:spChg chg="mod ord">
          <ac:chgData name="Yang, Shao Peng (T CED INW-CN)" userId="2eb256f4-76e2-427a-8210-07e30b9980ce" providerId="ADAL" clId="{9510A3E7-FB85-4A56-A49C-3BA01CF37A1F}" dt="2024-04-07T01:49:15.076" v="1473" actId="1076"/>
          <ac:spMkLst>
            <pc:docMk/>
            <pc:sldMk cId="487367065" sldId="2147375972"/>
            <ac:spMk id="4" creationId="{BDDC2784-FE65-8A0C-0943-BA19ABD2A496}"/>
          </ac:spMkLst>
        </pc:spChg>
        <pc:spChg chg="mod ord">
          <ac:chgData name="Yang, Shao Peng (T CED INW-CN)" userId="2eb256f4-76e2-427a-8210-07e30b9980ce" providerId="ADAL" clId="{9510A3E7-FB85-4A56-A49C-3BA01CF37A1F}" dt="2024-04-07T01:49:05.544" v="1469" actId="26606"/>
          <ac:spMkLst>
            <pc:docMk/>
            <pc:sldMk cId="487367065" sldId="2147375972"/>
            <ac:spMk id="5" creationId="{86E61C62-D974-1568-0505-428540DBFFB9}"/>
          </ac:spMkLst>
        </pc:spChg>
        <pc:spChg chg="add mod">
          <ac:chgData name="Yang, Shao Peng (T CED INW-CN)" userId="2eb256f4-76e2-427a-8210-07e30b9980ce" providerId="ADAL" clId="{9510A3E7-FB85-4A56-A49C-3BA01CF37A1F}" dt="2024-04-07T01:56:16.559" v="1831" actId="1076"/>
          <ac:spMkLst>
            <pc:docMk/>
            <pc:sldMk cId="487367065" sldId="2147375972"/>
            <ac:spMk id="9" creationId="{2537EA39-AA7B-44E9-2759-0E59DDFD6EC3}"/>
          </ac:spMkLst>
        </pc:spChg>
        <pc:spChg chg="add mod">
          <ac:chgData name="Yang, Shao Peng (T CED INW-CN)" userId="2eb256f4-76e2-427a-8210-07e30b9980ce" providerId="ADAL" clId="{9510A3E7-FB85-4A56-A49C-3BA01CF37A1F}" dt="2024-04-07T01:53:57.636" v="1569" actId="1076"/>
          <ac:spMkLst>
            <pc:docMk/>
            <pc:sldMk cId="487367065" sldId="2147375972"/>
            <ac:spMk id="10" creationId="{FAE77406-7BF3-9700-DAEC-C347C6F7ED23}"/>
          </ac:spMkLst>
        </pc:spChg>
        <pc:spChg chg="add mod">
          <ac:chgData name="Yang, Shao Peng (T CED INW-CN)" userId="2eb256f4-76e2-427a-8210-07e30b9980ce" providerId="ADAL" clId="{9510A3E7-FB85-4A56-A49C-3BA01CF37A1F}" dt="2024-04-07T01:56:07.292" v="1829" actId="20577"/>
          <ac:spMkLst>
            <pc:docMk/>
            <pc:sldMk cId="487367065" sldId="2147375972"/>
            <ac:spMk id="11" creationId="{109B4DEF-54CB-0626-C9C1-5BB354D7B230}"/>
          </ac:spMkLst>
        </pc:spChg>
        <pc:spChg chg="add del">
          <ac:chgData name="Yang, Shao Peng (T CED INW-CN)" userId="2eb256f4-76e2-427a-8210-07e30b9980ce" providerId="ADAL" clId="{9510A3E7-FB85-4A56-A49C-3BA01CF37A1F}" dt="2024-04-07T01:49:05.513" v="1468" actId="26606"/>
          <ac:spMkLst>
            <pc:docMk/>
            <pc:sldMk cId="487367065" sldId="2147375972"/>
            <ac:spMk id="13" creationId="{F13C74B1-5B17-4795-BED0-7140497B445A}"/>
          </ac:spMkLst>
        </pc:spChg>
        <pc:spChg chg="add del">
          <ac:chgData name="Yang, Shao Peng (T CED INW-CN)" userId="2eb256f4-76e2-427a-8210-07e30b9980ce" providerId="ADAL" clId="{9510A3E7-FB85-4A56-A49C-3BA01CF37A1F}" dt="2024-04-07T01:49:05.513" v="1468" actId="26606"/>
          <ac:spMkLst>
            <pc:docMk/>
            <pc:sldMk cId="487367065" sldId="2147375972"/>
            <ac:spMk id="15" creationId="{D4974D33-8DC5-464E-8C6D-BE58F0669C17}"/>
          </ac:spMkLst>
        </pc:spChg>
        <pc:spChg chg="add">
          <ac:chgData name="Yang, Shao Peng (T CED INW-CN)" userId="2eb256f4-76e2-427a-8210-07e30b9980ce" providerId="ADAL" clId="{9510A3E7-FB85-4A56-A49C-3BA01CF37A1F}" dt="2024-04-07T01:49:05.544" v="1469" actId="26606"/>
          <ac:spMkLst>
            <pc:docMk/>
            <pc:sldMk cId="487367065" sldId="2147375972"/>
            <ac:spMk id="17" creationId="{45D37F4E-DDB4-456B-97E0-9937730A039F}"/>
          </ac:spMkLst>
        </pc:spChg>
        <pc:spChg chg="add">
          <ac:chgData name="Yang, Shao Peng (T CED INW-CN)" userId="2eb256f4-76e2-427a-8210-07e30b9980ce" providerId="ADAL" clId="{9510A3E7-FB85-4A56-A49C-3BA01CF37A1F}" dt="2024-04-07T01:49:05.544" v="1469" actId="26606"/>
          <ac:spMkLst>
            <pc:docMk/>
            <pc:sldMk cId="487367065" sldId="2147375972"/>
            <ac:spMk id="18" creationId="{B2DD41CD-8F47-4F56-AD12-4E2FF7696987}"/>
          </ac:spMkLst>
        </pc:spChg>
        <pc:picChg chg="del">
          <ac:chgData name="Yang, Shao Peng (T CED INW-CN)" userId="2eb256f4-76e2-427a-8210-07e30b9980ce" providerId="ADAL" clId="{9510A3E7-FB85-4A56-A49C-3BA01CF37A1F}" dt="2024-04-07T01:35:28.024" v="1118" actId="478"/>
          <ac:picMkLst>
            <pc:docMk/>
            <pc:sldMk cId="487367065" sldId="2147375972"/>
            <ac:picMk id="7" creationId="{E13757CB-E2D7-FE28-B6B7-28FC4DDC4369}"/>
          </ac:picMkLst>
        </pc:picChg>
        <pc:picChg chg="add mod">
          <ac:chgData name="Yang, Shao Peng (T CED INW-CN)" userId="2eb256f4-76e2-427a-8210-07e30b9980ce" providerId="ADAL" clId="{9510A3E7-FB85-4A56-A49C-3BA01CF37A1F}" dt="2024-04-07T01:53:41.020" v="1565" actId="1076"/>
          <ac:picMkLst>
            <pc:docMk/>
            <pc:sldMk cId="487367065" sldId="2147375972"/>
            <ac:picMk id="8" creationId="{0F0D74B4-0468-8708-3FFD-9C8EA8E4A5B2}"/>
          </ac:picMkLst>
        </pc:picChg>
        <pc:picChg chg="add mod">
          <ac:chgData name="Yang, Shao Peng (T CED INW-CN)" userId="2eb256f4-76e2-427a-8210-07e30b9980ce" providerId="ADAL" clId="{9510A3E7-FB85-4A56-A49C-3BA01CF37A1F}" dt="2024-04-07T01:56:20.154" v="1832" actId="1076"/>
          <ac:picMkLst>
            <pc:docMk/>
            <pc:sldMk cId="487367065" sldId="2147375972"/>
            <ac:picMk id="2050" creationId="{73AAFD7C-C087-49D3-713D-CFCD1290A2BF}"/>
          </ac:picMkLst>
        </pc:picChg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507072780" sldId="2147375973"/>
        </pc:sldMkLst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3020437358" sldId="2147375976"/>
        </pc:sldMkLst>
      </pc:sldChg>
      <pc:sldChg chg="del">
        <pc:chgData name="Yang, Shao Peng (T CED INW-CN)" userId="2eb256f4-76e2-427a-8210-07e30b9980ce" providerId="ADAL" clId="{9510A3E7-FB85-4A56-A49C-3BA01CF37A1F}" dt="2024-04-07T01:39:24.986" v="1129" actId="47"/>
        <pc:sldMkLst>
          <pc:docMk/>
          <pc:sldMk cId="3208978364" sldId="2147375977"/>
        </pc:sldMkLst>
      </pc:sldChg>
      <pc:sldChg chg="addSp delSp modSp mod setBg">
        <pc:chgData name="Yang, Shao Peng (T CED INW-CN)" userId="2eb256f4-76e2-427a-8210-07e30b9980ce" providerId="ADAL" clId="{9510A3E7-FB85-4A56-A49C-3BA01CF37A1F}" dt="2024-04-07T01:56:52.380" v="1839" actId="20577"/>
        <pc:sldMkLst>
          <pc:docMk/>
          <pc:sldMk cId="2100031008" sldId="2147375978"/>
        </pc:sldMkLst>
        <pc:spChg chg="mod">
          <ac:chgData name="Yang, Shao Peng (T CED INW-CN)" userId="2eb256f4-76e2-427a-8210-07e30b9980ce" providerId="ADAL" clId="{9510A3E7-FB85-4A56-A49C-3BA01CF37A1F}" dt="2024-04-07T01:22:06.638" v="600" actId="26606"/>
          <ac:spMkLst>
            <pc:docMk/>
            <pc:sldMk cId="2100031008" sldId="2147375978"/>
            <ac:spMk id="2" creationId="{4906029B-FE7D-F47A-330C-FCB6216054C1}"/>
          </ac:spMkLst>
        </pc:spChg>
        <pc:spChg chg="del mod">
          <ac:chgData name="Yang, Shao Peng (T CED INW-CN)" userId="2eb256f4-76e2-427a-8210-07e30b9980ce" providerId="ADAL" clId="{9510A3E7-FB85-4A56-A49C-3BA01CF37A1F}" dt="2024-04-07T01:07:55.361" v="124"/>
          <ac:spMkLst>
            <pc:docMk/>
            <pc:sldMk cId="2100031008" sldId="2147375978"/>
            <ac:spMk id="4" creationId="{DCB43B97-1955-7337-87F6-2895F98621F4}"/>
          </ac:spMkLst>
        </pc:spChg>
        <pc:spChg chg="add mod ord">
          <ac:chgData name="Yang, Shao Peng (T CED INW-CN)" userId="2eb256f4-76e2-427a-8210-07e30b9980ce" providerId="ADAL" clId="{9510A3E7-FB85-4A56-A49C-3BA01CF37A1F}" dt="2024-04-07T01:56:52.380" v="1839" actId="20577"/>
          <ac:spMkLst>
            <pc:docMk/>
            <pc:sldMk cId="2100031008" sldId="2147375978"/>
            <ac:spMk id="5" creationId="{A821FED6-51EF-B08A-FED6-09E1F92729CE}"/>
          </ac:spMkLst>
        </pc:spChg>
        <pc:spChg chg="mod">
          <ac:chgData name="Yang, Shao Peng (T CED INW-CN)" userId="2eb256f4-76e2-427a-8210-07e30b9980ce" providerId="ADAL" clId="{9510A3E7-FB85-4A56-A49C-3BA01CF37A1F}" dt="2024-04-07T01:25:47.916" v="716" actId="120"/>
          <ac:spMkLst>
            <pc:docMk/>
            <pc:sldMk cId="2100031008" sldId="2147375978"/>
            <ac:spMk id="6" creationId="{2EDFFADE-4B19-F436-4EC6-676DF1FF4ACD}"/>
          </ac:spMkLst>
        </pc:spChg>
        <pc:spChg chg="mod">
          <ac:chgData name="Yang, Shao Peng (T CED INW-CN)" userId="2eb256f4-76e2-427a-8210-07e30b9980ce" providerId="ADAL" clId="{9510A3E7-FB85-4A56-A49C-3BA01CF37A1F}" dt="2024-04-07T01:22:06.638" v="600" actId="26606"/>
          <ac:spMkLst>
            <pc:docMk/>
            <pc:sldMk cId="2100031008" sldId="2147375978"/>
            <ac:spMk id="8" creationId="{3A7A6DFA-ADF9-09AD-05B9-DDB28BD23D31}"/>
          </ac:spMkLst>
        </pc:spChg>
        <pc:spChg chg="add">
          <ac:chgData name="Yang, Shao Peng (T CED INW-CN)" userId="2eb256f4-76e2-427a-8210-07e30b9980ce" providerId="ADAL" clId="{9510A3E7-FB85-4A56-A49C-3BA01CF37A1F}" dt="2024-04-07T01:22:06.638" v="600" actId="26606"/>
          <ac:spMkLst>
            <pc:docMk/>
            <pc:sldMk cId="2100031008" sldId="2147375978"/>
            <ac:spMk id="13" creationId="{2B97F24A-32CE-4C1C-A50D-3016B394DCFB}"/>
          </ac:spMkLst>
        </pc:spChg>
        <pc:spChg chg="add">
          <ac:chgData name="Yang, Shao Peng (T CED INW-CN)" userId="2eb256f4-76e2-427a-8210-07e30b9980ce" providerId="ADAL" clId="{9510A3E7-FB85-4A56-A49C-3BA01CF37A1F}" dt="2024-04-07T01:22:06.638" v="600" actId="26606"/>
          <ac:spMkLst>
            <pc:docMk/>
            <pc:sldMk cId="2100031008" sldId="2147375978"/>
            <ac:spMk id="15" creationId="{CD8B4F24-440B-49E9-B85D-733523DC064B}"/>
          </ac:spMkLst>
        </pc:spChg>
        <pc:picChg chg="add mod ord modCrop">
          <ac:chgData name="Yang, Shao Peng (T CED INW-CN)" userId="2eb256f4-76e2-427a-8210-07e30b9980ce" providerId="ADAL" clId="{9510A3E7-FB85-4A56-A49C-3BA01CF37A1F}" dt="2024-04-07T01:26:20.896" v="720" actId="14100"/>
          <ac:picMkLst>
            <pc:docMk/>
            <pc:sldMk cId="2100031008" sldId="2147375978"/>
            <ac:picMk id="3" creationId="{7AD0C33D-A0C4-2713-A586-31AF095FD1F0}"/>
          </ac:picMkLst>
        </pc:picChg>
        <pc:picChg chg="del">
          <ac:chgData name="Yang, Shao Peng (T CED INW-CN)" userId="2eb256f4-76e2-427a-8210-07e30b9980ce" providerId="ADAL" clId="{9510A3E7-FB85-4A56-A49C-3BA01CF37A1F}" dt="2024-04-07T01:07:04.366" v="92" actId="478"/>
          <ac:picMkLst>
            <pc:docMk/>
            <pc:sldMk cId="2100031008" sldId="2147375978"/>
            <ac:picMk id="7" creationId="{1BC67450-E810-F5AC-1AF2-056ACFE7FA2A}"/>
          </ac:picMkLst>
        </pc:picChg>
        <pc:picChg chg="del">
          <ac:chgData name="Yang, Shao Peng (T CED INW-CN)" userId="2eb256f4-76e2-427a-8210-07e30b9980ce" providerId="ADAL" clId="{9510A3E7-FB85-4A56-A49C-3BA01CF37A1F}" dt="2024-04-07T01:07:03.307" v="91" actId="478"/>
          <ac:picMkLst>
            <pc:docMk/>
            <pc:sldMk cId="2100031008" sldId="2147375978"/>
            <ac:picMk id="1026" creationId="{2C13EA57-6F9D-468E-E4D7-B3C5EE013496}"/>
          </ac:picMkLst>
        </pc:picChg>
      </pc:sldChg>
      <pc:sldChg chg="addSp delSp modSp add mod setBg">
        <pc:chgData name="Yang, Shao Peng (T CED INW-CN)" userId="2eb256f4-76e2-427a-8210-07e30b9980ce" providerId="ADAL" clId="{9510A3E7-FB85-4A56-A49C-3BA01CF37A1F}" dt="2024-04-07T02:01:58.113" v="1906" actId="164"/>
        <pc:sldMkLst>
          <pc:docMk/>
          <pc:sldMk cId="2747552256" sldId="2147375979"/>
        </pc:sldMkLst>
        <pc:spChg chg="mod">
          <ac:chgData name="Yang, Shao Peng (T CED INW-CN)" userId="2eb256f4-76e2-427a-8210-07e30b9980ce" providerId="ADAL" clId="{9510A3E7-FB85-4A56-A49C-3BA01CF37A1F}" dt="2024-04-07T01:15:00.595" v="331" actId="26606"/>
          <ac:spMkLst>
            <pc:docMk/>
            <pc:sldMk cId="2747552256" sldId="2147375979"/>
            <ac:spMk id="2" creationId="{B334AF25-DD99-032F-0862-A5AE20C13505}"/>
          </ac:spMkLst>
        </pc:spChg>
        <pc:spChg chg="mod">
          <ac:chgData name="Yang, Shao Peng (T CED INW-CN)" userId="2eb256f4-76e2-427a-8210-07e30b9980ce" providerId="ADAL" clId="{9510A3E7-FB85-4A56-A49C-3BA01CF37A1F}" dt="2024-04-07T01:21:21.132" v="599" actId="20577"/>
          <ac:spMkLst>
            <pc:docMk/>
            <pc:sldMk cId="2747552256" sldId="2147375979"/>
            <ac:spMk id="5" creationId="{C051A3BD-DD96-1B65-07F5-4792898B881B}"/>
          </ac:spMkLst>
        </pc:spChg>
        <pc:spChg chg="mod ord">
          <ac:chgData name="Yang, Shao Peng (T CED INW-CN)" userId="2eb256f4-76e2-427a-8210-07e30b9980ce" providerId="ADAL" clId="{9510A3E7-FB85-4A56-A49C-3BA01CF37A1F}" dt="2024-04-07T01:25:40.455" v="712" actId="20577"/>
          <ac:spMkLst>
            <pc:docMk/>
            <pc:sldMk cId="2747552256" sldId="2147375979"/>
            <ac:spMk id="6" creationId="{9FF4245F-209A-C7F7-09B1-61D62071E4E8}"/>
          </ac:spMkLst>
        </pc:spChg>
        <pc:spChg chg="mod ord">
          <ac:chgData name="Yang, Shao Peng (T CED INW-CN)" userId="2eb256f4-76e2-427a-8210-07e30b9980ce" providerId="ADAL" clId="{9510A3E7-FB85-4A56-A49C-3BA01CF37A1F}" dt="2024-04-07T01:15:00.595" v="331" actId="26606"/>
          <ac:spMkLst>
            <pc:docMk/>
            <pc:sldMk cId="2747552256" sldId="2147375979"/>
            <ac:spMk id="8" creationId="{33225C90-F2F2-03CC-BBA5-08AF49F822D3}"/>
          </ac:spMkLst>
        </pc:spChg>
        <pc:spChg chg="add mod">
          <ac:chgData name="Yang, Shao Peng (T CED INW-CN)" userId="2eb256f4-76e2-427a-8210-07e30b9980ce" providerId="ADAL" clId="{9510A3E7-FB85-4A56-A49C-3BA01CF37A1F}" dt="2024-04-07T01:20:59.258" v="550" actId="1076"/>
          <ac:spMkLst>
            <pc:docMk/>
            <pc:sldMk cId="2747552256" sldId="2147375979"/>
            <ac:spMk id="10" creationId="{2D5843BE-6356-A234-DF98-8B1BDF013227}"/>
          </ac:spMkLst>
        </pc:spChg>
        <pc:spChg chg="add">
          <ac:chgData name="Yang, Shao Peng (T CED INW-CN)" userId="2eb256f4-76e2-427a-8210-07e30b9980ce" providerId="ADAL" clId="{9510A3E7-FB85-4A56-A49C-3BA01CF37A1F}" dt="2024-04-07T01:15:00.595" v="331" actId="26606"/>
          <ac:spMkLst>
            <pc:docMk/>
            <pc:sldMk cId="2747552256" sldId="2147375979"/>
            <ac:spMk id="1031" creationId="{F13C74B1-5B17-4795-BED0-7140497B445A}"/>
          </ac:spMkLst>
        </pc:spChg>
        <pc:spChg chg="add">
          <ac:chgData name="Yang, Shao Peng (T CED INW-CN)" userId="2eb256f4-76e2-427a-8210-07e30b9980ce" providerId="ADAL" clId="{9510A3E7-FB85-4A56-A49C-3BA01CF37A1F}" dt="2024-04-07T01:15:00.595" v="331" actId="26606"/>
          <ac:spMkLst>
            <pc:docMk/>
            <pc:sldMk cId="2747552256" sldId="2147375979"/>
            <ac:spMk id="1033" creationId="{D4974D33-8DC5-464E-8C6D-BE58F0669C17}"/>
          </ac:spMkLst>
        </pc:spChg>
        <pc:spChg chg="add mod">
          <ac:chgData name="Yang, Shao Peng (T CED INW-CN)" userId="2eb256f4-76e2-427a-8210-07e30b9980ce" providerId="ADAL" clId="{9510A3E7-FB85-4A56-A49C-3BA01CF37A1F}" dt="2024-04-07T02:01:50.075" v="1905" actId="571"/>
          <ac:spMkLst>
            <pc:docMk/>
            <pc:sldMk cId="2747552256" sldId="2147375979"/>
            <ac:spMk id="1082" creationId="{975A236A-D38E-1563-9252-9148030C21BD}"/>
          </ac:spMkLst>
        </pc:spChg>
        <pc:grpChg chg="add mod">
          <ac:chgData name="Yang, Shao Peng (T CED INW-CN)" userId="2eb256f4-76e2-427a-8210-07e30b9980ce" providerId="ADAL" clId="{9510A3E7-FB85-4A56-A49C-3BA01CF37A1F}" dt="2024-04-07T02:01:58.113" v="1906" actId="164"/>
          <ac:grpSpMkLst>
            <pc:docMk/>
            <pc:sldMk cId="2747552256" sldId="2147375979"/>
            <ac:grpSpMk id="1083" creationId="{46C072B4-456E-425D-06AF-3EC1F9ECC13F}"/>
          </ac:grpSpMkLst>
        </pc:grpChg>
        <pc:picChg chg="del">
          <ac:chgData name="Yang, Shao Peng (T CED INW-CN)" userId="2eb256f4-76e2-427a-8210-07e30b9980ce" providerId="ADAL" clId="{9510A3E7-FB85-4A56-A49C-3BA01CF37A1F}" dt="2024-04-07T01:14:26.067" v="326" actId="478"/>
          <ac:picMkLst>
            <pc:docMk/>
            <pc:sldMk cId="2747552256" sldId="2147375979"/>
            <ac:picMk id="3" creationId="{C5094081-AFFD-B97B-1745-317082EBB789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2" creationId="{5A7C9D1F-1E33-795C-6E35-C9E4EDA11E70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4" creationId="{B638ABF9-880B-F3C6-5AC4-27D8FAC21903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6" creationId="{DA1FF6EC-EF94-1C37-ED4B-44BAD1396447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8" creationId="{2B0F2AA3-4BAC-5ED1-557B-48D435A95C11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9" creationId="{D2FC4E65-E80F-C45E-EA13-DFF2F1DCA56F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21" creationId="{F536645D-4BB5-F8CB-FB95-BBAE41560B7C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23" creationId="{E4968925-8C88-A966-5FFA-657DBBBA7322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25" creationId="{97D15D91-681C-22C7-D450-AD2FB37B9244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27" creationId="{7988D559-989B-B886-9F34-9D1A8541FD43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29" creationId="{7ED655B1-C841-9F8F-85B0-8AF8BD4C65E1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31" creationId="{1FB786CD-754C-C9AC-C099-9C3EDC928E92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25" creationId="{5C5CFC2A-C5DF-EDF8-F798-5DCC6CF65299}"/>
          </ac:picMkLst>
        </pc:picChg>
        <pc:picChg chg="add mod">
          <ac:chgData name="Yang, Shao Peng (T CED INW-CN)" userId="2eb256f4-76e2-427a-8210-07e30b9980ce" providerId="ADAL" clId="{9510A3E7-FB85-4A56-A49C-3BA01CF37A1F}" dt="2024-04-07T01:15:06.697" v="332" actId="27614"/>
          <ac:picMkLst>
            <pc:docMk/>
            <pc:sldMk cId="2747552256" sldId="2147375979"/>
            <ac:picMk id="1026" creationId="{2EFBE438-CB11-6608-5B84-048797E7FC58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28" creationId="{8CE1C2D6-9231-AF7B-F105-732D98F2685F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30" creationId="{5A829282-6DE4-2158-CFE8-C6A2A1EAC633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34" creationId="{B18C0654-893C-273A-B1F4-57104493248E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36" creationId="{3765131F-E518-FFC3-A12A-14D181EF0FB5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38" creationId="{AD2FA140-7D99-13F6-5F55-2CE18E988EE8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40" creationId="{1E02C495-9E71-B1F5-40E8-03EAE36D913D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42" creationId="{3255052B-DAF8-0E01-5538-7E749B8A6592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44" creationId="{B19AE0BD-63A0-D293-7CBF-C026ECA37135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46" creationId="{603BC930-EA87-85CB-17EF-33229E282369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48" creationId="{C1C3044A-14A4-790C-C7D3-0EF5567E9532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50" creationId="{97C267AA-6CCC-62FB-54C1-3FB052EFE06B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52" creationId="{EF1BC58E-F9CE-E296-C97D-2AFFD8ED19DF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53" creationId="{7A490688-2185-D992-00A0-AB724071A9BF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54" creationId="{BECB988A-4B84-C626-2C79-DD4FDC191C0B}"/>
          </ac:picMkLst>
        </pc:picChg>
        <pc:picChg chg="add mod modCrop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55" creationId="{85CE02E9-11C9-D5FD-68F0-1E63FB39F492}"/>
          </ac:picMkLst>
        </pc:picChg>
        <pc:picChg chg="add mod">
          <ac:chgData name="Yang, Shao Peng (T CED INW-CN)" userId="2eb256f4-76e2-427a-8210-07e30b9980ce" providerId="ADAL" clId="{9510A3E7-FB85-4A56-A49C-3BA01CF37A1F}" dt="2024-04-07T01:58:53.970" v="1850"/>
          <ac:picMkLst>
            <pc:docMk/>
            <pc:sldMk cId="2747552256" sldId="2147375979"/>
            <ac:picMk id="1056" creationId="{F18647FF-06DF-F91B-21EB-A102F6FA3CD1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57" creationId="{5421089F-A922-7CF5-7615-A05684C01265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58" creationId="{BB732E82-C184-E276-09E7-1B25D6970A04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59" creationId="{ED7BF425-A974-A20B-339C-936367D99B0B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60" creationId="{1D335A46-C93E-F3E9-8A4A-0A335BD00626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61" creationId="{5A62D01F-7314-0E45-B553-D2227C5B6EBB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62" creationId="{6843B4A4-A25F-BC4E-FF2B-13FF62319354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63" creationId="{3568125E-68FF-143E-4854-100C39E4AEE9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64" creationId="{D6362ADD-4B17-9A62-55D5-A608B5D25E7D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65" creationId="{781C937B-0A55-11B8-AD24-1558D7532B5F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66" creationId="{66992D8D-EEF6-2372-1A3E-8D1262ADA5C2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67" creationId="{CC625619-8C78-EECA-02F2-97BACDCF0C18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68" creationId="{23F6077F-B077-1800-13B9-182C6A5FB47D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69" creationId="{71EEAEFE-A4C4-99E5-4E6C-3178F4A0E579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70" creationId="{05582028-A863-C956-9AE6-998A1C7B34C1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71" creationId="{3C472682-ACAE-B5F9-7E6E-EFD6FAB8A4DD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72" creationId="{3E134577-B0B4-8492-5409-08E034746879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73" creationId="{BCB6FE15-97CA-0A08-0820-DC3DB9276A38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74" creationId="{E067A416-B6FD-546D-6BB9-6E23AA7F7086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75" creationId="{9B15CBC5-E2DD-B0C2-95CC-620EBD896D4A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76" creationId="{EFB4D554-5932-A207-8DA2-28A7C3ED049B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77" creationId="{3E566589-A049-6E1F-4C1B-FDAFECE24A97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78" creationId="{94B3F415-3565-5F47-C6D5-41D76EE434A2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79" creationId="{7D3FCC07-C663-2D5A-4128-583BF7A605A3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80" creationId="{84819A80-FA8F-07BC-8358-BF8D543C15AC}"/>
          </ac:picMkLst>
        </pc:picChg>
        <pc:picChg chg="add mod">
          <ac:chgData name="Yang, Shao Peng (T CED INW-CN)" userId="2eb256f4-76e2-427a-8210-07e30b9980ce" providerId="ADAL" clId="{9510A3E7-FB85-4A56-A49C-3BA01CF37A1F}" dt="2024-04-07T02:01:58.113" v="1906" actId="164"/>
          <ac:picMkLst>
            <pc:docMk/>
            <pc:sldMk cId="2747552256" sldId="2147375979"/>
            <ac:picMk id="1081" creationId="{F33C706F-792D-9E60-B427-F0D823E13386}"/>
          </ac:picMkLst>
        </pc:picChg>
        <pc:cxnChg chg="add mod">
          <ac:chgData name="Yang, Shao Peng (T CED INW-CN)" userId="2eb256f4-76e2-427a-8210-07e30b9980ce" providerId="ADAL" clId="{9510A3E7-FB85-4A56-A49C-3BA01CF37A1F}" dt="2024-04-07T01:20:30.535" v="540" actId="14100"/>
          <ac:cxnSpMkLst>
            <pc:docMk/>
            <pc:sldMk cId="2747552256" sldId="2147375979"/>
            <ac:cxnSpMk id="7" creationId="{6E7EC0DD-7E09-56A0-C52E-EE2747CDBDD4}"/>
          </ac:cxnSpMkLst>
        </pc:cxnChg>
      </pc:sldChg>
      <pc:sldMasterChg chg="delSldLayout">
        <pc:chgData name="Yang, Shao Peng (T CED INW-CN)" userId="2eb256f4-76e2-427a-8210-07e30b9980ce" providerId="ADAL" clId="{9510A3E7-FB85-4A56-A49C-3BA01CF37A1F}" dt="2024-04-07T01:08:01.858" v="127" actId="2696"/>
        <pc:sldMasterMkLst>
          <pc:docMk/>
          <pc:sldMasterMk cId="1827898625" sldId="2147483767"/>
        </pc:sldMasterMkLst>
        <pc:sldLayoutChg chg="del">
          <pc:chgData name="Yang, Shao Peng (T CED INW-CN)" userId="2eb256f4-76e2-427a-8210-07e30b9980ce" providerId="ADAL" clId="{9510A3E7-FB85-4A56-A49C-3BA01CF37A1F}" dt="2024-04-07T01:08:01.858" v="127" actId="2696"/>
          <pc:sldLayoutMkLst>
            <pc:docMk/>
            <pc:sldMasterMk cId="1827898625" sldId="2147483767"/>
            <pc:sldLayoutMk cId="1226082099" sldId="214748377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>
            <a:extLst>
              <a:ext uri="{FF2B5EF4-FFF2-40B4-BE49-F238E27FC236}">
                <a16:creationId xmlns:a16="http://schemas.microsoft.com/office/drawing/2014/main" id="{9A8492AF-21D1-4EA9-B88E-2B2469E5B0B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sz="1050" b="1"/>
          </a:p>
        </p:txBody>
      </p:sp>
      <p:sp>
        <p:nvSpPr>
          <p:cNvPr id="3" name="Date">
            <a:extLst>
              <a:ext uri="{FF2B5EF4-FFF2-40B4-BE49-F238E27FC236}">
                <a16:creationId xmlns:a16="http://schemas.microsoft.com/office/drawing/2014/main" id="{F2C5CF11-9AB8-4366-83D6-4A911EAE67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F1F2B9-B350-4061-A6D1-2A3340A8623F}" type="datetimeFigureOut">
              <a:rPr lang="en-US" sz="1050" smtClean="0"/>
              <a:t>4/7/2024</a:t>
            </a:fld>
            <a:endParaRPr lang="en-US" sz="105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9797856F-D8D3-4EDB-AD63-B3F8432142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sz="105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A566997-7A2F-418F-AC55-BAC678F9F13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en-US" sz="1050" b="1">
                <a:solidFill>
                  <a:schemeClr val="accent2"/>
                </a:solidFill>
              </a:rPr>
              <a:t>Hand out</a:t>
            </a:r>
            <a:r>
              <a:rPr lang="en-US" sz="1050">
                <a:solidFill>
                  <a:schemeClr val="accent2"/>
                </a:solidFill>
              </a:rPr>
              <a:t> </a:t>
            </a:r>
            <a:fld id="{C92BABF8-1341-4DCB-864A-D83C08BEEAE4}" type="slidenum">
              <a:rPr lang="en-US" sz="1050" smtClean="0"/>
              <a:t>‹#›</a:t>
            </a:fld>
            <a:endParaRPr lang="en-US" sz="1050"/>
          </a:p>
        </p:txBody>
      </p:sp>
      <p:pic>
        <p:nvPicPr>
          <p:cNvPr id="6" name="Siemens logo">
            <a:extLst>
              <a:ext uri="{FF2B5EF4-FFF2-40B4-BE49-F238E27FC236}">
                <a16:creationId xmlns:a16="http://schemas.microsoft.com/office/drawing/2014/main" id="{C5A460D9-E760-498F-8A06-286EB0B001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53000" y="550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7834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050" b="1"/>
            </a:lvl1pPr>
          </a:lstStyle>
          <a:p>
            <a:endParaRPr lang="en-US"/>
          </a:p>
        </p:txBody>
      </p:sp>
      <p:sp>
        <p:nvSpPr>
          <p:cNvPr id="3" name="Date"/>
          <p:cNvSpPr>
            <a:spLocks noGrp="1"/>
          </p:cNvSpPr>
          <p:nvPr>
            <p:ph type="dt" idx="1"/>
          </p:nvPr>
        </p:nvSpPr>
        <p:spPr>
          <a:xfrm>
            <a:off x="5086800" y="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050"/>
            </a:lvl1pPr>
          </a:lstStyle>
          <a:p>
            <a:fld id="{76FBC1AF-E4C9-412F-9B6D-66CD520F95DB}" type="datetimeFigureOut">
              <a:rPr lang="en-US" smtClean="0"/>
              <a:pPr/>
              <a:t>4/7/2024</a:t>
            </a:fld>
            <a:endParaRPr lang="en-US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xfrm>
            <a:off x="406800" y="619200"/>
            <a:ext cx="6048000" cy="340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xfrm>
            <a:off x="406800" y="4575600"/>
            <a:ext cx="6048000" cy="39600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xfrm>
            <a:off x="0" y="8784000"/>
            <a:ext cx="4363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xfrm>
            <a:off x="5086800" y="8784000"/>
            <a:ext cx="1771200" cy="360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50"/>
            </a:lvl1pPr>
          </a:lstStyle>
          <a:p>
            <a:r>
              <a:rPr lang="en-US" b="1">
                <a:solidFill>
                  <a:schemeClr val="accent2"/>
                </a:solidFill>
              </a:rPr>
              <a:t>Notes</a:t>
            </a:r>
            <a:r>
              <a:rPr lang="en-US"/>
              <a:t> </a:t>
            </a:r>
            <a:fld id="{E76C657F-0E32-4130-ADDA-66B81138A76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3060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spcAft>
        <a:spcPts val="60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4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28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43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576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720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864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1008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1152000" indent="-144000" algn="l" defTabSz="914400" rtl="0" eaLnBrk="1" latinLnBrk="0" hangingPunct="1">
      <a:spcAft>
        <a:spcPts val="300"/>
      </a:spcAft>
      <a:buClr>
        <a:schemeClr val="accent1"/>
      </a:buClr>
      <a:buFont typeface="Arial" panose="020B0604020202020204" pitchFamily="34" charset="0"/>
      <a:buChar char="•"/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>
            <a:extLst>
              <a:ext uri="{FF2B5EF4-FFF2-40B4-BE49-F238E27FC236}">
                <a16:creationId xmlns:a16="http://schemas.microsoft.com/office/drawing/2014/main" id="{DF3DAF0E-BB8A-4082-8CE7-1BBCE61C8C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3 lines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4260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>
            <a:extLst>
              <a:ext uri="{FF2B5EF4-FFF2-40B4-BE49-F238E27FC236}">
                <a16:creationId xmlns:a16="http://schemas.microsoft.com/office/drawing/2014/main" id="{DE598EC2-770B-4F85-A209-57F0E77094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extra long headlines</a:t>
            </a:r>
            <a:br>
              <a:rPr lang="en-US"/>
            </a:br>
            <a:r>
              <a:rPr lang="en-US"/>
              <a:t>4 lines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9B13AB2D-EB82-E441-9749-569655D027F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</p:spTree>
    <p:extLst>
      <p:ext uri="{BB962C8B-B14F-4D97-AF65-F5344CB8AC3E}">
        <p14:creationId xmlns:p14="http://schemas.microsoft.com/office/powerpoint/2010/main" val="845533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>
            <a:extLst>
              <a:ext uri="{FF2B5EF4-FFF2-40B4-BE49-F238E27FC236}">
                <a16:creationId xmlns:a16="http://schemas.microsoft.com/office/drawing/2014/main" id="{DE598EC2-770B-4F85-A209-57F0E77094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extra long headlines</a:t>
            </a:r>
            <a:br>
              <a:rPr lang="en-US"/>
            </a:br>
            <a:r>
              <a:rPr lang="en-US"/>
              <a:t>4 lines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F75465B3-8CB9-E641-A2ED-B1D7EB27A5A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</p:spTree>
    <p:extLst>
      <p:ext uri="{BB962C8B-B14F-4D97-AF65-F5344CB8AC3E}">
        <p14:creationId xmlns:p14="http://schemas.microsoft.com/office/powerpoint/2010/main" val="4904733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823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029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838E178-43E3-FE4C-BD10-8908E98EDD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</p:spTree>
    <p:extLst>
      <p:ext uri="{BB962C8B-B14F-4D97-AF65-F5344CB8AC3E}">
        <p14:creationId xmlns:p14="http://schemas.microsoft.com/office/powerpoint/2010/main" val="29686267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534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2526" userDrawn="1">
          <p15:clr>
            <a:srgbClr val="65CEFF"/>
          </p15:clr>
        </p15:guide>
        <p15:guide id="3" pos="2708" userDrawn="1">
          <p15:clr>
            <a:srgbClr val="65CEFF"/>
          </p15:clr>
        </p15:guide>
        <p15:guide id="4" pos="3705" userDrawn="1">
          <p15:clr>
            <a:srgbClr val="65CEFF"/>
          </p15:clr>
        </p15:guide>
        <p15:guide id="5" pos="3978" userDrawn="1">
          <p15:clr>
            <a:srgbClr val="65CEFF"/>
          </p15:clr>
        </p15:guide>
        <p15:guide id="7" pos="4975" userDrawn="1">
          <p15:clr>
            <a:srgbClr val="65CEFF"/>
          </p15:clr>
        </p15:guide>
        <p15:guide id="8" pos="5157" userDrawn="1">
          <p15:clr>
            <a:srgbClr val="65CEFF"/>
          </p15:clr>
        </p15:guide>
        <p15:guide id="9" pos="6472" userDrawn="1">
          <p15:clr>
            <a:srgbClr val="65CEFF"/>
          </p15:clr>
        </p15:guide>
        <p15:guide id="10" pos="7425" userDrawn="1">
          <p15:clr>
            <a:srgbClr val="65CEFF"/>
          </p15:clr>
        </p15:guide>
        <p15:guide id="11" orient="horz" pos="302" userDrawn="1">
          <p15:clr>
            <a:srgbClr val="65CEFF"/>
          </p15:clr>
        </p15:guide>
        <p15:guide id="12" orient="horz" pos="664" userDrawn="1">
          <p15:clr>
            <a:srgbClr val="65CEFF"/>
          </p15:clr>
        </p15:guide>
        <p15:guide id="13" orient="horz" pos="891" userDrawn="1">
          <p15:clr>
            <a:srgbClr val="65CEFF"/>
          </p15:clr>
        </p15:guide>
        <p15:guide id="14" orient="horz" pos="2206" userDrawn="1">
          <p15:clr>
            <a:srgbClr val="65CEFF"/>
          </p15:clr>
        </p15:guide>
        <p15:guide id="15" orient="horz" pos="2343" userDrawn="1">
          <p15:clr>
            <a:srgbClr val="65CEFF"/>
          </p15:clr>
        </p15:guide>
        <p15:guide id="16" orient="horz" pos="3658" userDrawn="1">
          <p15:clr>
            <a:srgbClr val="65CEFF"/>
          </p15:clr>
        </p15:guide>
        <p15:guide id="17" orient="horz" pos="3885" userDrawn="1">
          <p15:clr>
            <a:srgbClr val="65CEFF"/>
          </p15:clr>
        </p15:guide>
        <p15:guide id="18" orient="horz" pos="4157" userDrawn="1">
          <p15:clr>
            <a:srgbClr val="65CEFF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E2E270DA-8D5F-054A-9810-23F1856B40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</p:spTree>
    <p:extLst>
      <p:ext uri="{BB962C8B-B14F-4D97-AF65-F5344CB8AC3E}">
        <p14:creationId xmlns:p14="http://schemas.microsoft.com/office/powerpoint/2010/main" val="22634199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2206" userDrawn="1">
          <p15:clr>
            <a:srgbClr val="65CEFF"/>
          </p15:clr>
        </p15:guide>
        <p15:guide id="7" orient="horz" pos="2343" userDrawn="1">
          <p15:clr>
            <a:srgbClr val="65CEFF"/>
          </p15:clr>
        </p15:guide>
        <p15:guide id="8" orient="horz" pos="3658" userDrawn="1">
          <p15:clr>
            <a:srgbClr val="65CEFF"/>
          </p15:clr>
        </p15:guide>
        <p15:guide id="9" orient="horz" pos="3885" userDrawn="1">
          <p15:clr>
            <a:srgbClr val="65CEFF"/>
          </p15:clr>
        </p15:guide>
        <p15:guide id="10" orient="horz" pos="4157" userDrawn="1">
          <p15:clr>
            <a:srgbClr val="65CEFF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5121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891" userDrawn="1">
          <p15:clr>
            <a:srgbClr val="65CEFF"/>
          </p15:clr>
        </p15:guide>
        <p15:guide id="5" orient="horz" pos="1073" userDrawn="1">
          <p15:clr>
            <a:srgbClr val="65CEFF"/>
          </p15:clr>
        </p15:guide>
        <p15:guide id="6" orient="horz" pos="3658" userDrawn="1">
          <p15:clr>
            <a:srgbClr val="65CEFF"/>
          </p15:clr>
        </p15:guide>
        <p15:guide id="7" orient="horz" pos="3885" userDrawn="1">
          <p15:clr>
            <a:srgbClr val="65CEFF"/>
          </p15:clr>
        </p15:guide>
        <p15:guide id="8" orient="horz" pos="4157" userDrawn="1">
          <p15:clr>
            <a:srgbClr val="65CEFF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Name etc.</a:t>
            </a:r>
          </a:p>
          <a:p>
            <a:pPr lvl="2"/>
            <a:r>
              <a:rPr lang="en-US"/>
              <a:t>Department etc.</a:t>
            </a:r>
          </a:p>
          <a:p>
            <a:pPr lvl="3"/>
            <a:r>
              <a:rPr lang="en-US"/>
              <a:t>subchapter</a:t>
            </a:r>
          </a:p>
          <a:p>
            <a:pPr lvl="4"/>
            <a:r>
              <a:rPr lang="en-US"/>
              <a:t>active subchapter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D93FAEAC-5682-7C4B-A244-A00E649D7E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</p:spTree>
    <p:extLst>
      <p:ext uri="{BB962C8B-B14F-4D97-AF65-F5344CB8AC3E}">
        <p14:creationId xmlns:p14="http://schemas.microsoft.com/office/powerpoint/2010/main" val="41007990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 userDrawn="1">
          <p15:clr>
            <a:srgbClr val="65CEFF"/>
          </p15:clr>
        </p15:guide>
        <p15:guide id="2" pos="6472" userDrawn="1">
          <p15:clr>
            <a:srgbClr val="65CEFF"/>
          </p15:clr>
        </p15:guide>
        <p15:guide id="3" pos="7425" userDrawn="1">
          <p15:clr>
            <a:srgbClr val="65CEFF"/>
          </p15:clr>
        </p15:guide>
        <p15:guide id="4" orient="horz" pos="778" userDrawn="1">
          <p15:clr>
            <a:srgbClr val="65CEFF"/>
          </p15:clr>
        </p15:guide>
        <p15:guide id="5" orient="horz" pos="3658" userDrawn="1">
          <p15:clr>
            <a:srgbClr val="65CEFF"/>
          </p15:clr>
        </p15:guide>
        <p15:guide id="6" orient="horz" pos="4157" userDrawn="1">
          <p15:clr>
            <a:srgbClr val="65CEFF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93FB61BD-9A4A-4E43-92A1-C039F432D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</p:spTree>
    <p:extLst>
      <p:ext uri="{BB962C8B-B14F-4D97-AF65-F5344CB8AC3E}">
        <p14:creationId xmlns:p14="http://schemas.microsoft.com/office/powerpoint/2010/main" val="1342282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6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>
            <a:extLst>
              <a:ext uri="{FF2B5EF4-FFF2-40B4-BE49-F238E27FC236}">
                <a16:creationId xmlns:a16="http://schemas.microsoft.com/office/drawing/2014/main" id="{DF3DAF0E-BB8A-4082-8CE7-1BBCE61C8C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4"/>
            <a:ext cx="11376788" cy="2769989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rIns="0" bIns="0" anchor="t" anchorCtr="0">
            <a:spAutoFit/>
          </a:bodyPr>
          <a:lstStyle>
            <a:lvl1pPr marL="414000">
              <a:lnSpc>
                <a:spcPct val="10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3 lines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4184453"/>
            <a:ext cx="9288000" cy="1622621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24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60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26837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>
            <a:extLst>
              <a:ext uri="{FF2B5EF4-FFF2-40B4-BE49-F238E27FC236}">
                <a16:creationId xmlns:a16="http://schemas.microsoft.com/office/drawing/2014/main" id="{DE598EC2-770B-4F85-A209-57F0E77094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extra long headlines</a:t>
            </a:r>
            <a:br>
              <a:rPr lang="en-US"/>
            </a:br>
            <a:r>
              <a:rPr lang="en-US"/>
              <a:t>4 lines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9B13AB2D-EB82-E441-9749-569655D027F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</p:spTree>
    <p:extLst>
      <p:ext uri="{BB962C8B-B14F-4D97-AF65-F5344CB8AC3E}">
        <p14:creationId xmlns:p14="http://schemas.microsoft.com/office/powerpoint/2010/main" val="3771980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Gradient DB–Petrol 40pt">
    <p:bg>
      <p:bgPr>
        <a:gradFill>
          <a:gsLst>
            <a:gs pos="33000">
              <a:schemeClr val="accent6"/>
            </a:gs>
            <a:gs pos="100000">
              <a:schemeClr val="accent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gnisphere">
            <a:extLst>
              <a:ext uri="{FF2B5EF4-FFF2-40B4-BE49-F238E27FC236}">
                <a16:creationId xmlns:a16="http://schemas.microsoft.com/office/drawing/2014/main" id="{DE598EC2-770B-4F85-A209-57F0E77094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itle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0400" y="1414463"/>
            <a:ext cx="9288000" cy="2462213"/>
          </a:xfr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>
              <a:fillRect b="500"/>
            </a:stretch>
          </a:blipFill>
        </p:spPr>
        <p:txBody>
          <a:bodyPr wrap="square" rIns="0" bIns="0" anchor="t" anchorCtr="0">
            <a:spAutoFit/>
          </a:bodyPr>
          <a:lstStyle>
            <a:lvl1pPr marL="270000">
              <a:lnSpc>
                <a:spcPct val="10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br>
              <a:rPr lang="en-US"/>
            </a:br>
            <a:r>
              <a:rPr lang="en-US"/>
              <a:t>extra long headlines</a:t>
            </a:r>
            <a:br>
              <a:rPr lang="en-US"/>
            </a:br>
            <a:r>
              <a:rPr lang="en-US"/>
              <a:t>4 lines 40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11163" y="3876675"/>
            <a:ext cx="9288000" cy="1930123"/>
          </a:xfrm>
          <a:prstGeom prst="rect">
            <a:avLst/>
          </a:prstGeom>
        </p:spPr>
        <p:txBody>
          <a:bodyPr lIns="0" tIns="349200">
            <a:noAutofit/>
          </a:bodyPr>
          <a:lstStyle>
            <a:lvl1pPr marL="0" indent="0" algn="l">
              <a:spcAft>
                <a:spcPts val="300"/>
              </a:spcAft>
              <a:buNone/>
              <a:defRPr sz="16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6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pPr lvl="0"/>
            <a:r>
              <a:rPr lang="en-US"/>
              <a:t>Subhead for headline size 40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F75465B3-8CB9-E641-A2ED-B1D7EB27A5A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11163" y="6310800"/>
            <a:ext cx="9288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</p:spTree>
    <p:extLst>
      <p:ext uri="{BB962C8B-B14F-4D97-AF65-F5344CB8AC3E}">
        <p14:creationId xmlns:p14="http://schemas.microsoft.com/office/powerpoint/2010/main" val="3406130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 / 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403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8C6E0B19-DC70-4D19-9A56-05E87567F1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E73DB6A8-F91C-4B87-ACAA-19A2D5EA21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1175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 Content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">
            <a:extLst>
              <a:ext uri="{FF2B5EF4-FFF2-40B4-BE49-F238E27FC236}">
                <a16:creationId xmlns:a16="http://schemas.microsoft.com/office/drawing/2014/main" id="{D3DF1D7C-B467-46E9-B036-83EC1DBE71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7838E178-43E3-FE4C-BD10-8908E98EDD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</p:spTree>
    <p:extLst>
      <p:ext uri="{BB962C8B-B14F-4D97-AF65-F5344CB8AC3E}">
        <p14:creationId xmlns:p14="http://schemas.microsoft.com/office/powerpoint/2010/main" val="88291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bleed color Deep Blu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CDB9E4A-37E0-45B2-BC93-C2EC503FB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16495290-0795-4AB1-8AEA-2BB786783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FC1C65-873A-4B8F-BB57-51EEBC35A1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Siemens Logo">
            <a:extLst>
              <a:ext uri="{FF2B5EF4-FFF2-40B4-BE49-F238E27FC236}">
                <a16:creationId xmlns:a16="http://schemas.microsoft.com/office/drawing/2014/main" id="{863976F1-B9C2-4217-A36A-7F1DCFF6EE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8523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2526">
          <p15:clr>
            <a:srgbClr val="65CEFF"/>
          </p15:clr>
        </p15:guide>
        <p15:guide id="3" pos="2708">
          <p15:clr>
            <a:srgbClr val="65CEFF"/>
          </p15:clr>
        </p15:guide>
        <p15:guide id="4" pos="3705">
          <p15:clr>
            <a:srgbClr val="65CEFF"/>
          </p15:clr>
        </p15:guide>
        <p15:guide id="5" pos="3978">
          <p15:clr>
            <a:srgbClr val="65CEFF"/>
          </p15:clr>
        </p15:guide>
        <p15:guide id="7" pos="4975">
          <p15:clr>
            <a:srgbClr val="65CEFF"/>
          </p15:clr>
        </p15:guide>
        <p15:guide id="8" pos="5157">
          <p15:clr>
            <a:srgbClr val="65CEFF"/>
          </p15:clr>
        </p15:guide>
        <p15:guide id="9" pos="6472">
          <p15:clr>
            <a:srgbClr val="65CEFF"/>
          </p15:clr>
        </p15:guide>
        <p15:guide id="10" pos="7425">
          <p15:clr>
            <a:srgbClr val="65CEFF"/>
          </p15:clr>
        </p15:guide>
        <p15:guide id="11" orient="horz" pos="302">
          <p15:clr>
            <a:srgbClr val="65CEFF"/>
          </p15:clr>
        </p15:guide>
        <p15:guide id="12" orient="horz" pos="664">
          <p15:clr>
            <a:srgbClr val="65CEFF"/>
          </p15:clr>
        </p15:guide>
        <p15:guide id="13" orient="horz" pos="891">
          <p15:clr>
            <a:srgbClr val="65CEFF"/>
          </p15:clr>
        </p15:guide>
        <p15:guide id="14" orient="horz" pos="2206">
          <p15:clr>
            <a:srgbClr val="65CEFF"/>
          </p15:clr>
        </p15:guide>
        <p15:guide id="15" orient="horz" pos="2343">
          <p15:clr>
            <a:srgbClr val="65CEFF"/>
          </p15:clr>
        </p15:guide>
        <p15:guide id="16" orient="horz" pos="3658">
          <p15:clr>
            <a:srgbClr val="65CEFF"/>
          </p15:clr>
        </p15:guide>
        <p15:guide id="17" orient="horz" pos="3885">
          <p15:clr>
            <a:srgbClr val="65CEFF"/>
          </p15:clr>
        </p15:guide>
        <p15:guide id="18" orient="horz" pos="4157">
          <p15:clr>
            <a:srgbClr val="65CEFF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76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2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2" name="Quote marks">
            <a:extLst>
              <a:ext uri="{FF2B5EF4-FFF2-40B4-BE49-F238E27FC236}">
                <a16:creationId xmlns:a16="http://schemas.microsoft.com/office/drawing/2014/main" id="{58EF2AB0-A78A-44C9-9A7D-F20D9ED854E0}"/>
              </a:ext>
            </a:extLst>
          </p:cNvPr>
          <p:cNvSpPr/>
          <p:nvPr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4131F54F-C70B-4435-91E6-F995F83E6C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Siemens Logo">
            <a:extLst>
              <a:ext uri="{FF2B5EF4-FFF2-40B4-BE49-F238E27FC236}">
                <a16:creationId xmlns:a16="http://schemas.microsoft.com/office/drawing/2014/main" id="{F8D833B7-9866-4D2D-AEB7-012D6DDE2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8" name="Footer Placeholder">
            <a:extLst>
              <a:ext uri="{FF2B5EF4-FFF2-40B4-BE49-F238E27FC236}">
                <a16:creationId xmlns:a16="http://schemas.microsoft.com/office/drawing/2014/main" id="{E2E270DA-8D5F-054A-9810-23F1856B40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</p:spTree>
    <p:extLst>
      <p:ext uri="{BB962C8B-B14F-4D97-AF65-F5344CB8AC3E}">
        <p14:creationId xmlns:p14="http://schemas.microsoft.com/office/powerpoint/2010/main" val="197196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2206">
          <p15:clr>
            <a:srgbClr val="65CEFF"/>
          </p15:clr>
        </p15:guide>
        <p15:guide id="7" orient="horz" pos="2343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dar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py">
            <a:extLst>
              <a:ext uri="{FF2B5EF4-FFF2-40B4-BE49-F238E27FC236}">
                <a16:creationId xmlns:a16="http://schemas.microsoft.com/office/drawing/2014/main" id="{9E21D6DF-C9DB-4F02-863A-C5513347A27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2400" y="1702799"/>
            <a:ext cx="9252000" cy="4104000"/>
          </a:xfrm>
        </p:spPr>
        <p:txBody>
          <a:bodyPr>
            <a:noAutofit/>
          </a:bodyPr>
          <a:lstStyle>
            <a:lvl1pPr marL="0">
              <a:lnSpc>
                <a:spcPct val="110000"/>
              </a:lnSpc>
              <a:spcAft>
                <a:spcPts val="0"/>
              </a:spcAft>
              <a:defRPr sz="4800" b="0">
                <a:solidFill>
                  <a:schemeClr val="tx1"/>
                </a:solidFill>
              </a:defRPr>
            </a:lvl1pPr>
            <a:lvl2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/>
            </a:lvl2pPr>
            <a:lvl3pPr marL="36000" indent="0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None/>
              <a:defRPr sz="1800">
                <a:solidFill>
                  <a:schemeClr val="tx1"/>
                </a:solidFill>
              </a:defRPr>
            </a:lvl3pPr>
            <a:lvl4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4pPr>
            <a:lvl5pPr marL="0" indent="0">
              <a:lnSpc>
                <a:spcPct val="110000"/>
              </a:lnSpc>
              <a:spcAft>
                <a:spcPts val="0"/>
              </a:spcAft>
              <a:buNone/>
              <a:defRPr sz="4800"/>
            </a:lvl5pPr>
          </a:lstStyle>
          <a:p>
            <a:pPr lvl="0"/>
            <a:r>
              <a:rPr lang="en-US"/>
              <a:t>Please insert quote here</a:t>
            </a:r>
          </a:p>
          <a:p>
            <a:pPr lvl="1"/>
            <a:r>
              <a:rPr lang="en-US"/>
              <a:t>Name, Author</a:t>
            </a:r>
          </a:p>
        </p:txBody>
      </p:sp>
      <p:sp>
        <p:nvSpPr>
          <p:cNvPr id="11" name="Quote marks">
            <a:extLst>
              <a:ext uri="{FF2B5EF4-FFF2-40B4-BE49-F238E27FC236}">
                <a16:creationId xmlns:a16="http://schemas.microsoft.com/office/drawing/2014/main" id="{916E4245-F21C-4EAB-8B26-FEA21C26067F}"/>
              </a:ext>
            </a:extLst>
          </p:cNvPr>
          <p:cNvSpPr/>
          <p:nvPr userDrawn="1"/>
        </p:nvSpPr>
        <p:spPr>
          <a:xfrm>
            <a:off x="1058400" y="766763"/>
            <a:ext cx="907891" cy="647700"/>
          </a:xfrm>
          <a:custGeom>
            <a:avLst/>
            <a:gdLst>
              <a:gd name="connsiteX0" fmla="*/ 0 w 2619164"/>
              <a:gd name="connsiteY0" fmla="*/ 1868543 h 1868542"/>
              <a:gd name="connsiteX1" fmla="*/ 742610 w 2619164"/>
              <a:gd name="connsiteY1" fmla="*/ 0 h 1868542"/>
              <a:gd name="connsiteX2" fmla="*/ 1318210 w 2619164"/>
              <a:gd name="connsiteY2" fmla="*/ 0 h 1868542"/>
              <a:gd name="connsiteX3" fmla="*/ 742610 w 2619164"/>
              <a:gd name="connsiteY3" fmla="*/ 1868543 h 1868542"/>
              <a:gd name="connsiteX4" fmla="*/ 0 w 2619164"/>
              <a:gd name="connsiteY4" fmla="*/ 1868543 h 1868542"/>
              <a:gd name="connsiteX5" fmla="*/ 1300954 w 2619164"/>
              <a:gd name="connsiteY5" fmla="*/ 1868543 h 1868542"/>
              <a:gd name="connsiteX6" fmla="*/ 2043564 w 2619164"/>
              <a:gd name="connsiteY6" fmla="*/ 0 h 1868542"/>
              <a:gd name="connsiteX7" fmla="*/ 2619164 w 2619164"/>
              <a:gd name="connsiteY7" fmla="*/ 0 h 1868542"/>
              <a:gd name="connsiteX8" fmla="*/ 2043564 w 2619164"/>
              <a:gd name="connsiteY8" fmla="*/ 1868543 h 1868542"/>
              <a:gd name="connsiteX9" fmla="*/ 1300954 w 2619164"/>
              <a:gd name="connsiteY9" fmla="*/ 1868543 h 1868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19164" h="1868542">
                <a:moveTo>
                  <a:pt x="0" y="1868543"/>
                </a:moveTo>
                <a:lnTo>
                  <a:pt x="742610" y="0"/>
                </a:lnTo>
                <a:lnTo>
                  <a:pt x="1318210" y="0"/>
                </a:lnTo>
                <a:lnTo>
                  <a:pt x="742610" y="1868543"/>
                </a:lnTo>
                <a:lnTo>
                  <a:pt x="0" y="1868543"/>
                </a:lnTo>
                <a:close/>
                <a:moveTo>
                  <a:pt x="1300954" y="1868543"/>
                </a:moveTo>
                <a:lnTo>
                  <a:pt x="2043564" y="0"/>
                </a:lnTo>
                <a:lnTo>
                  <a:pt x="2619164" y="0"/>
                </a:lnTo>
                <a:lnTo>
                  <a:pt x="2043564" y="1868543"/>
                </a:lnTo>
                <a:lnTo>
                  <a:pt x="1300954" y="1868543"/>
                </a:lnTo>
                <a:close/>
              </a:path>
            </a:pathLst>
          </a:custGeom>
          <a:gradFill>
            <a:gsLst>
              <a:gs pos="0">
                <a:srgbClr val="00FFB9"/>
              </a:gs>
              <a:gs pos="100000">
                <a:srgbClr val="00E6DC"/>
              </a:gs>
            </a:gsLst>
            <a:lin ang="5400000" scaled="1"/>
          </a:gradFill>
          <a:ln w="6158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Footer Placeholder">
            <a:extLst>
              <a:ext uri="{FF2B5EF4-FFF2-40B4-BE49-F238E27FC236}">
                <a16:creationId xmlns:a16="http://schemas.microsoft.com/office/drawing/2014/main" id="{EC4F35EF-AC94-4800-9CB7-CA49CAFDD249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  <p:sp>
        <p:nvSpPr>
          <p:cNvPr id="3" name="Slide Number Placeholder">
            <a:extLst>
              <a:ext uri="{FF2B5EF4-FFF2-40B4-BE49-F238E27FC236}">
                <a16:creationId xmlns:a16="http://schemas.microsoft.com/office/drawing/2014/main" id="{CCC7FBE7-01B9-4EC8-8BE1-F416F7C5B7A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AF2E271F-5AF7-408E-9752-03D1D6448E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988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891">
          <p15:clr>
            <a:srgbClr val="65CEFF"/>
          </p15:clr>
        </p15:guide>
        <p15:guide id="5" orient="horz" pos="1073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3885">
          <p15:clr>
            <a:srgbClr val="65CEFF"/>
          </p15:clr>
        </p15:guide>
        <p15:guide id="8" orient="horz" pos="4157">
          <p15:clr>
            <a:srgbClr val="65CEFF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>
            <a:extLst>
              <a:ext uri="{FF2B5EF4-FFF2-40B4-BE49-F238E27FC236}">
                <a16:creationId xmlns:a16="http://schemas.microsoft.com/office/drawing/2014/main" id="{B29E3DA4-014E-4F3D-8186-84366ADFCB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163" y="1234800"/>
            <a:ext cx="9863237" cy="1162523"/>
          </a:xfrm>
          <a:blipFill dpi="0"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 wrap="square" lIns="0" tIns="54000" rIns="0" bIns="0" anchor="t" anchorCtr="0">
            <a:spAutoFit/>
          </a:bodyPr>
          <a:lstStyle>
            <a:lvl1pPr marL="540000">
              <a:defRPr sz="8000">
                <a:solidFill>
                  <a:schemeClr val="tx1"/>
                </a:solidFill>
              </a:defRPr>
            </a:lvl1pPr>
          </a:lstStyle>
          <a:p>
            <a:r>
              <a:rPr lang="en-US"/>
              <a:t>Contact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58400" y="2397324"/>
            <a:ext cx="9216000" cy="3409751"/>
          </a:xfrm>
          <a:prstGeom prst="rect">
            <a:avLst/>
          </a:prstGeom>
        </p:spPr>
        <p:txBody>
          <a:bodyPr tIns="108000">
            <a:noAutofit/>
          </a:bodyPr>
          <a:lstStyle>
            <a:lvl1pPr marL="0" indent="0" algn="l">
              <a:spcAft>
                <a:spcPts val="0"/>
              </a:spcAft>
              <a:buNone/>
              <a:defRPr sz="1400">
                <a:solidFill>
                  <a:schemeClr val="tx1"/>
                </a:solidFill>
              </a:defRPr>
            </a:lvl1pPr>
            <a:lvl2pPr marL="0" indent="0" algn="l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400" b="1"/>
            </a:lvl2pPr>
            <a:lvl3pPr marL="18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0"/>
            </a:lvl3pPr>
            <a:lvl4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4pPr>
            <a:lvl5pPr marL="36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5pPr>
            <a:lvl6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6pPr>
            <a:lvl7pPr marL="54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7pPr>
            <a:lvl8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/>
            </a:lvl8pPr>
            <a:lvl9pPr marL="720000" indent="-180000" algn="l">
              <a:spcAft>
                <a:spcPts val="0"/>
              </a:spcAft>
              <a:buFont typeface="Arial" panose="020B0604020202020204" pitchFamily="34" charset="0"/>
              <a:buChar char="•"/>
              <a:defRPr sz="1400" b="1"/>
            </a:lvl9pPr>
          </a:lstStyle>
          <a:p>
            <a:pPr lvl="0"/>
            <a:r>
              <a:rPr lang="en-US"/>
              <a:t>Click to edit the contact</a:t>
            </a:r>
          </a:p>
          <a:p>
            <a:pPr lvl="1"/>
            <a:r>
              <a:rPr lang="en-US"/>
              <a:t>Name etc.</a:t>
            </a:r>
          </a:p>
          <a:p>
            <a:pPr lvl="2"/>
            <a:r>
              <a:rPr lang="en-US"/>
              <a:t>Department etc.</a:t>
            </a:r>
          </a:p>
          <a:p>
            <a:pPr lvl="3"/>
            <a:r>
              <a:rPr lang="en-US"/>
              <a:t>subchapter</a:t>
            </a:r>
          </a:p>
          <a:p>
            <a:pPr lvl="4"/>
            <a:r>
              <a:rPr lang="en-US"/>
              <a:t>active subchapter</a:t>
            </a:r>
          </a:p>
        </p:txBody>
      </p:sp>
      <p:sp>
        <p:nvSpPr>
          <p:cNvPr id="9" name="Slide Number Placeholder">
            <a:extLst>
              <a:ext uri="{FF2B5EF4-FFF2-40B4-BE49-F238E27FC236}">
                <a16:creationId xmlns:a16="http://schemas.microsoft.com/office/drawing/2014/main" id="{CFF9630D-791D-45AE-8E5E-36F747F599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Siemens Logo">
            <a:extLst>
              <a:ext uri="{FF2B5EF4-FFF2-40B4-BE49-F238E27FC236}">
                <a16:creationId xmlns:a16="http://schemas.microsoft.com/office/drawing/2014/main" id="{5FD2C39E-5D81-4A0E-9F45-90932890088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D93FAEAC-5682-7C4B-A244-A00E649D7EC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</p:spTree>
    <p:extLst>
      <p:ext uri="{BB962C8B-B14F-4D97-AF65-F5344CB8AC3E}">
        <p14:creationId xmlns:p14="http://schemas.microsoft.com/office/powerpoint/2010/main" val="29681809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6472">
          <p15:clr>
            <a:srgbClr val="65CEFF"/>
          </p15:clr>
        </p15:guide>
        <p15:guide id="3" pos="7425">
          <p15:clr>
            <a:srgbClr val="65CEFF"/>
          </p15:clr>
        </p15:guide>
        <p15:guide id="4" orient="horz" pos="778">
          <p15:clr>
            <a:srgbClr val="65CEFF"/>
          </p15:clr>
        </p15:guide>
        <p15:guide id="5" orient="horz" pos="3658">
          <p15:clr>
            <a:srgbClr val="65CEFF"/>
          </p15:clr>
        </p15:guide>
        <p15:guide id="6" orient="horz" pos="4157">
          <p15:clr>
            <a:srgbClr val="65CEFF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object (smal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">
            <a:extLst>
              <a:ext uri="{FF2B5EF4-FFF2-40B4-BE49-F238E27FC236}">
                <a16:creationId xmlns:a16="http://schemas.microsoft.com/office/drawing/2014/main" id="{9C4633C1-8D3E-45A5-A522-817574663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py">
            <a:extLst>
              <a:ext uri="{FF2B5EF4-FFF2-40B4-BE49-F238E27FC236}">
                <a16:creationId xmlns:a16="http://schemas.microsoft.com/office/drawing/2014/main" id="{9CE7E2D8-94E8-4FE6-93A5-924CA3EC53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162" y="1414800"/>
            <a:ext cx="7199313" cy="4752000"/>
          </a:xfrm>
          <a:prstGeom prst="rect">
            <a:avLst/>
          </a:prstGeo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7B1666FD-2258-443A-846C-6C7533C61D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Siemens Logo">
            <a:extLst>
              <a:ext uri="{FF2B5EF4-FFF2-40B4-BE49-F238E27FC236}">
                <a16:creationId xmlns:a16="http://schemas.microsoft.com/office/drawing/2014/main" id="{91EB517C-C8FD-4E2E-B744-DB952E96B4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35188" y="6418800"/>
            <a:ext cx="1152000" cy="183168"/>
          </a:xfrm>
          <a:prstGeom prst="rect">
            <a:avLst/>
          </a:prstGeom>
        </p:spPr>
      </p:pic>
      <p:sp>
        <p:nvSpPr>
          <p:cNvPr id="9" name="Footer Placeholder">
            <a:extLst>
              <a:ext uri="{FF2B5EF4-FFF2-40B4-BE49-F238E27FC236}">
                <a16:creationId xmlns:a16="http://schemas.microsoft.com/office/drawing/2014/main" id="{93FB61BD-9A4A-4E43-92A1-C039F432D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r>
              <a:rPr lang="en-US"/>
              <a:t>Unrestricted © Siemens 2023 | DI FA MF PCF | siemens.com/sigreen</a:t>
            </a:r>
          </a:p>
        </p:txBody>
      </p:sp>
    </p:spTree>
    <p:extLst>
      <p:ext uri="{BB962C8B-B14F-4D97-AF65-F5344CB8AC3E}">
        <p14:creationId xmlns:p14="http://schemas.microsoft.com/office/powerpoint/2010/main" val="38344013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2" pos="4794">
          <p15:clr>
            <a:srgbClr val="65CEFF"/>
          </p15:clr>
        </p15:guide>
        <p15:guide id="3" pos="6472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302">
          <p15:clr>
            <a:srgbClr val="65CEFF"/>
          </p15:clr>
        </p15:guide>
        <p15:guide id="6" orient="horz" pos="664">
          <p15:clr>
            <a:srgbClr val="65CEFF"/>
          </p15:clr>
        </p15:guide>
        <p15:guide id="7" orient="horz" pos="891">
          <p15:clr>
            <a:srgbClr val="65CEFF"/>
          </p15:clr>
        </p15:guide>
        <p15:guide id="8" orient="horz" pos="3658">
          <p15:clr>
            <a:srgbClr val="65CEFF"/>
          </p15:clr>
        </p15:guide>
        <p15:guide id="9" orient="horz" pos="3885">
          <p15:clr>
            <a:srgbClr val="65CEFF"/>
          </p15:clr>
        </p15:guide>
        <p15:guide id="10" orient="horz" pos="4157">
          <p15:clr>
            <a:srgbClr val="65CEFF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054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2024/4/7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76308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mask&amp;blur Sustainability 80pt (motif 3)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 descr="Headline of the presentation">
            <a:extLst>
              <a:ext uri="{FF2B5EF4-FFF2-40B4-BE49-F238E27FC236}">
                <a16:creationId xmlns:a16="http://schemas.microsoft.com/office/drawing/2014/main" id="{B3CAAA86-26BD-41E0-A26A-7AF592C3A3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410400" y="1414464"/>
            <a:ext cx="11376788" cy="2462213"/>
          </a:xfrm>
          <a:noFill/>
        </p:spPr>
        <p:txBody>
          <a:bodyPr wrap="square" rIns="0" bIns="0" anchor="b" anchorCtr="0">
            <a:spAutoFit/>
          </a:bodyPr>
          <a:lstStyle>
            <a:lvl1pPr marL="0">
              <a:lnSpc>
                <a:spcPct val="100000"/>
              </a:lnSpc>
              <a:defRPr sz="8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Title chart, </a:t>
            </a:r>
            <a:br>
              <a:rPr lang="en-US"/>
            </a:br>
            <a:r>
              <a:rPr lang="en-US"/>
              <a:t>Arial, 80 </a:t>
            </a:r>
            <a:r>
              <a:rPr lang="en-US" err="1"/>
              <a:t>pt</a:t>
            </a:r>
            <a:endParaRPr lang="en-US"/>
          </a:p>
        </p:txBody>
      </p:sp>
      <p:sp>
        <p:nvSpPr>
          <p:cNvPr id="3" name="Subhead" descr="Subheadline of the presentation">
            <a:extLst>
              <a:ext uri="{FF2B5EF4-FFF2-40B4-BE49-F238E27FC236}">
                <a16:creationId xmlns:a16="http://schemas.microsoft.com/office/drawing/2014/main" id="{89304306-5233-4901-B576-444696A2EA3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411162" y="3876677"/>
            <a:ext cx="9286875" cy="1930398"/>
          </a:xfrm>
          <a:prstGeom prst="rect">
            <a:avLst/>
          </a:prstGeom>
        </p:spPr>
        <p:txBody>
          <a:bodyPr lIns="0" tIns="370800">
            <a:noAutofit/>
          </a:bodyPr>
          <a:lstStyle>
            <a:lvl1pPr marL="0" indent="0" algn="l">
              <a:spcAft>
                <a:spcPts val="300"/>
              </a:spcAft>
              <a:buNone/>
              <a:defRPr sz="3200">
                <a:solidFill>
                  <a:schemeClr val="tx1"/>
                </a:solidFill>
              </a:defRPr>
            </a:lvl1pPr>
            <a:lvl2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2400"/>
            </a:lvl2pPr>
            <a:lvl3pPr marL="0" indent="0" algn="l">
              <a:spcAft>
                <a:spcPts val="300"/>
              </a:spcAft>
              <a:buNone/>
              <a:defRPr sz="1600"/>
            </a:lvl3pPr>
            <a:lvl4pPr marL="0" indent="0" algn="l">
              <a:buNone/>
              <a:defRPr sz="1600"/>
            </a:lvl4pPr>
            <a:lvl5pPr marL="0" indent="0" algn="l">
              <a:buNone/>
              <a:defRPr sz="1600"/>
            </a:lvl5pPr>
            <a:lvl6pPr marL="0" indent="0" algn="l">
              <a:buNone/>
              <a:defRPr sz="1600"/>
            </a:lvl6pPr>
            <a:lvl7pPr marL="0" indent="0" algn="l">
              <a:buNone/>
              <a:defRPr sz="1600"/>
            </a:lvl7pPr>
            <a:lvl8pPr marL="0" indent="0" algn="l">
              <a:buNone/>
              <a:defRPr sz="1600"/>
            </a:lvl8pPr>
            <a:lvl9pPr marL="0" indent="0" algn="l">
              <a:buNone/>
              <a:defRPr sz="1600"/>
            </a:lvl9pPr>
          </a:lstStyle>
          <a:p>
            <a:r>
              <a:rPr lang="en-US"/>
              <a:t>Subhead for headline size 80 </a:t>
            </a:r>
            <a:r>
              <a:rPr lang="en-US" err="1"/>
              <a:t>pt</a:t>
            </a:r>
            <a:endParaRPr lang="en-US"/>
          </a:p>
        </p:txBody>
      </p:sp>
      <p:pic>
        <p:nvPicPr>
          <p:cNvPr id="10" name="Siemens Logo" descr="Siemens logo">
            <a:extLst>
              <a:ext uri="{FF2B5EF4-FFF2-40B4-BE49-F238E27FC236}">
                <a16:creationId xmlns:a16="http://schemas.microsoft.com/office/drawing/2014/main" id="{9A561178-96D2-407A-94C5-91A37401F65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 bwMode="black">
          <a:xfrm>
            <a:off x="10274400" y="6364800"/>
            <a:ext cx="1512000" cy="240408"/>
          </a:xfrm>
          <a:prstGeom prst="rect">
            <a:avLst/>
          </a:prstGeom>
        </p:spPr>
      </p:pic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36983F93-FD6F-4DAC-8F23-D4EF00A0420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 bwMode="black">
          <a:xfrm>
            <a:off x="411163" y="6310800"/>
            <a:ext cx="9288000" cy="54720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/>
              <a:t>Restricted | © Siemens 20XX | Author | Department | YYYY-MM-DD</a:t>
            </a:r>
          </a:p>
        </p:txBody>
      </p:sp>
    </p:spTree>
    <p:extLst>
      <p:ext uri="{BB962C8B-B14F-4D97-AF65-F5344CB8AC3E}">
        <p14:creationId xmlns:p14="http://schemas.microsoft.com/office/powerpoint/2010/main" val="36730753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259">
          <p15:clr>
            <a:srgbClr val="65CEFF"/>
          </p15:clr>
        </p15:guide>
        <p15:guide id="3" pos="6109">
          <p15:clr>
            <a:srgbClr val="65CEFF"/>
          </p15:clr>
        </p15:guide>
        <p15:guide id="4" pos="7425">
          <p15:clr>
            <a:srgbClr val="65CEFF"/>
          </p15:clr>
        </p15:guide>
        <p15:guide id="5" orient="horz" pos="891">
          <p15:clr>
            <a:srgbClr val="65CEFF"/>
          </p15:clr>
        </p15:guide>
        <p15:guide id="6" orient="horz" pos="3658">
          <p15:clr>
            <a:srgbClr val="65CEFF"/>
          </p15:clr>
        </p15:guide>
        <p15:guide id="7" orient="horz" pos="4157">
          <p15:clr>
            <a:srgbClr val="65CEFF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6" Type="http://schemas.openxmlformats.org/officeDocument/2006/relationships/tags" Target="../tags/tag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516B384C-F452-49DF-BCC4-EFCCFA6484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36125959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4" imgW="408" imgH="408" progId="TCLayout.ActiveDocument.1">
                  <p:embed/>
                </p:oleObj>
              </mc:Choice>
              <mc:Fallback>
                <p:oleObj name="think-cell Folie" r:id="rId14" imgW="408" imgH="40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516B384C-F452-49DF-BCC4-EFCCFA6484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Siemens Sans" pitchFamily="2" charset="0"/>
              </a:defRPr>
            </a:lvl1pPr>
          </a:lstStyle>
          <a:p>
            <a:r>
              <a:rPr lang="en-US"/>
              <a:t>Unrestricted © Siemens 2023 | DI FA MF PCF | siemens.com/sigreen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Siemens Sans" pitchFamily="2" charset="0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85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53" r:id="rId3"/>
    <p:sldLayoutId id="2147483708" r:id="rId4"/>
    <p:sldLayoutId id="2147483655" r:id="rId5"/>
    <p:sldLayoutId id="2147483742" r:id="rId6"/>
    <p:sldLayoutId id="2147483691" r:id="rId7"/>
    <p:sldLayoutId id="2147483681" r:id="rId8"/>
    <p:sldLayoutId id="2147483690" r:id="rId9"/>
    <p:sldLayoutId id="2147483678" r:id="rId10"/>
    <p:sldLayoutId id="2147483754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Siemens Sans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516B384C-F452-49DF-BCC4-EFCCFA6484A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697590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7" imgW="408" imgH="408" progId="TCLayout.ActiveDocument.1">
                  <p:embed/>
                </p:oleObj>
              </mc:Choice>
              <mc:Fallback>
                <p:oleObj name="think-cell Folie" r:id="rId17" imgW="408" imgH="408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516B384C-F452-49DF-BCC4-EFCCFA6484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">
            <a:extLst>
              <a:ext uri="{FF2B5EF4-FFF2-40B4-BE49-F238E27FC236}">
                <a16:creationId xmlns:a16="http://schemas.microsoft.com/office/drawing/2014/main" id="{2500D031-E8B7-42AD-B616-57A243A31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400" y="478800"/>
            <a:ext cx="9863997" cy="576000"/>
          </a:xfrm>
          <a:prstGeom prst="rect">
            <a:avLst/>
          </a:prstGeom>
        </p:spPr>
        <p:txBody>
          <a:bodyPr vert="horz" lIns="0" tIns="0" rIns="324000" bIns="14400" rtlCol="0" anchor="b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6750A408-ED0E-47CF-AC3A-5AD4A6E25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161" y="1414800"/>
            <a:ext cx="7200000" cy="453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4F5CAFE5-0972-49AB-B42B-7C613C153A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9160" y="6310800"/>
            <a:ext cx="9216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>
                <a:solidFill>
                  <a:schemeClr val="tx1"/>
                </a:solidFill>
                <a:latin typeface="Siemens Sans" pitchFamily="2" charset="0"/>
              </a:defRPr>
            </a:lvl1pPr>
          </a:lstStyle>
          <a:p>
            <a:r>
              <a:rPr lang="en-US"/>
              <a:t>Unrestricted © Siemens 2023 | DI FA MF PCF | siemens.com/sigreen</a:t>
            </a:r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1C051FD7-F65C-4306-9083-C9770A0AF2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1162" y="6310800"/>
            <a:ext cx="648000" cy="547200"/>
          </a:xfrm>
          <a:prstGeom prst="rect">
            <a:avLst/>
          </a:prstGeom>
        </p:spPr>
        <p:txBody>
          <a:bodyPr vert="horz" lIns="0" tIns="0" rIns="0" bIns="61200" rtlCol="0" anchor="ctr" anchorCtr="0"/>
          <a:lstStyle>
            <a:lvl1pPr algn="l">
              <a:lnSpc>
                <a:spcPct val="100000"/>
              </a:lnSpc>
              <a:defRPr sz="900" b="1">
                <a:solidFill>
                  <a:schemeClr val="tx1"/>
                </a:solidFill>
                <a:latin typeface="Siemens Sans" pitchFamily="2" charset="0"/>
              </a:defRPr>
            </a:lvl1pPr>
          </a:lstStyle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98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  <p:sldLayoutId id="2147483769" r:id="rId2"/>
    <p:sldLayoutId id="2147483770" r:id="rId3"/>
    <p:sldLayoutId id="2147483771" r:id="rId4"/>
    <p:sldLayoutId id="2147483772" r:id="rId5"/>
    <p:sldLayoutId id="2147483773" r:id="rId6"/>
    <p:sldLayoutId id="2147483774" r:id="rId7"/>
    <p:sldLayoutId id="2147483775" r:id="rId8"/>
    <p:sldLayoutId id="2147483776" r:id="rId9"/>
    <p:sldLayoutId id="2147483777" r:id="rId10"/>
    <p:sldLayoutId id="2147483778" r:id="rId11"/>
    <p:sldLayoutId id="2147483780" r:id="rId12"/>
    <p:sldLayoutId id="2147483781" r:id="rId13"/>
    <p:sldLayoutId id="2147483782" r:id="rId1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000" b="1" kern="1200">
          <a:solidFill>
            <a:schemeClr val="accent1"/>
          </a:solidFill>
          <a:latin typeface="Siemens Sans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1pPr>
      <a:lvl2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2pPr>
      <a:lvl3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3pPr>
      <a:lvl4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4pPr>
      <a:lvl5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5pPr>
      <a:lvl6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6pPr>
      <a:lvl7pPr marL="10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7pPr>
      <a:lvl8pPr marL="12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8pPr>
      <a:lvl9pPr marL="14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300"/>
        </a:spcAft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iemens Sans" pitchFamily="2" charset="0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liuning@siemens.com" TargetMode="Externa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" descr="Headline of the presentation">
            <a:extLst>
              <a:ext uri="{FF2B5EF4-FFF2-40B4-BE49-F238E27FC236}">
                <a16:creationId xmlns:a16="http://schemas.microsoft.com/office/drawing/2014/main" id="{DA865AB3-8AE0-4AB0-94C2-2E517EC14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062" y="283877"/>
            <a:ext cx="11376788" cy="2462213"/>
          </a:xfrm>
        </p:spPr>
        <p:txBody>
          <a:bodyPr/>
          <a:lstStyle/>
          <a:p>
            <a:r>
              <a:rPr lang="zh-CN" altLang="en-US" dirty="0"/>
              <a:t>广泰永立 </a:t>
            </a:r>
            <a:br>
              <a:rPr lang="en-US" altLang="zh-CN" dirty="0"/>
            </a:br>
            <a:r>
              <a:rPr lang="zh-CN" altLang="en-US" dirty="0"/>
              <a:t>风扇噪声分析</a:t>
            </a:r>
            <a:endParaRPr lang="en-US" noProof="0" dirty="0"/>
          </a:p>
        </p:txBody>
      </p:sp>
      <p:sp>
        <p:nvSpPr>
          <p:cNvPr id="17" name="Subtitle" descr="Subheadline of the presentation">
            <a:extLst>
              <a:ext uri="{FF2B5EF4-FFF2-40B4-BE49-F238E27FC236}">
                <a16:creationId xmlns:a16="http://schemas.microsoft.com/office/drawing/2014/main" id="{9F1C4C08-3D5C-4C0E-914A-F70CA07D06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7150" y="3563246"/>
            <a:ext cx="9286875" cy="1930398"/>
          </a:xfrm>
        </p:spPr>
        <p:txBody>
          <a:bodyPr/>
          <a:lstStyle/>
          <a:p>
            <a:r>
              <a:rPr lang="en-US" altLang="zh-CN" sz="2400" dirty="0"/>
              <a:t>Siemens</a:t>
            </a:r>
          </a:p>
          <a:p>
            <a:r>
              <a:rPr lang="en-US" altLang="zh-CN" sz="2400" dirty="0"/>
              <a:t>T CED INW-CN&amp;DCO-CN</a:t>
            </a:r>
          </a:p>
          <a:p>
            <a:r>
              <a:rPr lang="en-US" altLang="zh-CN" sz="2400" dirty="0"/>
              <a:t>Yang </a:t>
            </a:r>
            <a:r>
              <a:rPr lang="en-US" altLang="zh-CN" sz="2400" dirty="0" err="1"/>
              <a:t>Shaopeng</a:t>
            </a:r>
            <a:r>
              <a:rPr lang="en-US" altLang="zh-CN" sz="2400" dirty="0"/>
              <a:t>, Liu Ning, Yu He</a:t>
            </a:r>
          </a:p>
          <a:p>
            <a:r>
              <a:rPr lang="en-US" altLang="zh-CN" sz="2400" dirty="0"/>
              <a:t>2024-04-03</a:t>
            </a:r>
            <a:endParaRPr lang="zh-CN" altLang="en-US" sz="2400" dirty="0"/>
          </a:p>
        </p:txBody>
      </p:sp>
      <p:sp>
        <p:nvSpPr>
          <p:cNvPr id="2" name="Footer Placeholder" descr="Footer with copyright, author and department information, and date">
            <a:extLst>
              <a:ext uri="{FF2B5EF4-FFF2-40B4-BE49-F238E27FC236}">
                <a16:creationId xmlns:a16="http://schemas.microsoft.com/office/drawing/2014/main" id="{8FDA17C2-CC0D-4A70-A1C4-4DAA44F64772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en-US" sz="9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Restricted © Siemens 2024 | T CED INW-CN | Yang </a:t>
            </a:r>
            <a:r>
              <a:rPr lang="en-US" sz="9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Shaopeng</a:t>
            </a:r>
            <a:endParaRPr lang="en-US" sz="9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63765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6029B-FE7D-F47A-330C-FCB62160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Problem definition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21FED6-51EF-B08A-FED6-09E1F92729CE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200" dirty="0"/>
              <a:t>Abnormal noise generated during fan production.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Manual field detection based on human ear for quality judgement.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Automatic testing and objective judgement for quality is highly needed.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D0C33D-A0C4-2713-A586-31AF095FD1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5973"/>
          <a:stretch/>
        </p:blipFill>
        <p:spPr>
          <a:xfrm>
            <a:off x="4221805" y="1603304"/>
            <a:ext cx="7796370" cy="4123513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EDFFADE-4B19-F436-4EC6-676DF1FF4A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39496" y="622210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11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Restricted © Siemens 2024 | T CED INW-CN | Yang </a:t>
            </a:r>
            <a:r>
              <a:rPr lang="en-US" sz="11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Shaopeng</a:t>
            </a:r>
            <a:endParaRPr lang="en-US" sz="11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3A7A6DFA-ADF9-09AD-05B9-DDB28BD23D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t>Page </a:t>
            </a:r>
            <a:fld id="{15EBE321-CBB1-4E91-BD14-37C8D44326FB}" type="slidenum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algn="r">
                <a:spcAft>
                  <a:spcPts val="600"/>
                </a:spcAft>
              </a:pPr>
              <a:t>2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00031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92A142-6254-11BF-D764-43A1F6E7E8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34AF25-DD99-032F-0862-A5AE20C13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>
                <a:latin typeface="+mj-lt"/>
              </a:rPr>
              <a:t>Test setup</a:t>
            </a: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51A3BD-DD96-1B65-07F5-4792898B881B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200" dirty="0"/>
              <a:t>Hi-Res microphone with heart shape radio collection.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200" dirty="0"/>
              <a:t>Stable power supply.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Separated space to prevent interference.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 dirty="0"/>
              <a:t>Fixed distance between fan and microphone.</a:t>
            </a:r>
          </a:p>
        </p:txBody>
      </p:sp>
      <p:pic>
        <p:nvPicPr>
          <p:cNvPr id="1026" name="Picture 2" descr="A microphone on a desk&#10;&#10;Description automatically generated">
            <a:extLst>
              <a:ext uri="{FF2B5EF4-FFF2-40B4-BE49-F238E27FC236}">
                <a16:creationId xmlns:a16="http://schemas.microsoft.com/office/drawing/2014/main" id="{2EFBE438-CB11-6608-5B84-048797E7FC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24" r="25356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9FF4245F-209A-C7F7-09B1-61D62071E4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60442" y="6356350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 dirty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Restricted © Siemens 2024 | T CED INW-CN | Yang </a:t>
            </a:r>
            <a:r>
              <a:rPr lang="en-US" sz="1200" kern="1200" dirty="0" err="1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t>Shaopeng</a:t>
            </a:r>
            <a:endParaRPr lang="en-US" sz="1200" kern="1200" dirty="0">
              <a:solidFill>
                <a:srgbClr val="FFFFFF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33225C90-F2F2-03CC-BBA5-08AF49F822D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439400" y="6356350"/>
            <a:ext cx="914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b="0">
                <a:solidFill>
                  <a:srgbClr val="FFFFFF"/>
                </a:solidFill>
                <a:latin typeface="Calibri" panose="020F0502020204030204"/>
              </a:rPr>
              <a:t>Page </a:t>
            </a:r>
            <a:fld id="{15EBE321-CBB1-4E91-BD14-37C8D44326FB}" type="slidenum">
              <a:rPr lang="en-US" sz="1200" b="0">
                <a:solidFill>
                  <a:srgbClr val="FFFFFF"/>
                </a:solidFill>
                <a:latin typeface="Calibri" panose="020F0502020204030204"/>
              </a:rPr>
              <a:pPr algn="r">
                <a:spcAft>
                  <a:spcPts val="600"/>
                </a:spcAft>
                <a:defRPr/>
              </a:pPr>
              <a:t>3</a:t>
            </a:fld>
            <a:endParaRPr lang="en-US" sz="1200" b="0">
              <a:solidFill>
                <a:srgbClr val="FFFFFF"/>
              </a:solidFill>
              <a:latin typeface="Calibri" panose="020F0502020204030204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E7EC0DD-7E09-56A0-C52E-EE2747CDBDD4}"/>
              </a:ext>
            </a:extLst>
          </p:cNvPr>
          <p:cNvCxnSpPr>
            <a:cxnSpLocks/>
          </p:cNvCxnSpPr>
          <p:nvPr/>
        </p:nvCxnSpPr>
        <p:spPr>
          <a:xfrm>
            <a:off x="8054502" y="5233481"/>
            <a:ext cx="2110902" cy="554476"/>
          </a:xfrm>
          <a:prstGeom prst="straightConnector1">
            <a:avLst/>
          </a:prstGeom>
          <a:ln w="38100">
            <a:solidFill>
              <a:srgbClr val="EF0137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5843BE-6356-A234-DF98-8B1BDF013227}"/>
              </a:ext>
            </a:extLst>
          </p:cNvPr>
          <p:cNvSpPr txBox="1"/>
          <p:nvPr/>
        </p:nvSpPr>
        <p:spPr>
          <a:xfrm rot="819182">
            <a:off x="8730575" y="5223753"/>
            <a:ext cx="75875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10cm</a:t>
            </a:r>
          </a:p>
        </p:txBody>
      </p:sp>
      <p:grpSp>
        <p:nvGrpSpPr>
          <p:cNvPr id="1083" name="Group 1082">
            <a:extLst>
              <a:ext uri="{FF2B5EF4-FFF2-40B4-BE49-F238E27FC236}">
                <a16:creationId xmlns:a16="http://schemas.microsoft.com/office/drawing/2014/main" id="{46C072B4-456E-425D-06AF-3EC1F9ECC13F}"/>
              </a:ext>
            </a:extLst>
          </p:cNvPr>
          <p:cNvGrpSpPr/>
          <p:nvPr/>
        </p:nvGrpSpPr>
        <p:grpSpPr>
          <a:xfrm>
            <a:off x="5781016" y="927620"/>
            <a:ext cx="1871539" cy="2088217"/>
            <a:chOff x="5781016" y="927620"/>
            <a:chExt cx="1871539" cy="208821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A7C9D1F-1E33-795C-6E35-C9E4EDA11E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3137" y="1303789"/>
              <a:ext cx="548688" cy="38103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B638ABF9-880B-F3C6-5AC4-27D8FAC21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83137" y="927620"/>
              <a:ext cx="548688" cy="38103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DA1FF6EC-EF94-1C37-ED4B-44BAD13964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4777" y="927620"/>
              <a:ext cx="548688" cy="381033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B0F2AA3-4BAC-5ED1-557B-48D435A95C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888341" y="2083254"/>
              <a:ext cx="548688" cy="381033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D2FC4E65-E80F-C45E-EA13-DFF2F1DCA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05581" y="927620"/>
              <a:ext cx="548688" cy="38103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F536645D-4BB5-F8CB-FB95-BBAE41560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18703" y="1308653"/>
              <a:ext cx="548688" cy="381033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E4968925-8C88-A966-5FFA-657DBBBA73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9413" y="1504033"/>
              <a:ext cx="548688" cy="38103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7D15D91-681C-22C7-D450-AD2FB37B924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79957" y="1855230"/>
              <a:ext cx="548688" cy="381033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7988D559-989B-B886-9F34-9D1A8541FD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91597" y="1591996"/>
              <a:ext cx="548688" cy="381033"/>
            </a:xfrm>
            <a:prstGeom prst="rect">
              <a:avLst/>
            </a:prstGeom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7ED655B1-C841-9F8F-85B0-8AF8BD4C65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61433" y="1914130"/>
              <a:ext cx="548688" cy="381033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1FB786CD-754C-C9AC-C099-9C3EDC928E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5039" y="2031929"/>
              <a:ext cx="548688" cy="381033"/>
            </a:xfrm>
            <a:prstGeom prst="rect">
              <a:avLst/>
            </a:prstGeom>
          </p:spPr>
        </p:pic>
        <p:pic>
          <p:nvPicPr>
            <p:cNvPr id="1025" name="Picture 1024">
              <a:extLst>
                <a:ext uri="{FF2B5EF4-FFF2-40B4-BE49-F238E27FC236}">
                  <a16:creationId xmlns:a16="http://schemas.microsoft.com/office/drawing/2014/main" id="{5C5CFC2A-C5DF-EDF8-F798-5DCC6CF65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03867" y="1195717"/>
              <a:ext cx="548688" cy="381033"/>
            </a:xfrm>
            <a:prstGeom prst="rect">
              <a:avLst/>
            </a:prstGeom>
          </p:spPr>
        </p:pic>
        <p:pic>
          <p:nvPicPr>
            <p:cNvPr id="1028" name="Picture 1027">
              <a:extLst>
                <a:ext uri="{FF2B5EF4-FFF2-40B4-BE49-F238E27FC236}">
                  <a16:creationId xmlns:a16="http://schemas.microsoft.com/office/drawing/2014/main" id="{8CE1C2D6-9231-AF7B-F105-732D98F268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3619" y="1489115"/>
              <a:ext cx="548688" cy="381033"/>
            </a:xfrm>
            <a:prstGeom prst="rect">
              <a:avLst/>
            </a:prstGeom>
          </p:spPr>
        </p:pic>
        <p:pic>
          <p:nvPicPr>
            <p:cNvPr id="1030" name="Picture 1029">
              <a:extLst>
                <a:ext uri="{FF2B5EF4-FFF2-40B4-BE49-F238E27FC236}">
                  <a16:creationId xmlns:a16="http://schemas.microsoft.com/office/drawing/2014/main" id="{5A829282-6DE4-2158-CFE8-C6A2A1EAC63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61877" y="1679958"/>
              <a:ext cx="548688" cy="381033"/>
            </a:xfrm>
            <a:prstGeom prst="rect">
              <a:avLst/>
            </a:prstGeom>
          </p:spPr>
        </p:pic>
        <p:pic>
          <p:nvPicPr>
            <p:cNvPr id="1034" name="Picture 1033">
              <a:extLst>
                <a:ext uri="{FF2B5EF4-FFF2-40B4-BE49-F238E27FC236}">
                  <a16:creationId xmlns:a16="http://schemas.microsoft.com/office/drawing/2014/main" id="{B18C0654-893C-273A-B1F4-571044932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1016" y="1745396"/>
              <a:ext cx="548688" cy="381033"/>
            </a:xfrm>
            <a:prstGeom prst="rect">
              <a:avLst/>
            </a:prstGeom>
          </p:spPr>
        </p:pic>
        <p:pic>
          <p:nvPicPr>
            <p:cNvPr id="1036" name="Picture 1035">
              <a:extLst>
                <a:ext uri="{FF2B5EF4-FFF2-40B4-BE49-F238E27FC236}">
                  <a16:creationId xmlns:a16="http://schemas.microsoft.com/office/drawing/2014/main" id="{3765131F-E518-FFC3-A12A-14D181EF0F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7990" y="1283680"/>
              <a:ext cx="548688" cy="381033"/>
            </a:xfrm>
            <a:prstGeom prst="rect">
              <a:avLst/>
            </a:prstGeom>
          </p:spPr>
        </p:pic>
        <p:pic>
          <p:nvPicPr>
            <p:cNvPr id="1038" name="Picture 1037">
              <a:extLst>
                <a:ext uri="{FF2B5EF4-FFF2-40B4-BE49-F238E27FC236}">
                  <a16:creationId xmlns:a16="http://schemas.microsoft.com/office/drawing/2014/main" id="{AD2FA140-7D99-13F6-5F55-2CE18E988E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96301" y="1617255"/>
              <a:ext cx="548688" cy="381033"/>
            </a:xfrm>
            <a:prstGeom prst="rect">
              <a:avLst/>
            </a:prstGeom>
          </p:spPr>
        </p:pic>
        <p:pic>
          <p:nvPicPr>
            <p:cNvPr id="1040" name="Picture 1039">
              <a:extLst>
                <a:ext uri="{FF2B5EF4-FFF2-40B4-BE49-F238E27FC236}">
                  <a16:creationId xmlns:a16="http://schemas.microsoft.com/office/drawing/2014/main" id="{1E02C495-9E71-B1F5-40E8-03EAE36D913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23619" y="2002093"/>
              <a:ext cx="548688" cy="381033"/>
            </a:xfrm>
            <a:prstGeom prst="rect">
              <a:avLst/>
            </a:prstGeom>
          </p:spPr>
        </p:pic>
        <p:pic>
          <p:nvPicPr>
            <p:cNvPr id="1042" name="Picture 1041">
              <a:extLst>
                <a:ext uri="{FF2B5EF4-FFF2-40B4-BE49-F238E27FC236}">
                  <a16:creationId xmlns:a16="http://schemas.microsoft.com/office/drawing/2014/main" id="{3255052B-DAF8-0E01-5538-7E749B8A6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0964" y="2119714"/>
              <a:ext cx="548688" cy="381033"/>
            </a:xfrm>
            <a:prstGeom prst="rect">
              <a:avLst/>
            </a:prstGeom>
          </p:spPr>
        </p:pic>
        <p:pic>
          <p:nvPicPr>
            <p:cNvPr id="1044" name="Picture 1043">
              <a:extLst>
                <a:ext uri="{FF2B5EF4-FFF2-40B4-BE49-F238E27FC236}">
                  <a16:creationId xmlns:a16="http://schemas.microsoft.com/office/drawing/2014/main" id="{B19AE0BD-63A0-D293-7CBF-C026ECA37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5300" y="1877341"/>
              <a:ext cx="548688" cy="381033"/>
            </a:xfrm>
            <a:prstGeom prst="rect">
              <a:avLst/>
            </a:prstGeom>
          </p:spPr>
        </p:pic>
        <p:pic>
          <p:nvPicPr>
            <p:cNvPr id="1046" name="Picture 1045">
              <a:extLst>
                <a:ext uri="{FF2B5EF4-FFF2-40B4-BE49-F238E27FC236}">
                  <a16:creationId xmlns:a16="http://schemas.microsoft.com/office/drawing/2014/main" id="{603BC930-EA87-85CB-17EF-33229E2823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781614" y="2195692"/>
              <a:ext cx="548688" cy="381033"/>
            </a:xfrm>
            <a:prstGeom prst="rect">
              <a:avLst/>
            </a:prstGeom>
          </p:spPr>
        </p:pic>
        <p:pic>
          <p:nvPicPr>
            <p:cNvPr id="1048" name="Picture 1047">
              <a:extLst>
                <a:ext uri="{FF2B5EF4-FFF2-40B4-BE49-F238E27FC236}">
                  <a16:creationId xmlns:a16="http://schemas.microsoft.com/office/drawing/2014/main" id="{C1C3044A-14A4-790C-C7D3-0EF5567E953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934449" y="2515071"/>
              <a:ext cx="548688" cy="381033"/>
            </a:xfrm>
            <a:prstGeom prst="rect">
              <a:avLst/>
            </a:prstGeom>
          </p:spPr>
        </p:pic>
        <p:pic>
          <p:nvPicPr>
            <p:cNvPr id="1050" name="Picture 1049">
              <a:extLst>
                <a:ext uri="{FF2B5EF4-FFF2-40B4-BE49-F238E27FC236}">
                  <a16:creationId xmlns:a16="http://schemas.microsoft.com/office/drawing/2014/main" id="{97C267AA-6CCC-62FB-54C1-3FB052EFE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13068" y="2324227"/>
              <a:ext cx="548688" cy="381033"/>
            </a:xfrm>
            <a:prstGeom prst="rect">
              <a:avLst/>
            </a:prstGeom>
          </p:spPr>
        </p:pic>
        <p:pic>
          <p:nvPicPr>
            <p:cNvPr id="1052" name="Picture 1051">
              <a:extLst>
                <a:ext uri="{FF2B5EF4-FFF2-40B4-BE49-F238E27FC236}">
                  <a16:creationId xmlns:a16="http://schemas.microsoft.com/office/drawing/2014/main" id="{EF1BC58E-F9CE-E296-C97D-2AFFD8ED19D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8974" y="2398736"/>
              <a:ext cx="548688" cy="381033"/>
            </a:xfrm>
            <a:prstGeom prst="rect">
              <a:avLst/>
            </a:prstGeom>
          </p:spPr>
        </p:pic>
        <p:pic>
          <p:nvPicPr>
            <p:cNvPr id="1053" name="Picture 1052">
              <a:extLst>
                <a:ext uri="{FF2B5EF4-FFF2-40B4-BE49-F238E27FC236}">
                  <a16:creationId xmlns:a16="http://schemas.microsoft.com/office/drawing/2014/main" id="{7A490688-2185-D992-00A0-AB724071A9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8554" y="2444376"/>
              <a:ext cx="548688" cy="381033"/>
            </a:xfrm>
            <a:prstGeom prst="rect">
              <a:avLst/>
            </a:prstGeom>
          </p:spPr>
        </p:pic>
        <p:pic>
          <p:nvPicPr>
            <p:cNvPr id="1054" name="Picture 1053">
              <a:extLst>
                <a:ext uri="{FF2B5EF4-FFF2-40B4-BE49-F238E27FC236}">
                  <a16:creationId xmlns:a16="http://schemas.microsoft.com/office/drawing/2014/main" id="{BECB988A-4B84-C626-2C79-DD4FDC191C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98778" y="2271256"/>
              <a:ext cx="548688" cy="381033"/>
            </a:xfrm>
            <a:prstGeom prst="rect">
              <a:avLst/>
            </a:prstGeom>
          </p:spPr>
        </p:pic>
        <p:pic>
          <p:nvPicPr>
            <p:cNvPr id="1055" name="Picture 1054">
              <a:extLst>
                <a:ext uri="{FF2B5EF4-FFF2-40B4-BE49-F238E27FC236}">
                  <a16:creationId xmlns:a16="http://schemas.microsoft.com/office/drawing/2014/main" id="{85CE02E9-11C9-D5FD-68F0-1E63FB39F4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485696" y="2477382"/>
              <a:ext cx="230072" cy="381033"/>
            </a:xfrm>
            <a:prstGeom prst="rect">
              <a:avLst/>
            </a:prstGeom>
          </p:spPr>
        </p:pic>
        <p:pic>
          <p:nvPicPr>
            <p:cNvPr id="1057" name="Picture 1056">
              <a:extLst>
                <a:ext uri="{FF2B5EF4-FFF2-40B4-BE49-F238E27FC236}">
                  <a16:creationId xmlns:a16="http://schemas.microsoft.com/office/drawing/2014/main" id="{5421089F-A922-7CF5-7615-A05684C0126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433893" y="2493544"/>
              <a:ext cx="230072" cy="381033"/>
            </a:xfrm>
            <a:prstGeom prst="rect">
              <a:avLst/>
            </a:prstGeom>
          </p:spPr>
        </p:pic>
        <p:pic>
          <p:nvPicPr>
            <p:cNvPr id="1058" name="Picture 1057">
              <a:extLst>
                <a:ext uri="{FF2B5EF4-FFF2-40B4-BE49-F238E27FC236}">
                  <a16:creationId xmlns:a16="http://schemas.microsoft.com/office/drawing/2014/main" id="{BB732E82-C184-E276-09E7-1B25D6970A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402979" y="2515071"/>
              <a:ext cx="230072" cy="381033"/>
            </a:xfrm>
            <a:prstGeom prst="rect">
              <a:avLst/>
            </a:prstGeom>
          </p:spPr>
        </p:pic>
        <p:pic>
          <p:nvPicPr>
            <p:cNvPr id="1059" name="Picture 1058">
              <a:extLst>
                <a:ext uri="{FF2B5EF4-FFF2-40B4-BE49-F238E27FC236}">
                  <a16:creationId xmlns:a16="http://schemas.microsoft.com/office/drawing/2014/main" id="{ED7BF425-A974-A20B-339C-936367D99B0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344887" y="2537207"/>
              <a:ext cx="230072" cy="381033"/>
            </a:xfrm>
            <a:prstGeom prst="rect">
              <a:avLst/>
            </a:prstGeom>
          </p:spPr>
        </p:pic>
        <p:pic>
          <p:nvPicPr>
            <p:cNvPr id="1060" name="Picture 1059">
              <a:extLst>
                <a:ext uri="{FF2B5EF4-FFF2-40B4-BE49-F238E27FC236}">
                  <a16:creationId xmlns:a16="http://schemas.microsoft.com/office/drawing/2014/main" id="{1D335A46-C93E-F3E9-8A4A-0A335BD0062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314042" y="2558604"/>
              <a:ext cx="230072" cy="381033"/>
            </a:xfrm>
            <a:prstGeom prst="rect">
              <a:avLst/>
            </a:prstGeom>
          </p:spPr>
        </p:pic>
        <p:pic>
          <p:nvPicPr>
            <p:cNvPr id="1061" name="Picture 1060">
              <a:extLst>
                <a:ext uri="{FF2B5EF4-FFF2-40B4-BE49-F238E27FC236}">
                  <a16:creationId xmlns:a16="http://schemas.microsoft.com/office/drawing/2014/main" id="{5A62D01F-7314-0E45-B553-D2227C5B6EB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262826" y="2596138"/>
              <a:ext cx="230072" cy="381033"/>
            </a:xfrm>
            <a:prstGeom prst="rect">
              <a:avLst/>
            </a:prstGeom>
          </p:spPr>
        </p:pic>
        <p:pic>
          <p:nvPicPr>
            <p:cNvPr id="1062" name="Picture 1061">
              <a:extLst>
                <a:ext uri="{FF2B5EF4-FFF2-40B4-BE49-F238E27FC236}">
                  <a16:creationId xmlns:a16="http://schemas.microsoft.com/office/drawing/2014/main" id="{6843B4A4-A25F-BC4E-FF2B-13FF623193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147790" y="2615551"/>
              <a:ext cx="230072" cy="381033"/>
            </a:xfrm>
            <a:prstGeom prst="rect">
              <a:avLst/>
            </a:prstGeom>
          </p:spPr>
        </p:pic>
        <p:pic>
          <p:nvPicPr>
            <p:cNvPr id="1063" name="Picture 1062">
              <a:extLst>
                <a:ext uri="{FF2B5EF4-FFF2-40B4-BE49-F238E27FC236}">
                  <a16:creationId xmlns:a16="http://schemas.microsoft.com/office/drawing/2014/main" id="{3568125E-68FF-143E-4854-100C39E4AE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095416" y="2580924"/>
              <a:ext cx="230072" cy="381033"/>
            </a:xfrm>
            <a:prstGeom prst="rect">
              <a:avLst/>
            </a:prstGeom>
          </p:spPr>
        </p:pic>
        <p:pic>
          <p:nvPicPr>
            <p:cNvPr id="1064" name="Picture 1063">
              <a:extLst>
                <a:ext uri="{FF2B5EF4-FFF2-40B4-BE49-F238E27FC236}">
                  <a16:creationId xmlns:a16="http://schemas.microsoft.com/office/drawing/2014/main" id="{D6362ADD-4B17-9A62-55D5-A608B5D25E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624551" y="2405621"/>
              <a:ext cx="230072" cy="381033"/>
            </a:xfrm>
            <a:prstGeom prst="rect">
              <a:avLst/>
            </a:prstGeom>
          </p:spPr>
        </p:pic>
        <p:pic>
          <p:nvPicPr>
            <p:cNvPr id="1065" name="Picture 1064">
              <a:extLst>
                <a:ext uri="{FF2B5EF4-FFF2-40B4-BE49-F238E27FC236}">
                  <a16:creationId xmlns:a16="http://schemas.microsoft.com/office/drawing/2014/main" id="{781C937B-0A55-11B8-AD24-1558D7532B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22115" y="2290400"/>
              <a:ext cx="548688" cy="381033"/>
            </a:xfrm>
            <a:prstGeom prst="rect">
              <a:avLst/>
            </a:prstGeom>
          </p:spPr>
        </p:pic>
        <p:pic>
          <p:nvPicPr>
            <p:cNvPr id="1066" name="Picture 1065">
              <a:extLst>
                <a:ext uri="{FF2B5EF4-FFF2-40B4-BE49-F238E27FC236}">
                  <a16:creationId xmlns:a16="http://schemas.microsoft.com/office/drawing/2014/main" id="{66992D8D-EEF6-2372-1A3E-8D1262ADA5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40050" y="2258790"/>
              <a:ext cx="548688" cy="381033"/>
            </a:xfrm>
            <a:prstGeom prst="rect">
              <a:avLst/>
            </a:prstGeom>
          </p:spPr>
        </p:pic>
        <p:pic>
          <p:nvPicPr>
            <p:cNvPr id="1067" name="Picture 1066">
              <a:extLst>
                <a:ext uri="{FF2B5EF4-FFF2-40B4-BE49-F238E27FC236}">
                  <a16:creationId xmlns:a16="http://schemas.microsoft.com/office/drawing/2014/main" id="{CC625619-8C78-EECA-02F2-97BACDCF0C1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676341" y="2373681"/>
              <a:ext cx="230072" cy="381033"/>
            </a:xfrm>
            <a:prstGeom prst="rect">
              <a:avLst/>
            </a:prstGeom>
          </p:spPr>
        </p:pic>
        <p:pic>
          <p:nvPicPr>
            <p:cNvPr id="1068" name="Picture 1067">
              <a:extLst>
                <a:ext uri="{FF2B5EF4-FFF2-40B4-BE49-F238E27FC236}">
                  <a16:creationId xmlns:a16="http://schemas.microsoft.com/office/drawing/2014/main" id="{23F6077F-B077-1800-13B9-182C6A5FB47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568106" y="2430205"/>
              <a:ext cx="230072" cy="381033"/>
            </a:xfrm>
            <a:prstGeom prst="rect">
              <a:avLst/>
            </a:prstGeom>
          </p:spPr>
        </p:pic>
        <p:pic>
          <p:nvPicPr>
            <p:cNvPr id="1069" name="Picture 1068">
              <a:extLst>
                <a:ext uri="{FF2B5EF4-FFF2-40B4-BE49-F238E27FC236}">
                  <a16:creationId xmlns:a16="http://schemas.microsoft.com/office/drawing/2014/main" id="{71EEAEFE-A4C4-99E5-4E6C-3178F4A0E5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729948" y="2353096"/>
              <a:ext cx="230072" cy="381033"/>
            </a:xfrm>
            <a:prstGeom prst="rect">
              <a:avLst/>
            </a:prstGeom>
          </p:spPr>
        </p:pic>
        <p:pic>
          <p:nvPicPr>
            <p:cNvPr id="1070" name="Picture 1069">
              <a:extLst>
                <a:ext uri="{FF2B5EF4-FFF2-40B4-BE49-F238E27FC236}">
                  <a16:creationId xmlns:a16="http://schemas.microsoft.com/office/drawing/2014/main" id="{05582028-A863-C956-9AE6-998A1C7B34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193704" y="2634804"/>
              <a:ext cx="230072" cy="381033"/>
            </a:xfrm>
            <a:prstGeom prst="rect">
              <a:avLst/>
            </a:prstGeom>
          </p:spPr>
        </p:pic>
        <p:pic>
          <p:nvPicPr>
            <p:cNvPr id="1071" name="Picture 1070">
              <a:extLst>
                <a:ext uri="{FF2B5EF4-FFF2-40B4-BE49-F238E27FC236}">
                  <a16:creationId xmlns:a16="http://schemas.microsoft.com/office/drawing/2014/main" id="{3C472682-ACAE-B5F9-7E6E-EFD6FAB8A4D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799699" y="2311160"/>
              <a:ext cx="230072" cy="381033"/>
            </a:xfrm>
            <a:prstGeom prst="rect">
              <a:avLst/>
            </a:prstGeom>
          </p:spPr>
        </p:pic>
        <p:pic>
          <p:nvPicPr>
            <p:cNvPr id="1072" name="Picture 1071">
              <a:extLst>
                <a:ext uri="{FF2B5EF4-FFF2-40B4-BE49-F238E27FC236}">
                  <a16:creationId xmlns:a16="http://schemas.microsoft.com/office/drawing/2014/main" id="{3E134577-B0B4-8492-5409-08E0347468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758666" y="2329971"/>
              <a:ext cx="230072" cy="381033"/>
            </a:xfrm>
            <a:prstGeom prst="rect">
              <a:avLst/>
            </a:prstGeom>
          </p:spPr>
        </p:pic>
        <p:pic>
          <p:nvPicPr>
            <p:cNvPr id="1073" name="Picture 1072">
              <a:extLst>
                <a:ext uri="{FF2B5EF4-FFF2-40B4-BE49-F238E27FC236}">
                  <a16:creationId xmlns:a16="http://schemas.microsoft.com/office/drawing/2014/main" id="{BCB6FE15-97CA-0A08-0820-DC3DB9276A3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6958498" y="2222330"/>
              <a:ext cx="230072" cy="381033"/>
            </a:xfrm>
            <a:prstGeom prst="rect">
              <a:avLst/>
            </a:prstGeom>
          </p:spPr>
        </p:pic>
        <p:pic>
          <p:nvPicPr>
            <p:cNvPr id="1074" name="Picture 1073">
              <a:extLst>
                <a:ext uri="{FF2B5EF4-FFF2-40B4-BE49-F238E27FC236}">
                  <a16:creationId xmlns:a16="http://schemas.microsoft.com/office/drawing/2014/main" id="{E067A416-B6FD-546D-6BB9-6E23AA7F70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7002443" y="2205961"/>
              <a:ext cx="230072" cy="381033"/>
            </a:xfrm>
            <a:prstGeom prst="rect">
              <a:avLst/>
            </a:prstGeom>
          </p:spPr>
        </p:pic>
        <p:pic>
          <p:nvPicPr>
            <p:cNvPr id="1075" name="Picture 1074">
              <a:extLst>
                <a:ext uri="{FF2B5EF4-FFF2-40B4-BE49-F238E27FC236}">
                  <a16:creationId xmlns:a16="http://schemas.microsoft.com/office/drawing/2014/main" id="{9B15CBC5-E2DD-B0C2-95CC-620EBD896D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7040852" y="2185870"/>
              <a:ext cx="230072" cy="381033"/>
            </a:xfrm>
            <a:prstGeom prst="rect">
              <a:avLst/>
            </a:prstGeom>
          </p:spPr>
        </p:pic>
        <p:pic>
          <p:nvPicPr>
            <p:cNvPr id="1076" name="Picture 1075">
              <a:extLst>
                <a:ext uri="{FF2B5EF4-FFF2-40B4-BE49-F238E27FC236}">
                  <a16:creationId xmlns:a16="http://schemas.microsoft.com/office/drawing/2014/main" id="{EFB4D554-5932-A207-8DA2-28A7C3ED049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7079261" y="2164458"/>
              <a:ext cx="230072" cy="381033"/>
            </a:xfrm>
            <a:prstGeom prst="rect">
              <a:avLst/>
            </a:prstGeom>
          </p:spPr>
        </p:pic>
        <p:pic>
          <p:nvPicPr>
            <p:cNvPr id="1077" name="Picture 1076">
              <a:extLst>
                <a:ext uri="{FF2B5EF4-FFF2-40B4-BE49-F238E27FC236}">
                  <a16:creationId xmlns:a16="http://schemas.microsoft.com/office/drawing/2014/main" id="{3E566589-A049-6E1F-4C1B-FDAFECE24A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7121138" y="2152792"/>
              <a:ext cx="230072" cy="381033"/>
            </a:xfrm>
            <a:prstGeom prst="rect">
              <a:avLst/>
            </a:prstGeom>
          </p:spPr>
        </p:pic>
        <p:pic>
          <p:nvPicPr>
            <p:cNvPr id="1078" name="Picture 1077">
              <a:extLst>
                <a:ext uri="{FF2B5EF4-FFF2-40B4-BE49-F238E27FC236}">
                  <a16:creationId xmlns:a16="http://schemas.microsoft.com/office/drawing/2014/main" id="{94B3F415-3565-5F47-C6D5-41D76EE434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7149418" y="2124961"/>
              <a:ext cx="230072" cy="381033"/>
            </a:xfrm>
            <a:prstGeom prst="rect">
              <a:avLst/>
            </a:prstGeom>
          </p:spPr>
        </p:pic>
        <p:pic>
          <p:nvPicPr>
            <p:cNvPr id="1079" name="Picture 1078">
              <a:extLst>
                <a:ext uri="{FF2B5EF4-FFF2-40B4-BE49-F238E27FC236}">
                  <a16:creationId xmlns:a16="http://schemas.microsoft.com/office/drawing/2014/main" id="{7D3FCC07-C663-2D5A-4128-583BF7A605A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>
              <a:off x="7174516" y="2114014"/>
              <a:ext cx="230072" cy="381033"/>
            </a:xfrm>
            <a:prstGeom prst="rect">
              <a:avLst/>
            </a:prstGeom>
          </p:spPr>
        </p:pic>
        <p:pic>
          <p:nvPicPr>
            <p:cNvPr id="1080" name="Picture 1079">
              <a:extLst>
                <a:ext uri="{FF2B5EF4-FFF2-40B4-BE49-F238E27FC236}">
                  <a16:creationId xmlns:a16="http://schemas.microsoft.com/office/drawing/2014/main" id="{84819A80-FA8F-07BC-8358-BF8D543C15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 rot="5400000">
              <a:off x="7113716" y="2176211"/>
              <a:ext cx="230072" cy="381033"/>
            </a:xfrm>
            <a:prstGeom prst="rect">
              <a:avLst/>
            </a:prstGeom>
          </p:spPr>
        </p:pic>
        <p:pic>
          <p:nvPicPr>
            <p:cNvPr id="1081" name="Picture 1080">
              <a:extLst>
                <a:ext uri="{FF2B5EF4-FFF2-40B4-BE49-F238E27FC236}">
                  <a16:creationId xmlns:a16="http://schemas.microsoft.com/office/drawing/2014/main" id="{F33C706F-792D-9E60-B427-F0D823E133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58069"/>
            <a:stretch/>
          </p:blipFill>
          <p:spPr>
            <a:xfrm rot="5193660">
              <a:off x="7177077" y="2155954"/>
              <a:ext cx="230072" cy="38103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475522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C4879EFC-8E62-4E00-973C-C45EE9EC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06029B-FE7D-F47A-330C-FCB621605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7200"/>
            <a:ext cx="10909640" cy="13686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5100" dirty="0">
                <a:latin typeface="+mj-lt"/>
              </a:rPr>
              <a:t>Basic fan samples analysis</a:t>
            </a:r>
            <a:endParaRPr lang="en-US" sz="5100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1445A6-9F95-C1BF-BB26-47C5F36F4732}"/>
              </a:ext>
            </a:extLst>
          </p:cNvPr>
          <p:cNvSpPr txBox="1"/>
          <p:nvPr/>
        </p:nvSpPr>
        <p:spPr>
          <a:xfrm>
            <a:off x="638881" y="1922561"/>
            <a:ext cx="10909643" cy="5526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dirty="0"/>
              <a:t>Samples: Good-1, daq-1, xiaoq-1, doudong-1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1850683"/>
            <a:ext cx="3291840" cy="18288"/>
          </a:xfrm>
          <a:custGeom>
            <a:avLst/>
            <a:gdLst>
              <a:gd name="connsiteX0" fmla="*/ 0 w 3291840"/>
              <a:gd name="connsiteY0" fmla="*/ 0 h 18288"/>
              <a:gd name="connsiteX1" fmla="*/ 658368 w 3291840"/>
              <a:gd name="connsiteY1" fmla="*/ 0 h 18288"/>
              <a:gd name="connsiteX2" fmla="*/ 1283818 w 3291840"/>
              <a:gd name="connsiteY2" fmla="*/ 0 h 18288"/>
              <a:gd name="connsiteX3" fmla="*/ 1909267 w 3291840"/>
              <a:gd name="connsiteY3" fmla="*/ 0 h 18288"/>
              <a:gd name="connsiteX4" fmla="*/ 2633472 w 3291840"/>
              <a:gd name="connsiteY4" fmla="*/ 0 h 18288"/>
              <a:gd name="connsiteX5" fmla="*/ 3291840 w 3291840"/>
              <a:gd name="connsiteY5" fmla="*/ 0 h 18288"/>
              <a:gd name="connsiteX6" fmla="*/ 3291840 w 3291840"/>
              <a:gd name="connsiteY6" fmla="*/ 18288 h 18288"/>
              <a:gd name="connsiteX7" fmla="*/ 2633472 w 3291840"/>
              <a:gd name="connsiteY7" fmla="*/ 18288 h 18288"/>
              <a:gd name="connsiteX8" fmla="*/ 2073859 w 3291840"/>
              <a:gd name="connsiteY8" fmla="*/ 18288 h 18288"/>
              <a:gd name="connsiteX9" fmla="*/ 1448410 w 3291840"/>
              <a:gd name="connsiteY9" fmla="*/ 18288 h 18288"/>
              <a:gd name="connsiteX10" fmla="*/ 822960 w 3291840"/>
              <a:gd name="connsiteY10" fmla="*/ 18288 h 18288"/>
              <a:gd name="connsiteX11" fmla="*/ 0 w 3291840"/>
              <a:gd name="connsiteY11" fmla="*/ 18288 h 18288"/>
              <a:gd name="connsiteX12" fmla="*/ 0 w 329184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F4C9E4-832F-384E-6FE3-56F63DE87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619" y="2657876"/>
            <a:ext cx="7317530" cy="307336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B72B3CF-4FC2-4285-B213-C173D0028B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12" y="3835005"/>
            <a:ext cx="4682057" cy="1896233"/>
          </a:xfrm>
          <a:prstGeom prst="rect">
            <a:avLst/>
          </a:prstGeom>
        </p:spPr>
      </p:pic>
      <p:sp>
        <p:nvSpPr>
          <p:cNvPr id="6" name="Footer Placeholder 2">
            <a:extLst>
              <a:ext uri="{FF2B5EF4-FFF2-40B4-BE49-F238E27FC236}">
                <a16:creationId xmlns:a16="http://schemas.microsoft.com/office/drawing/2014/main" id="{2EDFFADE-4B19-F436-4EC6-676DF1FF4AC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90500" y="633710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1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Restricted © Siemens 2024 | T CED INW-CN | Yang </a:t>
            </a:r>
            <a:r>
              <a:rPr lang="en-US" sz="1100" kern="1200" dirty="0" err="1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t>Shaopeng</a:t>
            </a:r>
            <a:endParaRPr lang="en-US" sz="1100" kern="1200" dirty="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liennummernplatzhalter 3">
            <a:extLst>
              <a:ext uri="{FF2B5EF4-FFF2-40B4-BE49-F238E27FC236}">
                <a16:creationId xmlns:a16="http://schemas.microsoft.com/office/drawing/2014/main" id="{3A7A6DFA-ADF9-09AD-05B9-DDB28BD23D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n-US" sz="1200">
                <a:solidFill>
                  <a:schemeClr val="tx1">
                    <a:tint val="75000"/>
                  </a:schemeClr>
                </a:solidFill>
                <a:latin typeface="+mn-lt"/>
              </a:rPr>
              <a:t>Page </a:t>
            </a:r>
            <a:fld id="{15EBE321-CBB1-4E91-BD14-37C8D44326FB}" type="slidenum">
              <a:rPr lang="en-US" sz="1200" smtClean="0">
                <a:solidFill>
                  <a:schemeClr val="tx1">
                    <a:tint val="75000"/>
                  </a:schemeClr>
                </a:solidFill>
                <a:latin typeface="+mn-lt"/>
              </a:rPr>
              <a:pPr algn="r">
                <a:spcAft>
                  <a:spcPts val="600"/>
                </a:spcAft>
              </a:pPr>
              <a:t>4</a:t>
            </a:fld>
            <a:endParaRPr lang="en-US" sz="12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45F587-645E-95B0-95AB-8BADBAD33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12" y="2657876"/>
            <a:ext cx="4682057" cy="94242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14080D9-783C-0EEA-7F6D-63A4738C2CC0}"/>
              </a:ext>
            </a:extLst>
          </p:cNvPr>
          <p:cNvSpPr txBox="1"/>
          <p:nvPr/>
        </p:nvSpPr>
        <p:spPr>
          <a:xfrm>
            <a:off x="112909" y="3626233"/>
            <a:ext cx="105194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solidFill>
                  <a:srgbClr val="00BEDC"/>
                </a:solidFill>
              </a:rPr>
              <a:t>FFT chart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65788F-53D9-2E7E-172F-B9543403ABAD}"/>
              </a:ext>
            </a:extLst>
          </p:cNvPr>
          <p:cNvSpPr txBox="1"/>
          <p:nvPr/>
        </p:nvSpPr>
        <p:spPr>
          <a:xfrm>
            <a:off x="112909" y="2436477"/>
            <a:ext cx="105194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solidFill>
                  <a:srgbClr val="00BEDC"/>
                </a:solidFill>
              </a:rPr>
              <a:t>Wave chart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ADC2BC-B74A-CD4F-A466-72B9DCB14AC6}"/>
              </a:ext>
            </a:extLst>
          </p:cNvPr>
          <p:cNvSpPr txBox="1"/>
          <p:nvPr/>
        </p:nvSpPr>
        <p:spPr>
          <a:xfrm>
            <a:off x="4820904" y="2436477"/>
            <a:ext cx="105194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altLang="zh-CN" sz="1200" dirty="0">
                <a:solidFill>
                  <a:srgbClr val="00BEDC"/>
                </a:solidFill>
              </a:rPr>
              <a:t>Spectrogram</a:t>
            </a:r>
          </a:p>
        </p:txBody>
      </p:sp>
    </p:spTree>
    <p:extLst>
      <p:ext uri="{BB962C8B-B14F-4D97-AF65-F5344CB8AC3E}">
        <p14:creationId xmlns:p14="http://schemas.microsoft.com/office/powerpoint/2010/main" val="2210031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CD1B76-949E-6AED-31B3-FF3640939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>
                <a:latin typeface="+mj-lt"/>
              </a:rPr>
              <a:t>Algorithm evaluation</a:t>
            </a:r>
          </a:p>
        </p:txBody>
      </p:sp>
      <p:sp>
        <p:nvSpPr>
          <p:cNvPr id="18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onnsiteX0" fmla="*/ 0 w 10972800"/>
              <a:gd name="connsiteY0" fmla="*/ 0 h 18288"/>
              <a:gd name="connsiteX1" fmla="*/ 356616 w 10972800"/>
              <a:gd name="connsiteY1" fmla="*/ 0 h 18288"/>
              <a:gd name="connsiteX2" fmla="*/ 1042416 w 10972800"/>
              <a:gd name="connsiteY2" fmla="*/ 0 h 18288"/>
              <a:gd name="connsiteX3" fmla="*/ 1947672 w 10972800"/>
              <a:gd name="connsiteY3" fmla="*/ 0 h 18288"/>
              <a:gd name="connsiteX4" fmla="*/ 2633472 w 10972800"/>
              <a:gd name="connsiteY4" fmla="*/ 0 h 18288"/>
              <a:gd name="connsiteX5" fmla="*/ 2990088 w 10972800"/>
              <a:gd name="connsiteY5" fmla="*/ 0 h 18288"/>
              <a:gd name="connsiteX6" fmla="*/ 3456432 w 10972800"/>
              <a:gd name="connsiteY6" fmla="*/ 0 h 18288"/>
              <a:gd name="connsiteX7" fmla="*/ 4361688 w 10972800"/>
              <a:gd name="connsiteY7" fmla="*/ 0 h 18288"/>
              <a:gd name="connsiteX8" fmla="*/ 5266944 w 10972800"/>
              <a:gd name="connsiteY8" fmla="*/ 0 h 18288"/>
              <a:gd name="connsiteX9" fmla="*/ 6172200 w 10972800"/>
              <a:gd name="connsiteY9" fmla="*/ 0 h 18288"/>
              <a:gd name="connsiteX10" fmla="*/ 6528816 w 10972800"/>
              <a:gd name="connsiteY10" fmla="*/ 0 h 18288"/>
              <a:gd name="connsiteX11" fmla="*/ 7214616 w 10972800"/>
              <a:gd name="connsiteY11" fmla="*/ 0 h 18288"/>
              <a:gd name="connsiteX12" fmla="*/ 7790688 w 10972800"/>
              <a:gd name="connsiteY12" fmla="*/ 0 h 18288"/>
              <a:gd name="connsiteX13" fmla="*/ 8147304 w 10972800"/>
              <a:gd name="connsiteY13" fmla="*/ 0 h 18288"/>
              <a:gd name="connsiteX14" fmla="*/ 9052560 w 10972800"/>
              <a:gd name="connsiteY14" fmla="*/ 0 h 18288"/>
              <a:gd name="connsiteX15" fmla="*/ 9409176 w 10972800"/>
              <a:gd name="connsiteY15" fmla="*/ 0 h 18288"/>
              <a:gd name="connsiteX16" fmla="*/ 9765792 w 10972800"/>
              <a:gd name="connsiteY16" fmla="*/ 0 h 18288"/>
              <a:gd name="connsiteX17" fmla="*/ 10341864 w 10972800"/>
              <a:gd name="connsiteY17" fmla="*/ 0 h 18288"/>
              <a:gd name="connsiteX18" fmla="*/ 10972800 w 10972800"/>
              <a:gd name="connsiteY18" fmla="*/ 0 h 18288"/>
              <a:gd name="connsiteX19" fmla="*/ 10972800 w 10972800"/>
              <a:gd name="connsiteY19" fmla="*/ 18288 h 18288"/>
              <a:gd name="connsiteX20" fmla="*/ 10177272 w 10972800"/>
              <a:gd name="connsiteY20" fmla="*/ 18288 h 18288"/>
              <a:gd name="connsiteX21" fmla="*/ 9820656 w 10972800"/>
              <a:gd name="connsiteY21" fmla="*/ 18288 h 18288"/>
              <a:gd name="connsiteX22" fmla="*/ 9464040 w 10972800"/>
              <a:gd name="connsiteY22" fmla="*/ 18288 h 18288"/>
              <a:gd name="connsiteX23" fmla="*/ 8778240 w 10972800"/>
              <a:gd name="connsiteY23" fmla="*/ 18288 h 18288"/>
              <a:gd name="connsiteX24" fmla="*/ 8421624 w 10972800"/>
              <a:gd name="connsiteY24" fmla="*/ 18288 h 18288"/>
              <a:gd name="connsiteX25" fmla="*/ 7735824 w 10972800"/>
              <a:gd name="connsiteY25" fmla="*/ 18288 h 18288"/>
              <a:gd name="connsiteX26" fmla="*/ 6940296 w 10972800"/>
              <a:gd name="connsiteY26" fmla="*/ 18288 h 18288"/>
              <a:gd name="connsiteX27" fmla="*/ 6254496 w 10972800"/>
              <a:gd name="connsiteY27" fmla="*/ 18288 h 18288"/>
              <a:gd name="connsiteX28" fmla="*/ 5458968 w 10972800"/>
              <a:gd name="connsiteY28" fmla="*/ 18288 h 18288"/>
              <a:gd name="connsiteX29" fmla="*/ 4663440 w 10972800"/>
              <a:gd name="connsiteY29" fmla="*/ 18288 h 18288"/>
              <a:gd name="connsiteX30" fmla="*/ 4306824 w 10972800"/>
              <a:gd name="connsiteY30" fmla="*/ 18288 h 18288"/>
              <a:gd name="connsiteX31" fmla="*/ 3840480 w 10972800"/>
              <a:gd name="connsiteY31" fmla="*/ 18288 h 18288"/>
              <a:gd name="connsiteX32" fmla="*/ 3264408 w 10972800"/>
              <a:gd name="connsiteY32" fmla="*/ 18288 h 18288"/>
              <a:gd name="connsiteX33" fmla="*/ 2578608 w 10972800"/>
              <a:gd name="connsiteY33" fmla="*/ 18288 h 18288"/>
              <a:gd name="connsiteX34" fmla="*/ 1673352 w 10972800"/>
              <a:gd name="connsiteY34" fmla="*/ 18288 h 18288"/>
              <a:gd name="connsiteX35" fmla="*/ 877824 w 10972800"/>
              <a:gd name="connsiteY35" fmla="*/ 18288 h 18288"/>
              <a:gd name="connsiteX36" fmla="*/ 0 w 10972800"/>
              <a:gd name="connsiteY36" fmla="*/ 18288 h 18288"/>
              <a:gd name="connsiteX37" fmla="*/ 0 w 10972800"/>
              <a:gd name="connsiteY3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A screen shot of a computer&#10;&#10;Description automatically generated">
            <a:extLst>
              <a:ext uri="{FF2B5EF4-FFF2-40B4-BE49-F238E27FC236}">
                <a16:creationId xmlns:a16="http://schemas.microsoft.com/office/drawing/2014/main" id="{0F0D74B4-0468-8708-3FFD-9C8EA8E4A5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07" r="-1" b="2942"/>
          <a:stretch/>
        </p:blipFill>
        <p:spPr>
          <a:xfrm>
            <a:off x="8043832" y="2082646"/>
            <a:ext cx="3941064" cy="4096512"/>
          </a:xfrm>
          <a:prstGeom prst="rect">
            <a:avLst/>
          </a:prstGeom>
        </p:spPr>
      </p:pic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BDDC2784-FE65-8A0C-0943-BA19ABD2A4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72493" y="6314608"/>
            <a:ext cx="41148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r>
              <a:rPr lang="en-US" sz="1200" kern="1200" dirty="0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Restricted © Siemens 2024 | T CED INW-CN | Yang </a:t>
            </a:r>
            <a:r>
              <a:rPr lang="en-US" sz="1200" kern="1200" dirty="0" err="1">
                <a:solidFill>
                  <a:prstClr val="black">
                    <a:tint val="75000"/>
                  </a:prstClr>
                </a:solidFill>
                <a:latin typeface="Calibri" panose="020F0502020204030204"/>
                <a:ea typeface="+mn-ea"/>
                <a:cs typeface="+mn-cs"/>
              </a:rPr>
              <a:t>Shaopeng</a:t>
            </a:r>
            <a:endParaRPr lang="en-US" sz="1200" kern="1200" dirty="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3">
            <a:extLst>
              <a:ext uri="{FF2B5EF4-FFF2-40B4-BE49-F238E27FC236}">
                <a16:creationId xmlns:a16="http://schemas.microsoft.com/office/drawing/2014/main" id="{86E61C62-D974-1568-0505-428540DBFF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spcAft>
                <a:spcPts val="600"/>
              </a:spcAft>
              <a:defRPr/>
            </a:pPr>
            <a:r>
              <a:rPr lang="en-US" sz="1200" b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t>Page </a:t>
            </a:r>
            <a:fld id="{15EBE321-CBB1-4E91-BD14-37C8D44326FB}" type="slidenum">
              <a:rPr lang="en-US" sz="1200" b="0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algn="r">
                <a:spcAft>
                  <a:spcPts val="600"/>
                </a:spcAft>
                <a:defRPr/>
              </a:pPr>
              <a:t>5</a:t>
            </a:fld>
            <a:endParaRPr lang="en-US" sz="1200" b="0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pic>
        <p:nvPicPr>
          <p:cNvPr id="2050" name="Picture 2" descr="一周健闻丨关键词：AI预测死亡风险，处方药师审核制 - 相关链接 - 一方集团官网">
            <a:extLst>
              <a:ext uri="{FF2B5EF4-FFF2-40B4-BE49-F238E27FC236}">
                <a16:creationId xmlns:a16="http://schemas.microsoft.com/office/drawing/2014/main" id="{73AAFD7C-C087-49D3-713D-CFCD1290A2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5759" y="2388607"/>
            <a:ext cx="4209425" cy="2808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2537EA39-AA7B-44E9-2759-0E59DDFD6EC3}"/>
              </a:ext>
            </a:extLst>
          </p:cNvPr>
          <p:cNvSpPr/>
          <p:nvPr/>
        </p:nvSpPr>
        <p:spPr>
          <a:xfrm>
            <a:off x="109994" y="3011612"/>
            <a:ext cx="1807210" cy="1348714"/>
          </a:xfrm>
          <a:prstGeom prst="rightArrow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en-US" dirty="0">
                <a:solidFill>
                  <a:schemeClr val="accent3"/>
                </a:solidFill>
              </a:rPr>
              <a:t>Input: 10s* 6 * 4types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FAE77406-7BF3-9700-DAEC-C347C6F7ED23}"/>
              </a:ext>
            </a:extLst>
          </p:cNvPr>
          <p:cNvSpPr/>
          <p:nvPr/>
        </p:nvSpPr>
        <p:spPr>
          <a:xfrm>
            <a:off x="6223739" y="3011612"/>
            <a:ext cx="1807210" cy="1348714"/>
          </a:xfrm>
          <a:prstGeom prst="rightArrow">
            <a:avLst/>
          </a:prstGeom>
          <a:noFill/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108000" tIns="72000" rIns="108000" bIns="72000" rtlCol="0" anchor="t" anchorCtr="0"/>
          <a:lstStyle/>
          <a:p>
            <a:pPr algn="l"/>
            <a:r>
              <a:rPr lang="en-US" dirty="0">
                <a:solidFill>
                  <a:schemeClr val="accent3"/>
                </a:solidFill>
              </a:rPr>
              <a:t>Output: Good or 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9B4DEF-54CB-0626-C9C1-5BB354D7B230}"/>
              </a:ext>
            </a:extLst>
          </p:cNvPr>
          <p:cNvSpPr txBox="1"/>
          <p:nvPr/>
        </p:nvSpPr>
        <p:spPr>
          <a:xfrm>
            <a:off x="690880" y="5384800"/>
            <a:ext cx="6705600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Result: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Successfully classified for quality judgement.</a:t>
            </a:r>
          </a:p>
        </p:txBody>
      </p:sp>
    </p:spTree>
    <p:extLst>
      <p:ext uri="{BB962C8B-B14F-4D97-AF65-F5344CB8AC3E}">
        <p14:creationId xmlns:p14="http://schemas.microsoft.com/office/powerpoint/2010/main" val="4873670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52953-7A19-D727-3F76-DDA0354BA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22E25-7591-1B8F-68BD-0BCE11B1E9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Liu, Ning</a:t>
            </a:r>
          </a:p>
          <a:p>
            <a:r>
              <a:rPr lang="en-US" dirty="0">
                <a:hlinkClick r:id="rId2"/>
              </a:rPr>
              <a:t>liuning@siemens.com</a:t>
            </a:r>
            <a:endParaRPr lang="en-US" dirty="0"/>
          </a:p>
          <a:p>
            <a:r>
              <a:rPr lang="en-US" dirty="0"/>
              <a:t>Senior Key Expert</a:t>
            </a:r>
          </a:p>
          <a:p>
            <a:r>
              <a:rPr lang="en-US" dirty="0"/>
              <a:t>T CED DCO-CN</a:t>
            </a:r>
          </a:p>
          <a:p>
            <a:r>
              <a:rPr lang="en-US" dirty="0"/>
              <a:t>Beijing, China</a:t>
            </a:r>
          </a:p>
          <a:p>
            <a:endParaRPr lang="en-US" dirty="0"/>
          </a:p>
          <a:p>
            <a:r>
              <a:rPr lang="en-US" dirty="0"/>
              <a:t>Yu, He</a:t>
            </a:r>
          </a:p>
          <a:p>
            <a:r>
              <a:rPr lang="en-US" dirty="0"/>
              <a:t>he.yu@siemens.com</a:t>
            </a:r>
          </a:p>
          <a:p>
            <a:r>
              <a:rPr lang="en-US" dirty="0"/>
              <a:t>Senior Expert Engineer</a:t>
            </a:r>
          </a:p>
          <a:p>
            <a:r>
              <a:rPr lang="en-US" dirty="0"/>
              <a:t>T CED INW-CN</a:t>
            </a:r>
          </a:p>
          <a:p>
            <a:r>
              <a:rPr lang="en-US" dirty="0"/>
              <a:t>Wuxi, China</a:t>
            </a:r>
          </a:p>
          <a:p>
            <a:endParaRPr lang="en-US" dirty="0"/>
          </a:p>
          <a:p>
            <a:r>
              <a:rPr lang="en-US" dirty="0"/>
              <a:t>Yang </a:t>
            </a:r>
            <a:r>
              <a:rPr lang="en-US" dirty="0" err="1"/>
              <a:t>Shaopeng</a:t>
            </a:r>
            <a:endParaRPr lang="en-US" dirty="0"/>
          </a:p>
          <a:p>
            <a:r>
              <a:rPr lang="en-US" dirty="0"/>
              <a:t>shaopeng.yang@siemens.com</a:t>
            </a:r>
          </a:p>
          <a:p>
            <a:r>
              <a:rPr lang="en-US" dirty="0"/>
              <a:t>Expert Engineer</a:t>
            </a:r>
          </a:p>
          <a:p>
            <a:r>
              <a:rPr lang="en-US" dirty="0"/>
              <a:t>T CED INW-CN</a:t>
            </a:r>
          </a:p>
          <a:p>
            <a:r>
              <a:rPr lang="en-US" dirty="0"/>
              <a:t>Wuxi, China</a:t>
            </a:r>
          </a:p>
          <a:p>
            <a:endParaRPr lang="en-US" dirty="0"/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089B171-C469-6AD5-8814-6FA2ADC780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059160" y="6310800"/>
            <a:ext cx="9216000" cy="547200"/>
          </a:xfrm>
        </p:spPr>
        <p:txBody>
          <a:bodyPr/>
          <a:lstStyle/>
          <a:p>
            <a:r>
              <a:rPr lang="en-US" dirty="0"/>
              <a:t>Restricted © Siemens 2024 | T CED INW-CN | Yang </a:t>
            </a:r>
            <a:r>
              <a:rPr lang="en-US" dirty="0" err="1"/>
              <a:t>Shaopeng</a:t>
            </a:r>
            <a:endParaRPr lang="en-US" dirty="0"/>
          </a:p>
        </p:txBody>
      </p:sp>
      <p:sp>
        <p:nvSpPr>
          <p:cNvPr id="6" name="Foliennummernplatzhalter 3">
            <a:extLst>
              <a:ext uri="{FF2B5EF4-FFF2-40B4-BE49-F238E27FC236}">
                <a16:creationId xmlns:a16="http://schemas.microsoft.com/office/drawing/2014/main" id="{BC54C7A4-18DC-D391-E43E-C18A3D6540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411162" y="6310800"/>
            <a:ext cx="648000" cy="547200"/>
          </a:xfrm>
        </p:spPr>
        <p:txBody>
          <a:bodyPr/>
          <a:lstStyle/>
          <a:p>
            <a:r>
              <a:rPr lang="en-US"/>
              <a:t>Page </a:t>
            </a:r>
            <a:fld id="{15EBE321-CBB1-4E91-BD14-37C8D44326F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73608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66bdbc8e-f81c-4748-99cc-bf771adff048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emens 2020 Restricted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nrestricted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 Theme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108000" tIns="72000" rIns="108000" bIns="72000" rtlCol="0" anchor="t" anchorCtr="0"/>
      <a:lstStyle>
        <a:defPPr algn="l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headEnd w="lg" len="lg"/>
          <a:tailEnd type="non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iemens AG Theme Color">
      <a:dk1>
        <a:srgbClr val="000000"/>
      </a:dk1>
      <a:lt1>
        <a:sysClr val="window" lastClr="FFFFFF"/>
      </a:lt1>
      <a:dk2>
        <a:srgbClr val="000028"/>
      </a:dk2>
      <a:lt2>
        <a:srgbClr val="F3F3F0"/>
      </a:lt2>
      <a:accent1>
        <a:srgbClr val="009999"/>
      </a:accent1>
      <a:accent2>
        <a:srgbClr val="00D7A0"/>
      </a:accent2>
      <a:accent3>
        <a:srgbClr val="00BEDC"/>
      </a:accent3>
      <a:accent4>
        <a:srgbClr val="0087BE"/>
      </a:accent4>
      <a:accent5>
        <a:srgbClr val="00557C"/>
      </a:accent5>
      <a:accent6>
        <a:srgbClr val="000028"/>
      </a:accent6>
      <a:hlink>
        <a:srgbClr val="00BEDC"/>
      </a:hlink>
      <a:folHlink>
        <a:srgbClr val="0087BE"/>
      </a:folHlink>
    </a:clrScheme>
    <a:fontScheme name="Siemens AG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ay | 102 102 126">
      <a:srgbClr val="66667E"/>
    </a:custClr>
    <a:custClr name="Gray | 153 153 169">
      <a:srgbClr val="9999A9"/>
    </a:custClr>
    <a:custClr name="Soft Gray | 204 204 212">
      <a:srgbClr val="CCCCD4"/>
    </a:custClr>
    <a:custClr name="Light Gray | 229 229 233">
      <a:srgbClr val="E5E5E9"/>
    </a:custClr>
    <a:custClr name="Purple | 170 50 190">
      <a:srgbClr val="AA32BE"/>
    </a:custClr>
    <a:custClr name="Dark Purple | 80 0 120">
      <a:srgbClr val="500078"/>
    </a:custClr>
    <a:custClr name="Yellow | 255 215 50">
      <a:srgbClr val="FFD732"/>
    </a:custClr>
    <a:custClr name="Orange | 255 144 0">
      <a:srgbClr val="FF9000"/>
    </a:custClr>
    <a:custClr name="Soft Red | 254 131 137">
      <a:srgbClr val="FE8389"/>
    </a:custClr>
    <a:custClr name="Red | 239 1 55">
      <a:srgbClr val="EF0137"/>
    </a:custClr>
    <a:custClr name="Bold Green | For creation of the Focus Line">
      <a:srgbClr val="00FFB9"/>
    </a:custClr>
    <a:custClr name="Bold Blue | For creation of the Focus Line">
      <a:srgbClr val="00E6DC"/>
    </a:custClr>
    <a:custClr name="Light Sand | 243 243 240">
      <a:srgbClr val="F3F3F0"/>
    </a:custClr>
    <a:custClr name="Siemens Petrol | 0 153 153">
      <a:srgbClr val="009999"/>
    </a:custClr>
    <a:custClr name="Soft Green | 0 215 160">
      <a:srgbClr val="00D7A0"/>
    </a:custClr>
    <a:custClr name="Green | 0 175 142">
      <a:srgbClr val="00AF8E"/>
    </a:custClr>
    <a:custClr name="Soft Blue | 0 190 220">
      <a:srgbClr val="00BEDC"/>
    </a:custClr>
    <a:custClr name="Blue | 0 135 190">
      <a:srgbClr val="0087BE"/>
    </a:custClr>
    <a:custClr name="Dark Blue | 0 85 124">
      <a:srgbClr val="00557C"/>
    </a:custClr>
    <a:custClr name="Deep Blue | 0 0 40">
      <a:srgbClr val="000028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9DD1104133D146820A6AD9F8CDC616" ma:contentTypeVersion="12" ma:contentTypeDescription="Create a new document." ma:contentTypeScope="" ma:versionID="463b43a563832885af23c35e6d98fc99">
  <xsd:schema xmlns:xsd="http://www.w3.org/2001/XMLSchema" xmlns:xs="http://www.w3.org/2001/XMLSchema" xmlns:p="http://schemas.microsoft.com/office/2006/metadata/properties" xmlns:ns2="8c39f6b5-ba09-459d-83d1-bd311aad1846" xmlns:ns3="eb5e8d74-c814-4662-92c0-10f364bab30e" targetNamespace="http://schemas.microsoft.com/office/2006/metadata/properties" ma:root="true" ma:fieldsID="05d3044877ae48d50e680b24b0ed0950" ns2:_="" ns3:_="">
    <xsd:import namespace="8c39f6b5-ba09-459d-83d1-bd311aad1846"/>
    <xsd:import namespace="eb5e8d74-c814-4662-92c0-10f364bab3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39f6b5-ba09-459d-83d1-bd311aad184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5e8d74-c814-4662-92c0-10f364bab30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55B123-6F77-4ACD-8DB2-8B3741874B3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3B1DD8D-38D1-4035-8672-48FE9C857BEE}">
  <ds:schemaRefs>
    <ds:schemaRef ds:uri="eb5e8d74-c814-4662-92c0-10f364bab30e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8c39f6b5-ba09-459d-83d1-bd311aad1846"/>
    <ds:schemaRef ds:uri="http://purl.org/dc/dcmitype/"/>
    <ds:schemaRef ds:uri="http://purl.org/dc/terms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B45586C-BBFD-462F-ACD1-5A92C5A369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c39f6b5-ba09-459d-83d1-bd311aad1846"/>
    <ds:schemaRef ds:uri="eb5e8d74-c814-4662-92c0-10f364bab3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59b6cd5-d141-4a33-8bf1-0ca04484304f}" enabled="1" method="Standard" siteId="{38ae3bcd-9579-4fd4-adda-b42e1495d5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1375</TotalTime>
  <Words>254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Siemens Sans</vt:lpstr>
      <vt:lpstr>Siemens 2020 Restricted</vt:lpstr>
      <vt:lpstr>Unrestricted</vt:lpstr>
      <vt:lpstr>think-cell Folie</vt:lpstr>
      <vt:lpstr>广泰永立  风扇噪声分析</vt:lpstr>
      <vt:lpstr>Problem definition</vt:lpstr>
      <vt:lpstr>Test setup</vt:lpstr>
      <vt:lpstr>Basic fan samples analysis</vt:lpstr>
      <vt:lpstr>Algorithm evaluation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SiGREEN Marketing Deck</dc:title>
  <dc:subject/>
  <dc:creator>Yang, Shao Peng (T CED INW-CN)</dc:creator>
  <cp:keywords>Template</cp:keywords>
  <dc:description>Version 3.0.8
September 2020</dc:description>
  <cp:lastModifiedBy>Yang, Shao Peng (T CED INW-CN)</cp:lastModifiedBy>
  <cp:revision>10</cp:revision>
  <dcterms:created xsi:type="dcterms:W3CDTF">2020-07-27T12:43:17Z</dcterms:created>
  <dcterms:modified xsi:type="dcterms:W3CDTF">2024-04-07T02:06:30Z</dcterms:modified>
  <cp:category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0x010100CE9DD1104133D146820A6AD9F8CDC616</vt:lpwstr>
  </property>
  <property fmtid="{D5CDD505-2E9C-101B-9397-08002B2CF9AE}" pid="3" name="MSIP_Label_a59b6cd5-d141-4a33-8bf1-0ca04484304f_Enabled">
    <vt:lpwstr>true</vt:lpwstr>
  </property>
  <property fmtid="{D5CDD505-2E9C-101B-9397-08002B2CF9AE}" pid="4" name="MSIP_Label_a59b6cd5-d141-4a33-8bf1-0ca04484304f_SetDate">
    <vt:lpwstr>2021-11-04T11:10:21Z</vt:lpwstr>
  </property>
  <property fmtid="{D5CDD505-2E9C-101B-9397-08002B2CF9AE}" pid="5" name="MSIP_Label_a59b6cd5-d141-4a33-8bf1-0ca04484304f_Method">
    <vt:lpwstr>Standard</vt:lpwstr>
  </property>
  <property fmtid="{D5CDD505-2E9C-101B-9397-08002B2CF9AE}" pid="6" name="MSIP_Label_a59b6cd5-d141-4a33-8bf1-0ca04484304f_Name">
    <vt:lpwstr>restricted-default</vt:lpwstr>
  </property>
  <property fmtid="{D5CDD505-2E9C-101B-9397-08002B2CF9AE}" pid="7" name="MSIP_Label_a59b6cd5-d141-4a33-8bf1-0ca04484304f_SiteId">
    <vt:lpwstr>38ae3bcd-9579-4fd4-adda-b42e1495d55a</vt:lpwstr>
  </property>
  <property fmtid="{D5CDD505-2E9C-101B-9397-08002B2CF9AE}" pid="8" name="MSIP_Label_a59b6cd5-d141-4a33-8bf1-0ca04484304f_ActionId">
    <vt:lpwstr>ed6d4596-2cf3-4a91-be40-696e0e736fc5</vt:lpwstr>
  </property>
  <property fmtid="{D5CDD505-2E9C-101B-9397-08002B2CF9AE}" pid="9" name="MSIP_Label_a59b6cd5-d141-4a33-8bf1-0ca04484304f_ContentBits">
    <vt:lpwstr>0</vt:lpwstr>
  </property>
  <property fmtid="{D5CDD505-2E9C-101B-9397-08002B2CF9AE}" pid="10" name="Document_Confidentiality">
    <vt:lpwstr>Restricted</vt:lpwstr>
  </property>
</Properties>
</file>