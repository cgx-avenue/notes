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9" r:id="rId6"/>
    <p:sldId id="261" r:id="rId7"/>
    <p:sldId id="265" r:id="rId8"/>
    <p:sldId id="263" r:id="rId9"/>
    <p:sldId id="258" r:id="rId10"/>
  </p:sldIdLst>
  <p:sldSz cx="12192000" cy="6858000"/>
  <p:notesSz cx="6858000" cy="9144000"/>
  <p:defaultTextStyle>
    <a:defPPr>
      <a:defRPr lang="en-US"/>
    </a:defPPr>
    <a:lvl1pPr>
      <a:spcBef>
        <a:spcPts val="0"/>
      </a:spcBef>
      <a:buClr>
        <a:schemeClr val="accent1"/>
      </a:buClr>
      <a:defRPr sz="1800"/>
    </a:lvl1pPr>
    <a:lvl2pPr marL="1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2pPr>
    <a:lvl3pPr marL="3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3pPr>
    <a:lvl4pPr marL="5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4pPr>
    <a:lvl5pPr marL="72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5pPr>
    <a:lvl6pPr marL="90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6pPr>
    <a:lvl7pPr marL="10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7pPr>
    <a:lvl8pPr marL="12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8pPr>
    <a:lvl9pPr marL="14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63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>
                <a:solidFill>
                  <a:schemeClr val="tx2"/>
                </a:solidFill>
                <a:latin typeface="+mn-lt"/>
              </a:rPr>
              <a:t>11/13/2023</a:t>
            </a:fld>
            <a:endParaRPr lang="en-US" sz="10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  <a:latin typeface="+mn-lt"/>
              </a:rPr>
              <a:t>Hand out</a:t>
            </a:r>
            <a:r>
              <a:rPr lang="en-US" sz="1050">
                <a:solidFill>
                  <a:schemeClr val="accent2"/>
                </a:solidFill>
                <a:latin typeface="+mn-lt"/>
              </a:rPr>
              <a:t> </a:t>
            </a:r>
            <a:fld id="{C92BABF8-1341-4DCB-864A-D83C08BEEAE4}" type="slidenum">
              <a:rPr lang="en-US" sz="105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5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76FBC1AF-E4C9-412F-9B6D-66CD520F95DB}" type="datetimeFigureOut">
              <a:rPr lang="en-US" smtClean="0"/>
              <a:pPr/>
              <a:t>11/13/2023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670C6E6A-0191-4020-A084-BB23C7AE6B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092D1760-10AA-43FB-AC0B-074FF5007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BC293230-94BC-41FA-A2D9-E9259B125F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4627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5136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920874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91605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15397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3613854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662922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792413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Transformation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874017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1602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713285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502166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2370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093362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477977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322078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496026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iemens Xcelerator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223687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666566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804166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1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35824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67889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08786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2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280640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76341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6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000" cy="2769989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191606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k&amp;blur Sustainability 4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9288000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945772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6FD70AD7-1356-4F56-BCF5-60206B889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BC751AD9-F368-4030-BEF3-878CBEED0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 flip="none" rotWithShape="1">
          <a:gsLst>
            <a:gs pos="40000">
              <a:schemeClr val="bg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dient cover">
            <a:extLst>
              <a:ext uri="{FF2B5EF4-FFF2-40B4-BE49-F238E27FC236}">
                <a16:creationId xmlns:a16="http://schemas.microsoft.com/office/drawing/2014/main" id="{0F638833-9358-4A10-8860-60EC0C65D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502025"/>
            <a:ext cx="12192000" cy="3355975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477328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/>
              <a:t>Subhead for headline size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231106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Headline of the presentation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1" y="3780000"/>
            <a:ext cx="9287638" cy="1661993"/>
          </a:xfrm>
          <a:noFill/>
        </p:spPr>
        <p:txBody>
          <a:bodyPr rIns="0" bIns="0" anchor="t">
            <a:spAutoFit/>
          </a:bodyPr>
          <a:lstStyle>
            <a:lvl1pPr marL="0"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chart with picture, </a:t>
            </a:r>
            <a:br>
              <a:rPr lang="en-US"/>
            </a:br>
            <a:r>
              <a:rPr lang="en-US"/>
              <a:t>Arial Regular, 36 </a:t>
            </a:r>
            <a:r>
              <a:rPr lang="en-US" err="1"/>
              <a:t>pt</a:t>
            </a:r>
            <a:r>
              <a:rPr lang="en-US"/>
              <a:t>,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2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/>
              <a:t>Subhead for headline size 36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8" name="Picture Placeholder" descr="Title picture – please describe furth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3502800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picture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>
          <a:xfrm>
            <a:off x="411162" y="6310800"/>
            <a:ext cx="928800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20XX | Author | Department | YYYY-MM-DD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8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 Stage">
            <a:extLst>
              <a:ext uri="{FF2B5EF4-FFF2-40B4-BE49-F238E27FC236}">
                <a16:creationId xmlns:a16="http://schemas.microsoft.com/office/drawing/2014/main" id="{A71FD435-3CF0-4700-A204-51B8FECDB0E5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FF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BDD73C6A-6099-483E-9C34-F604024F25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54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6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A236A90B-8F03-45C0-87DD-5479E8376B64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solidFill>
            <a:srgbClr val="00E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CFA8B97-DE99-4B15-8C8C-3748FA022B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43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color 40p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40C63E25-48A4-43B2-BEE6-D2FE79309C83}"/>
              </a:ext>
            </a:extLst>
          </p:cNvPr>
          <p:cNvSpPr/>
          <p:nvPr userDrawn="1"/>
        </p:nvSpPr>
        <p:spPr bwMode="hidden">
          <a:xfrm>
            <a:off x="0" y="0"/>
            <a:ext cx="12192000" cy="6166800"/>
          </a:xfrm>
          <a:prstGeom prst="rect">
            <a:avLst/>
          </a:prstGeom>
          <a:gradFill>
            <a:gsLst>
              <a:gs pos="40000">
                <a:srgbClr val="00FFB9"/>
              </a:gs>
              <a:gs pos="100000">
                <a:srgbClr val="00E6D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EN"/>
          </a:p>
        </p:txBody>
      </p:sp>
      <p:sp>
        <p:nvSpPr>
          <p:cNvPr id="9" name="Color Stage">
            <a:extLst>
              <a:ext uri="{FF2B5EF4-FFF2-40B4-BE49-F238E27FC236}">
                <a16:creationId xmlns:a16="http://schemas.microsoft.com/office/drawing/2014/main" id="{0C524D66-9942-450A-A90F-E7A0CC42EC73}"/>
              </a:ext>
            </a:extLst>
          </p:cNvPr>
          <p:cNvSpPr/>
          <p:nvPr userDrawn="1"/>
        </p:nvSpPr>
        <p:spPr>
          <a:xfrm>
            <a:off x="0" y="1414463"/>
            <a:ext cx="12192000" cy="4752337"/>
          </a:xfrm>
          <a:prstGeom prst="rect">
            <a:avLst/>
          </a:prstGeom>
          <a:gradFill flip="none" rotWithShape="1">
            <a:gsLst>
              <a:gs pos="0">
                <a:srgbClr val="00FFB9"/>
              </a:gs>
              <a:gs pos="100000">
                <a:schemeClr val="bg2">
                  <a:alpha val="0"/>
                </a:schemeClr>
              </a:gs>
              <a:gs pos="40000">
                <a:srgbClr val="00FFB9">
                  <a:alpha val="5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CCD0B8A8-7DE9-432C-82EA-6468E4BB56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83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462213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3"/>
            <a:ext cx="11376788" cy="2769989"/>
          </a:xfrm>
          <a:noFill/>
        </p:spPr>
        <p:txBody>
          <a:bodyPr rIns="0" bIns="0" anchor="b" anchorCtr="0">
            <a:spAutoFit/>
          </a:bodyPr>
          <a:lstStyle>
            <a:lvl1pPr marL="0">
              <a:lnSpc>
                <a:spcPct val="100000"/>
              </a:lnSpc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60 </a:t>
            </a:r>
            <a:r>
              <a:rPr lang="en-US" err="1"/>
              <a:t>pt</a:t>
            </a:r>
            <a:br>
              <a:rPr lang="en-US"/>
            </a:br>
            <a:r>
              <a:rPr lang="en-US"/>
              <a:t>3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40003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Title of the chapter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399" y="1414463"/>
            <a:ext cx="11370437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4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Chapter divider, </a:t>
            </a:r>
            <a:br>
              <a:rPr lang="en-US"/>
            </a:br>
            <a:r>
              <a:rPr lang="en-US"/>
              <a:t>Arial Regular, 40 </a:t>
            </a:r>
            <a:r>
              <a:rPr lang="en-US" err="1"/>
              <a:t>pt</a:t>
            </a:r>
            <a:r>
              <a:rPr lang="en-US"/>
              <a:t>, </a:t>
            </a:r>
            <a:br>
              <a:rPr lang="en-US"/>
            </a:br>
            <a:r>
              <a:rPr lang="en-US"/>
              <a:t>extra long headlines,</a:t>
            </a:r>
            <a:br>
              <a:rPr lang="en-US"/>
            </a:br>
            <a:r>
              <a:rPr lang="en-US"/>
              <a:t>4 lines</a:t>
            </a:r>
          </a:p>
        </p:txBody>
      </p:sp>
      <p:sp>
        <p:nvSpPr>
          <p:cNvPr id="3" name="Subhead" descr="Subtitle of the chapter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2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>
          <a:xfrm>
            <a:off x="1059160" y="6310800"/>
            <a:ext cx="8639240" cy="54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7199311" cy="4751387"/>
          </a:xfrm>
        </p:spPr>
        <p:txBody>
          <a:bodyPr/>
          <a:lstStyle>
            <a:lvl1pPr defTabSz="360000">
              <a:spcAft>
                <a:spcPts val="900"/>
              </a:spcAft>
              <a:tabLst>
                <a:tab pos="7200000" algn="r"/>
              </a:tabLst>
              <a:defRPr/>
            </a:lvl1pPr>
            <a:lvl2pPr defTabSz="360000">
              <a:spcAft>
                <a:spcPts val="900"/>
              </a:spcAft>
              <a:tabLst>
                <a:tab pos="7200000" algn="r"/>
              </a:tabLst>
              <a:defRPr/>
            </a:lvl2pPr>
            <a:lvl3pPr marL="180000" defTabSz="360000">
              <a:spcAft>
                <a:spcPts val="900"/>
              </a:spcAft>
              <a:tabLst>
                <a:tab pos="7200000" algn="r"/>
              </a:tabLst>
              <a:defRPr b="1"/>
            </a:lvl3pPr>
            <a:lvl4pPr marL="360000" defTabSz="360000">
              <a:spcAft>
                <a:spcPts val="900"/>
              </a:spcAft>
              <a:tabLst>
                <a:tab pos="7200000" algn="r"/>
              </a:tabLst>
              <a:defRPr/>
            </a:lvl4pPr>
            <a:lvl5pPr marL="360000" defTabSz="360000">
              <a:spcAft>
                <a:spcPts val="900"/>
              </a:spcAft>
              <a:tabLst>
                <a:tab pos="7200000" algn="r"/>
              </a:tabLst>
              <a:defRPr b="1"/>
            </a:lvl5pPr>
            <a:lvl6pPr marL="180000" defTabSz="360000">
              <a:spcAft>
                <a:spcPts val="600"/>
              </a:spcAft>
              <a:tabLst>
                <a:tab pos="7200000" algn="r"/>
              </a:tabLst>
              <a:defRPr sz="1600"/>
            </a:lvl6pPr>
            <a:lvl7pPr marL="180000" defTabSz="360000">
              <a:spcAft>
                <a:spcPts val="600"/>
              </a:spcAft>
              <a:tabLst>
                <a:tab pos="7200000" algn="r"/>
              </a:tabLst>
              <a:defRPr sz="1600" b="1"/>
            </a:lvl7pPr>
            <a:lvl8pPr marL="360000" defTabSz="360000">
              <a:spcAft>
                <a:spcPts val="600"/>
              </a:spcAft>
              <a:tabLst>
                <a:tab pos="7200000" algn="r"/>
              </a:tabLst>
              <a:defRPr sz="1600"/>
            </a:lvl8pPr>
            <a:lvl9pPr marL="360000" defTabSz="360000">
              <a:spcAft>
                <a:spcPts val="600"/>
              </a:spcAft>
              <a:tabLst>
                <a:tab pos="720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20" pos="4794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00" cy="57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py 1" descr="Agenda text frame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black"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2" descr="Agenda text frame">
            <a:extLst>
              <a:ext uri="{FF2B5EF4-FFF2-40B4-BE49-F238E27FC236}">
                <a16:creationId xmlns:a16="http://schemas.microsoft.com/office/drawing/2014/main" id="{F3AAF44F-3461-47E2-8680-A8CD08522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6743700" y="1414463"/>
            <a:ext cx="5043488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040000" algn="r"/>
              </a:tabLst>
              <a:defRPr/>
            </a:lvl1pPr>
            <a:lvl2pPr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2pPr>
            <a:lvl3pPr marL="18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3pPr>
            <a:lvl4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/>
            </a:lvl4pPr>
            <a:lvl5pPr marL="360000">
              <a:spcAft>
                <a:spcPts val="900"/>
              </a:spcAft>
              <a:buClr>
                <a:schemeClr val="tx1"/>
              </a:buClr>
              <a:tabLst>
                <a:tab pos="5040000" algn="r"/>
              </a:tabLst>
              <a:defRPr b="1"/>
            </a:lvl5pPr>
            <a:lvl6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6pPr>
            <a:lvl7pPr marL="18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7pPr>
            <a:lvl8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/>
            </a:lvl8pPr>
            <a:lvl9pPr marL="360000">
              <a:spcAft>
                <a:spcPts val="600"/>
              </a:spcAft>
              <a:buClr>
                <a:schemeClr val="tx1"/>
              </a:buClr>
              <a:tabLst>
                <a:tab pos="5040000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B400EC0-C78D-42DD-85FB-5ED577185C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63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full size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Full size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9252000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2AF4F4C6-6E41-442C-BB9E-9E72BE92D2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07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 descr="Thematic picture – please describe furth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1"/>
            <a:ext cx="7611160" cy="6167438"/>
          </a:xfrm>
          <a:solidFill>
            <a:srgbClr val="9999A9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Thematic picture</a:t>
            </a:r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22400" y="1054100"/>
            <a:ext cx="6156275" cy="147732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Content page,</a:t>
            </a:r>
            <a:br>
              <a:rPr lang="en-US"/>
            </a:br>
            <a:r>
              <a:rPr lang="en-US"/>
              <a:t>Arial Regular, 48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4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 flip="none" rotWithShape="1">
          <a:gsLst>
            <a:gs pos="40000">
              <a:schemeClr val="accent6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lor Stage">
            <a:extLst>
              <a:ext uri="{FF2B5EF4-FFF2-40B4-BE49-F238E27FC236}">
                <a16:creationId xmlns:a16="http://schemas.microsoft.com/office/drawing/2014/main" id="{B8172AC2-E83F-4EFD-B70E-DE91E64651D8}"/>
              </a:ext>
            </a:extLst>
          </p:cNvPr>
          <p:cNvSpPr/>
          <p:nvPr userDrawn="1"/>
        </p:nvSpPr>
        <p:spPr>
          <a:xfrm>
            <a:off x="0" y="1414463"/>
            <a:ext cx="12192000" cy="544353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bg2">
                  <a:alpha val="0"/>
                </a:schemeClr>
              </a:gs>
              <a:gs pos="40000">
                <a:schemeClr val="bg2">
                  <a:alpha val="5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/>
          </a:p>
        </p:txBody>
      </p:sp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Siemens Logo" descr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Light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1AC59AB3-8DAC-43B8-977E-A91337DC082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19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2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3" descr="Content text frame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lide headlin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 bwMode="black"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Copy 2" descr="Content text frame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 bwMode="black"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py 3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2" name="Copy 4" descr="Content text frame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 bwMode="black"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 descr="Slide headlin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ematic picture – please describe furth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411161" y="1414800"/>
            <a:ext cx="7199313" cy="4752000"/>
          </a:xfrm>
          <a:solidFill>
            <a:srgbClr val="9999A9"/>
          </a:solidFill>
        </p:spPr>
        <p:txBody>
          <a:bodyPr lIns="144000" tIns="108000" rIns="144000" bIns="108000">
            <a:noAutofit/>
          </a:bodyPr>
          <a:lstStyle/>
          <a:p>
            <a:r>
              <a:rPr lang="en-US"/>
              <a:t>Thematic picture</a:t>
            </a:r>
          </a:p>
        </p:txBody>
      </p:sp>
      <p:sp>
        <p:nvSpPr>
          <p:cNvPr id="4" name="Copy" descr="Content text frame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 bwMode="black"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 descr="Slide headlin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 Placeholder" descr="Content table  frame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 bwMode="black">
          <a:xfrm>
            <a:off x="404812" y="1414461"/>
            <a:ext cx="11376026" cy="4392000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3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 descr="Slide headlin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py 1" descr="Content text frame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 bwMode="black"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Copy 2" descr="Content text frame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 bwMode="black"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chemeClr val="tx1"/>
              </a:buClr>
              <a:defRPr>
                <a:ln>
                  <a:noFill/>
                </a:ln>
              </a:defRPr>
            </a:lvl2pPr>
            <a:lvl3pPr>
              <a:buClr>
                <a:schemeClr val="tx1"/>
              </a:buClr>
              <a:defRPr>
                <a:ln>
                  <a:noFill/>
                </a:ln>
              </a:defRPr>
            </a:lvl3pPr>
            <a:lvl4pPr>
              <a:buClr>
                <a:schemeClr val="tx1"/>
              </a:buClr>
              <a:defRPr>
                <a:ln>
                  <a:noFill/>
                </a:ln>
              </a:defRPr>
            </a:lvl4pPr>
            <a:lvl5pPr>
              <a:buClr>
                <a:schemeClr val="tx1"/>
              </a:buClr>
              <a:defRPr>
                <a:ln>
                  <a:noFill/>
                </a:ln>
              </a:defRPr>
            </a:lvl5pPr>
            <a:lvl6pPr>
              <a:buClr>
                <a:schemeClr val="tx1"/>
              </a:buClr>
              <a:defRPr>
                <a:ln>
                  <a:noFill/>
                </a:ln>
              </a:defRPr>
            </a:lvl6pPr>
            <a:lvl7pPr>
              <a:buClr>
                <a:schemeClr val="tx1"/>
              </a:buClr>
              <a:defRPr>
                <a:ln>
                  <a:noFill/>
                </a:ln>
              </a:defRPr>
            </a:lvl7pPr>
            <a:lvl8pPr>
              <a:buClr>
                <a:schemeClr val="tx1"/>
              </a:buClr>
              <a:defRPr>
                <a:ln>
                  <a:noFill/>
                </a:ln>
              </a:defRPr>
            </a:lvl8pPr>
            <a:lvl9pPr>
              <a:buClr>
                <a:schemeClr val="tx1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0" name="Copy 3" descr="Content text frame (highlight)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 bwMode="blackWhite">
          <a:xfrm>
            <a:off x="8187189" y="1414462"/>
            <a:ext cx="3600000" cy="43920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9999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tx1"/>
              </a:buClr>
              <a:defRPr>
                <a:solidFill>
                  <a:schemeClr val="tx1"/>
                </a:solidFill>
              </a:defRPr>
            </a:lvl6pPr>
            <a:lvl7pPr>
              <a:buClr>
                <a:schemeClr val="tx1"/>
              </a:buClr>
              <a:defRPr>
                <a:solidFill>
                  <a:schemeClr val="tx1"/>
                </a:solidFill>
              </a:defRPr>
            </a:lvl7pPr>
            <a:lvl8pPr>
              <a:buClr>
                <a:schemeClr val="tx1"/>
              </a:buClr>
              <a:defRPr>
                <a:solidFill>
                  <a:schemeClr val="tx1"/>
                </a:solidFill>
              </a:defRPr>
            </a:lvl8pPr>
            <a:lvl9pPr>
              <a:buClr>
                <a:schemeClr val="tx1"/>
              </a:buCl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pic>
        <p:nvPicPr>
          <p:cNvPr id="9" name="Siemens Logo" descr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6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B813CE-4DD6-4EAD-800B-047C0542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-540000"/>
            <a:ext cx="9863997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Siemens Logo" descr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A8C0A65-FABA-4781-9F01-D545584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-540000"/>
            <a:ext cx="9863138" cy="360000"/>
          </a:xfrm>
        </p:spPr>
        <p:txBody>
          <a:bodyPr/>
          <a:lstStyle>
            <a:lvl1pPr>
              <a:defRPr b="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py" descr="Quote text frame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ltGray"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15000">
                <a:srgbClr val="00FFB9"/>
              </a:gs>
              <a:gs pos="8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 descr="Statement text fram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 b="0">
                <a:gradFill>
                  <a:gsLst>
                    <a:gs pos="20000">
                      <a:srgbClr val="00FFB9"/>
                    </a:gs>
                    <a:gs pos="70000">
                      <a:srgbClr val="00E6DC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Siemens Logo" descr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Slide headlin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058400" y="1234800"/>
            <a:ext cx="9216000" cy="1162523"/>
          </a:xfrm>
          <a:noFill/>
        </p:spPr>
        <p:txBody>
          <a:bodyPr wrap="square" lIns="0" tIns="54000" rIns="0" bIns="0" anchor="t" anchorCtr="0">
            <a:spAutoFit/>
          </a:bodyPr>
          <a:lstStyle>
            <a:lvl1pPr marL="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 descr="Content text frame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2pPr>
            <a:lvl3pPr marL="144000" indent="-144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4pPr>
            <a:lvl5pPr marL="144000" indent="-144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5pPr>
            <a:lvl6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36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7pPr>
            <a:lvl8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540000" indent="-180000" algn="l">
              <a:spcAft>
                <a:spcPts val="0"/>
              </a:spcAft>
              <a:buClrTx/>
              <a:buFont typeface="Arial" panose="020B0604020202020204" pitchFamily="34" charset="0"/>
              <a:buChar char="•"/>
              <a:defRPr sz="1400" b="0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Skills etc.</a:t>
            </a:r>
          </a:p>
          <a:p>
            <a:pPr lvl="3"/>
            <a:r>
              <a:rPr lang="en-US"/>
              <a:t>Name etc. sublevel</a:t>
            </a:r>
          </a:p>
          <a:p>
            <a:pPr lvl="4"/>
            <a:r>
              <a:rPr lang="en-US"/>
              <a:t>Skills etc. sublevel</a:t>
            </a:r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black"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20XX | Author | Department | YYYY-MM-DD</a:t>
            </a:r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76" r:id="rId4"/>
    <p:sldLayoutId id="2147483777" r:id="rId5"/>
    <p:sldLayoutId id="2147483778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73" r:id="rId13"/>
    <p:sldLayoutId id="2147483774" r:id="rId14"/>
    <p:sldLayoutId id="2147483775" r:id="rId15"/>
    <p:sldLayoutId id="2147483781" r:id="rId16"/>
    <p:sldLayoutId id="2147483782" r:id="rId17"/>
    <p:sldLayoutId id="2147483783" r:id="rId18"/>
    <p:sldLayoutId id="2147483790" r:id="rId19"/>
    <p:sldLayoutId id="2147483791" r:id="rId20"/>
    <p:sldLayoutId id="2147483792" r:id="rId21"/>
    <p:sldLayoutId id="2147483770" r:id="rId22"/>
    <p:sldLayoutId id="2147483771" r:id="rId23"/>
    <p:sldLayoutId id="2147483772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24" r:id="rId31"/>
    <p:sldLayoutId id="2147483725" r:id="rId32"/>
    <p:sldLayoutId id="2147483726" r:id="rId33"/>
    <p:sldLayoutId id="2147483730" r:id="rId34"/>
    <p:sldLayoutId id="2147483731" r:id="rId35"/>
    <p:sldLayoutId id="2147483732" r:id="rId36"/>
    <p:sldLayoutId id="2147483727" r:id="rId37"/>
    <p:sldLayoutId id="2147483728" r:id="rId38"/>
    <p:sldLayoutId id="2147483729" r:id="rId39"/>
    <p:sldLayoutId id="2147483736" r:id="rId40"/>
    <p:sldLayoutId id="2147483737" r:id="rId41"/>
    <p:sldLayoutId id="2147483738" r:id="rId42"/>
    <p:sldLayoutId id="2147483753" r:id="rId43"/>
    <p:sldLayoutId id="2147483754" r:id="rId44"/>
    <p:sldLayoutId id="2147483755" r:id="rId45"/>
    <p:sldLayoutId id="2147483739" r:id="rId46"/>
    <p:sldLayoutId id="2147483740" r:id="rId47"/>
    <p:sldLayoutId id="2147483741" r:id="rId48"/>
    <p:sldLayoutId id="2147483744" r:id="rId49"/>
    <p:sldLayoutId id="2147483756" r:id="rId50"/>
    <p:sldLayoutId id="2147483655" r:id="rId51"/>
    <p:sldLayoutId id="2147483677" r:id="rId52"/>
    <p:sldLayoutId id="2147483779" r:id="rId53"/>
    <p:sldLayoutId id="2147483709" r:id="rId54"/>
    <p:sldLayoutId id="2147483691" r:id="rId55"/>
    <p:sldLayoutId id="2147483692" r:id="rId56"/>
    <p:sldLayoutId id="2147483780" r:id="rId57"/>
    <p:sldLayoutId id="2147483650" r:id="rId58"/>
    <p:sldLayoutId id="2147483665" r:id="rId59"/>
    <p:sldLayoutId id="2147483666" r:id="rId60"/>
    <p:sldLayoutId id="2147483697" r:id="rId61"/>
    <p:sldLayoutId id="2147483698" r:id="rId62"/>
    <p:sldLayoutId id="2147483652" r:id="rId63"/>
    <p:sldLayoutId id="2147483694" r:id="rId64"/>
    <p:sldLayoutId id="2147483687" r:id="rId65"/>
    <p:sldLayoutId id="2147483690" r:id="rId66"/>
    <p:sldLayoutId id="2147483681" r:id="rId67"/>
    <p:sldLayoutId id="2147483682" r:id="rId68"/>
    <p:sldLayoutId id="2147483711" r:id="rId69"/>
    <p:sldLayoutId id="2147483678" r:id="rId7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96BF-1D3E-DED2-6E92-C6A5A41D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Retrofits on current solution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487F3-B489-DDBA-CEF7-57159D2082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AE4D-FCD5-AAA8-7C0B-DC012EC0A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36182-B6E2-8587-5F0F-0605AF1D014A}"/>
              </a:ext>
            </a:extLst>
          </p:cNvPr>
          <p:cNvSpPr txBox="1"/>
          <p:nvPr/>
        </p:nvSpPr>
        <p:spPr>
          <a:xfrm>
            <a:off x="412344" y="1010365"/>
            <a:ext cx="10465206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增加数据清洗功能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增加数据预分析（数据平滑等）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增加额外监控窗口作为防错与快速验证区域（曲线上，曲线下）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增加斜率监控（为进一步验证、改善工艺参数做准备）等更多策略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dirty="0" err="1">
              <a:solidFill>
                <a:schemeClr val="tx1"/>
              </a:solidFill>
            </a:endParaRPr>
          </a:p>
        </p:txBody>
      </p: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63C5979C-2C88-1194-3E04-71DE028A2D8D}"/>
              </a:ext>
            </a:extLst>
          </p:cNvPr>
          <p:cNvGrpSpPr/>
          <p:nvPr/>
        </p:nvGrpSpPr>
        <p:grpSpPr>
          <a:xfrm>
            <a:off x="548688" y="2943225"/>
            <a:ext cx="4962933" cy="3252789"/>
            <a:chOff x="6096000" y="1352145"/>
            <a:chExt cx="5267325" cy="339359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1E5997A-BAC7-73C6-D8E8-B43571B7D010}"/>
                </a:ext>
              </a:extLst>
            </p:cNvPr>
            <p:cNvSpPr/>
            <p:nvPr/>
          </p:nvSpPr>
          <p:spPr>
            <a:xfrm>
              <a:off x="6096000" y="1352145"/>
              <a:ext cx="5267325" cy="339359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A151A70-3985-1389-C074-D039AFCC1838}"/>
                </a:ext>
              </a:extLst>
            </p:cNvPr>
            <p:cNvSpPr/>
            <p:nvPr/>
          </p:nvSpPr>
          <p:spPr>
            <a:xfrm>
              <a:off x="8379761" y="2044642"/>
              <a:ext cx="1322252" cy="536753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BBFE5C1-DF6A-C1B1-3AA1-9B553725665C}"/>
                </a:ext>
              </a:extLst>
            </p:cNvPr>
            <p:cNvCxnSpPr>
              <a:cxnSpLocks/>
            </p:cNvCxnSpPr>
            <p:nvPr/>
          </p:nvCxnSpPr>
          <p:spPr>
            <a:xfrm>
              <a:off x="6473952" y="4507992"/>
              <a:ext cx="4717923" cy="0"/>
            </a:xfrm>
            <a:prstGeom prst="straightConnector1">
              <a:avLst/>
            </a:prstGeom>
            <a:ln w="9525">
              <a:solidFill>
                <a:schemeClr val="accent1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BABCED4-D1CA-7FD6-9AF5-9D4313E413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112" y="1600200"/>
              <a:ext cx="0" cy="3035808"/>
            </a:xfrm>
            <a:prstGeom prst="straightConnector1">
              <a:avLst/>
            </a:prstGeom>
            <a:ln w="9525">
              <a:solidFill>
                <a:schemeClr val="accent1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82C27F-0A34-C7DC-D1B3-4B54707764F7}"/>
                </a:ext>
              </a:extLst>
            </p:cNvPr>
            <p:cNvSpPr/>
            <p:nvPr/>
          </p:nvSpPr>
          <p:spPr>
            <a:xfrm>
              <a:off x="6601968" y="2075094"/>
              <a:ext cx="4050792" cy="2113586"/>
            </a:xfrm>
            <a:custGeom>
              <a:avLst/>
              <a:gdLst>
                <a:gd name="connsiteX0" fmla="*/ 0 w 4050792"/>
                <a:gd name="connsiteY0" fmla="*/ 2094570 h 2113586"/>
                <a:gd name="connsiteX1" fmla="*/ 859536 w 4050792"/>
                <a:gd name="connsiteY1" fmla="*/ 1893402 h 2113586"/>
                <a:gd name="connsiteX2" fmla="*/ 1737360 w 4050792"/>
                <a:gd name="connsiteY2" fmla="*/ 530946 h 2113586"/>
                <a:gd name="connsiteX3" fmla="*/ 2962656 w 4050792"/>
                <a:gd name="connsiteY3" fmla="*/ 55458 h 2113586"/>
                <a:gd name="connsiteX4" fmla="*/ 4041648 w 4050792"/>
                <a:gd name="connsiteY4" fmla="*/ 9738 h 2113586"/>
                <a:gd name="connsiteX5" fmla="*/ 4041648 w 4050792"/>
                <a:gd name="connsiteY5" fmla="*/ 9738 h 2113586"/>
                <a:gd name="connsiteX6" fmla="*/ 4050792 w 4050792"/>
                <a:gd name="connsiteY6" fmla="*/ 777834 h 2113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0792" h="2113586">
                  <a:moveTo>
                    <a:pt x="0" y="2094570"/>
                  </a:moveTo>
                  <a:cubicBezTo>
                    <a:pt x="284988" y="2124288"/>
                    <a:pt x="569976" y="2154006"/>
                    <a:pt x="859536" y="1893402"/>
                  </a:cubicBezTo>
                  <a:cubicBezTo>
                    <a:pt x="1149096" y="1632798"/>
                    <a:pt x="1386840" y="837270"/>
                    <a:pt x="1737360" y="530946"/>
                  </a:cubicBezTo>
                  <a:cubicBezTo>
                    <a:pt x="2087880" y="224622"/>
                    <a:pt x="2578608" y="142326"/>
                    <a:pt x="2962656" y="55458"/>
                  </a:cubicBezTo>
                  <a:cubicBezTo>
                    <a:pt x="3346704" y="-31410"/>
                    <a:pt x="4041648" y="9738"/>
                    <a:pt x="4041648" y="9738"/>
                  </a:cubicBezTo>
                  <a:lnTo>
                    <a:pt x="4041648" y="9738"/>
                  </a:lnTo>
                  <a:lnTo>
                    <a:pt x="4050792" y="777834"/>
                  </a:lnTo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98FB4E9-2C3F-D6FA-7BA5-AEA8FA0F62C8}"/>
                </a:ext>
              </a:extLst>
            </p:cNvPr>
            <p:cNvSpPr/>
            <p:nvPr/>
          </p:nvSpPr>
          <p:spPr>
            <a:xfrm>
              <a:off x="6547104" y="2147570"/>
              <a:ext cx="4288536" cy="2131822"/>
            </a:xfrm>
            <a:custGeom>
              <a:avLst/>
              <a:gdLst>
                <a:gd name="connsiteX0" fmla="*/ 0 w 4288536"/>
                <a:gd name="connsiteY0" fmla="*/ 2131822 h 2131822"/>
                <a:gd name="connsiteX1" fmla="*/ 347472 w 4288536"/>
                <a:gd name="connsiteY1" fmla="*/ 2122678 h 2131822"/>
                <a:gd name="connsiteX2" fmla="*/ 411480 w 4288536"/>
                <a:gd name="connsiteY2" fmla="*/ 2104390 h 2131822"/>
                <a:gd name="connsiteX3" fmla="*/ 466344 w 4288536"/>
                <a:gd name="connsiteY3" fmla="*/ 2067814 h 2131822"/>
                <a:gd name="connsiteX4" fmla="*/ 493776 w 4288536"/>
                <a:gd name="connsiteY4" fmla="*/ 2058670 h 2131822"/>
                <a:gd name="connsiteX5" fmla="*/ 548640 w 4288536"/>
                <a:gd name="connsiteY5" fmla="*/ 2022094 h 2131822"/>
                <a:gd name="connsiteX6" fmla="*/ 649224 w 4288536"/>
                <a:gd name="connsiteY6" fmla="*/ 1967230 h 2131822"/>
                <a:gd name="connsiteX7" fmla="*/ 731520 w 4288536"/>
                <a:gd name="connsiteY7" fmla="*/ 1884934 h 2131822"/>
                <a:gd name="connsiteX8" fmla="*/ 758952 w 4288536"/>
                <a:gd name="connsiteY8" fmla="*/ 1857502 h 2131822"/>
                <a:gd name="connsiteX9" fmla="*/ 822960 w 4288536"/>
                <a:gd name="connsiteY9" fmla="*/ 1784350 h 2131822"/>
                <a:gd name="connsiteX10" fmla="*/ 896112 w 4288536"/>
                <a:gd name="connsiteY10" fmla="*/ 1692910 h 2131822"/>
                <a:gd name="connsiteX11" fmla="*/ 987552 w 4288536"/>
                <a:gd name="connsiteY11" fmla="*/ 1583182 h 2131822"/>
                <a:gd name="connsiteX12" fmla="*/ 1005840 w 4288536"/>
                <a:gd name="connsiteY12" fmla="*/ 1555750 h 2131822"/>
                <a:gd name="connsiteX13" fmla="*/ 1042416 w 4288536"/>
                <a:gd name="connsiteY13" fmla="*/ 1482598 h 2131822"/>
                <a:gd name="connsiteX14" fmla="*/ 1097280 w 4288536"/>
                <a:gd name="connsiteY14" fmla="*/ 1418590 h 2131822"/>
                <a:gd name="connsiteX15" fmla="*/ 1124712 w 4288536"/>
                <a:gd name="connsiteY15" fmla="*/ 1372870 h 2131822"/>
                <a:gd name="connsiteX16" fmla="*/ 1179576 w 4288536"/>
                <a:gd name="connsiteY16" fmla="*/ 1299718 h 2131822"/>
                <a:gd name="connsiteX17" fmla="*/ 1207008 w 4288536"/>
                <a:gd name="connsiteY17" fmla="*/ 1244854 h 2131822"/>
                <a:gd name="connsiteX18" fmla="*/ 1243584 w 4288536"/>
                <a:gd name="connsiteY18" fmla="*/ 1199134 h 2131822"/>
                <a:gd name="connsiteX19" fmla="*/ 1280160 w 4288536"/>
                <a:gd name="connsiteY19" fmla="*/ 1144270 h 2131822"/>
                <a:gd name="connsiteX20" fmla="*/ 1307592 w 4288536"/>
                <a:gd name="connsiteY20" fmla="*/ 1098550 h 2131822"/>
                <a:gd name="connsiteX21" fmla="*/ 1335024 w 4288536"/>
                <a:gd name="connsiteY21" fmla="*/ 1061974 h 2131822"/>
                <a:gd name="connsiteX22" fmla="*/ 1371600 w 4288536"/>
                <a:gd name="connsiteY22" fmla="*/ 997966 h 2131822"/>
                <a:gd name="connsiteX23" fmla="*/ 1426464 w 4288536"/>
                <a:gd name="connsiteY23" fmla="*/ 933958 h 2131822"/>
                <a:gd name="connsiteX24" fmla="*/ 1444752 w 4288536"/>
                <a:gd name="connsiteY24" fmla="*/ 888238 h 2131822"/>
                <a:gd name="connsiteX25" fmla="*/ 1499616 w 4288536"/>
                <a:gd name="connsiteY25" fmla="*/ 824230 h 2131822"/>
                <a:gd name="connsiteX26" fmla="*/ 1545336 w 4288536"/>
                <a:gd name="connsiteY26" fmla="*/ 751078 h 2131822"/>
                <a:gd name="connsiteX27" fmla="*/ 1581912 w 4288536"/>
                <a:gd name="connsiteY27" fmla="*/ 714502 h 2131822"/>
                <a:gd name="connsiteX28" fmla="*/ 1627632 w 4288536"/>
                <a:gd name="connsiteY28" fmla="*/ 650494 h 2131822"/>
                <a:gd name="connsiteX29" fmla="*/ 1700784 w 4288536"/>
                <a:gd name="connsiteY29" fmla="*/ 577342 h 2131822"/>
                <a:gd name="connsiteX30" fmla="*/ 1728216 w 4288536"/>
                <a:gd name="connsiteY30" fmla="*/ 531622 h 2131822"/>
                <a:gd name="connsiteX31" fmla="*/ 1792224 w 4288536"/>
                <a:gd name="connsiteY31" fmla="*/ 467614 h 2131822"/>
                <a:gd name="connsiteX32" fmla="*/ 1874520 w 4288536"/>
                <a:gd name="connsiteY32" fmla="*/ 376174 h 2131822"/>
                <a:gd name="connsiteX33" fmla="*/ 1901952 w 4288536"/>
                <a:gd name="connsiteY33" fmla="*/ 348742 h 2131822"/>
                <a:gd name="connsiteX34" fmla="*/ 1938528 w 4288536"/>
                <a:gd name="connsiteY34" fmla="*/ 321310 h 2131822"/>
                <a:gd name="connsiteX35" fmla="*/ 1965960 w 4288536"/>
                <a:gd name="connsiteY35" fmla="*/ 303022 h 2131822"/>
                <a:gd name="connsiteX36" fmla="*/ 2002536 w 4288536"/>
                <a:gd name="connsiteY36" fmla="*/ 266446 h 2131822"/>
                <a:gd name="connsiteX37" fmla="*/ 2103120 w 4288536"/>
                <a:gd name="connsiteY37" fmla="*/ 220726 h 2131822"/>
                <a:gd name="connsiteX38" fmla="*/ 2176272 w 4288536"/>
                <a:gd name="connsiteY38" fmla="*/ 175006 h 2131822"/>
                <a:gd name="connsiteX39" fmla="*/ 2240280 w 4288536"/>
                <a:gd name="connsiteY39" fmla="*/ 156718 h 2131822"/>
                <a:gd name="connsiteX40" fmla="*/ 2313432 w 4288536"/>
                <a:gd name="connsiteY40" fmla="*/ 129286 h 2131822"/>
                <a:gd name="connsiteX41" fmla="*/ 2386584 w 4288536"/>
                <a:gd name="connsiteY41" fmla="*/ 110998 h 2131822"/>
                <a:gd name="connsiteX42" fmla="*/ 2423160 w 4288536"/>
                <a:gd name="connsiteY42" fmla="*/ 101854 h 2131822"/>
                <a:gd name="connsiteX43" fmla="*/ 2542032 w 4288536"/>
                <a:gd name="connsiteY43" fmla="*/ 65278 h 2131822"/>
                <a:gd name="connsiteX44" fmla="*/ 2615184 w 4288536"/>
                <a:gd name="connsiteY44" fmla="*/ 56134 h 2131822"/>
                <a:gd name="connsiteX45" fmla="*/ 2651760 w 4288536"/>
                <a:gd name="connsiteY45" fmla="*/ 46990 h 2131822"/>
                <a:gd name="connsiteX46" fmla="*/ 2743200 w 4288536"/>
                <a:gd name="connsiteY46" fmla="*/ 37846 h 2131822"/>
                <a:gd name="connsiteX47" fmla="*/ 2926080 w 4288536"/>
                <a:gd name="connsiteY47" fmla="*/ 19558 h 2131822"/>
                <a:gd name="connsiteX48" fmla="*/ 3264408 w 4288536"/>
                <a:gd name="connsiteY48" fmla="*/ 1270 h 2131822"/>
                <a:gd name="connsiteX49" fmla="*/ 3749040 w 4288536"/>
                <a:gd name="connsiteY49" fmla="*/ 10414 h 2131822"/>
                <a:gd name="connsiteX50" fmla="*/ 3803904 w 4288536"/>
                <a:gd name="connsiteY50" fmla="*/ 19558 h 2131822"/>
                <a:gd name="connsiteX51" fmla="*/ 3831336 w 4288536"/>
                <a:gd name="connsiteY51" fmla="*/ 28702 h 2131822"/>
                <a:gd name="connsiteX52" fmla="*/ 3922776 w 4288536"/>
                <a:gd name="connsiteY52" fmla="*/ 37846 h 2131822"/>
                <a:gd name="connsiteX53" fmla="*/ 3995928 w 4288536"/>
                <a:gd name="connsiteY53" fmla="*/ 46990 h 2131822"/>
                <a:gd name="connsiteX54" fmla="*/ 4023360 w 4288536"/>
                <a:gd name="connsiteY54" fmla="*/ 56134 h 2131822"/>
                <a:gd name="connsiteX55" fmla="*/ 4059936 w 4288536"/>
                <a:gd name="connsiteY55" fmla="*/ 65278 h 2131822"/>
                <a:gd name="connsiteX56" fmla="*/ 4087368 w 4288536"/>
                <a:gd name="connsiteY56" fmla="*/ 83566 h 2131822"/>
                <a:gd name="connsiteX57" fmla="*/ 4160520 w 4288536"/>
                <a:gd name="connsiteY57" fmla="*/ 120142 h 2131822"/>
                <a:gd name="connsiteX58" fmla="*/ 4197096 w 4288536"/>
                <a:gd name="connsiteY58" fmla="*/ 147574 h 2131822"/>
                <a:gd name="connsiteX59" fmla="*/ 4224528 w 4288536"/>
                <a:gd name="connsiteY59" fmla="*/ 175006 h 2131822"/>
                <a:gd name="connsiteX60" fmla="*/ 4288536 w 4288536"/>
                <a:gd name="connsiteY60" fmla="*/ 220726 h 213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88536" h="2131822">
                  <a:moveTo>
                    <a:pt x="0" y="2131822"/>
                  </a:moveTo>
                  <a:cubicBezTo>
                    <a:pt x="115824" y="2128774"/>
                    <a:pt x="231739" y="2128189"/>
                    <a:pt x="347472" y="2122678"/>
                  </a:cubicBezTo>
                  <a:cubicBezTo>
                    <a:pt x="352651" y="2122431"/>
                    <a:pt x="403378" y="2108891"/>
                    <a:pt x="411480" y="2104390"/>
                  </a:cubicBezTo>
                  <a:cubicBezTo>
                    <a:pt x="430693" y="2093716"/>
                    <a:pt x="445492" y="2074765"/>
                    <a:pt x="466344" y="2067814"/>
                  </a:cubicBezTo>
                  <a:cubicBezTo>
                    <a:pt x="475488" y="2064766"/>
                    <a:pt x="485350" y="2063351"/>
                    <a:pt x="493776" y="2058670"/>
                  </a:cubicBezTo>
                  <a:cubicBezTo>
                    <a:pt x="512989" y="2047996"/>
                    <a:pt x="527788" y="2029045"/>
                    <a:pt x="548640" y="2022094"/>
                  </a:cubicBezTo>
                  <a:cubicBezTo>
                    <a:pt x="588017" y="2008968"/>
                    <a:pt x="613644" y="2002810"/>
                    <a:pt x="649224" y="1967230"/>
                  </a:cubicBezTo>
                  <a:lnTo>
                    <a:pt x="731520" y="1884934"/>
                  </a:lnTo>
                  <a:cubicBezTo>
                    <a:pt x="740664" y="1875790"/>
                    <a:pt x="751193" y="1867847"/>
                    <a:pt x="758952" y="1857502"/>
                  </a:cubicBezTo>
                  <a:cubicBezTo>
                    <a:pt x="817656" y="1779230"/>
                    <a:pt x="751932" y="1863271"/>
                    <a:pt x="822960" y="1784350"/>
                  </a:cubicBezTo>
                  <a:cubicBezTo>
                    <a:pt x="893078" y="1706441"/>
                    <a:pt x="845023" y="1755788"/>
                    <a:pt x="896112" y="1692910"/>
                  </a:cubicBezTo>
                  <a:cubicBezTo>
                    <a:pt x="926135" y="1655958"/>
                    <a:pt x="961142" y="1622797"/>
                    <a:pt x="987552" y="1583182"/>
                  </a:cubicBezTo>
                  <a:cubicBezTo>
                    <a:pt x="993648" y="1574038"/>
                    <a:pt x="1000578" y="1565398"/>
                    <a:pt x="1005840" y="1555750"/>
                  </a:cubicBezTo>
                  <a:cubicBezTo>
                    <a:pt x="1018895" y="1531817"/>
                    <a:pt x="1023139" y="1501875"/>
                    <a:pt x="1042416" y="1482598"/>
                  </a:cubicBezTo>
                  <a:cubicBezTo>
                    <a:pt x="1070671" y="1454343"/>
                    <a:pt x="1073819" y="1453781"/>
                    <a:pt x="1097280" y="1418590"/>
                  </a:cubicBezTo>
                  <a:cubicBezTo>
                    <a:pt x="1107139" y="1403802"/>
                    <a:pt x="1114596" y="1387483"/>
                    <a:pt x="1124712" y="1372870"/>
                  </a:cubicBezTo>
                  <a:cubicBezTo>
                    <a:pt x="1142062" y="1347810"/>
                    <a:pt x="1165945" y="1326980"/>
                    <a:pt x="1179576" y="1299718"/>
                  </a:cubicBezTo>
                  <a:cubicBezTo>
                    <a:pt x="1188720" y="1281430"/>
                    <a:pt x="1196031" y="1262104"/>
                    <a:pt x="1207008" y="1244854"/>
                  </a:cubicBezTo>
                  <a:cubicBezTo>
                    <a:pt x="1217486" y="1228388"/>
                    <a:pt x="1232105" y="1214918"/>
                    <a:pt x="1243584" y="1199134"/>
                  </a:cubicBezTo>
                  <a:cubicBezTo>
                    <a:pt x="1256512" y="1181358"/>
                    <a:pt x="1268360" y="1162813"/>
                    <a:pt x="1280160" y="1144270"/>
                  </a:cubicBezTo>
                  <a:cubicBezTo>
                    <a:pt x="1289702" y="1129276"/>
                    <a:pt x="1297733" y="1113338"/>
                    <a:pt x="1307592" y="1098550"/>
                  </a:cubicBezTo>
                  <a:cubicBezTo>
                    <a:pt x="1316046" y="1085870"/>
                    <a:pt x="1326842" y="1074831"/>
                    <a:pt x="1335024" y="1061974"/>
                  </a:cubicBezTo>
                  <a:cubicBezTo>
                    <a:pt x="1348217" y="1041242"/>
                    <a:pt x="1357508" y="1018098"/>
                    <a:pt x="1371600" y="997966"/>
                  </a:cubicBezTo>
                  <a:cubicBezTo>
                    <a:pt x="1416378" y="933998"/>
                    <a:pt x="1383531" y="1011238"/>
                    <a:pt x="1426464" y="933958"/>
                  </a:cubicBezTo>
                  <a:cubicBezTo>
                    <a:pt x="1434435" y="919610"/>
                    <a:pt x="1436781" y="902586"/>
                    <a:pt x="1444752" y="888238"/>
                  </a:cubicBezTo>
                  <a:cubicBezTo>
                    <a:pt x="1467582" y="847144"/>
                    <a:pt x="1471896" y="857493"/>
                    <a:pt x="1499616" y="824230"/>
                  </a:cubicBezTo>
                  <a:cubicBezTo>
                    <a:pt x="1520177" y="799556"/>
                    <a:pt x="1524517" y="777846"/>
                    <a:pt x="1545336" y="751078"/>
                  </a:cubicBezTo>
                  <a:cubicBezTo>
                    <a:pt x="1555922" y="737468"/>
                    <a:pt x="1570994" y="727847"/>
                    <a:pt x="1581912" y="714502"/>
                  </a:cubicBezTo>
                  <a:cubicBezTo>
                    <a:pt x="1598515" y="694209"/>
                    <a:pt x="1610460" y="670308"/>
                    <a:pt x="1627632" y="650494"/>
                  </a:cubicBezTo>
                  <a:cubicBezTo>
                    <a:pt x="1650217" y="624435"/>
                    <a:pt x="1683042" y="606912"/>
                    <a:pt x="1700784" y="577342"/>
                  </a:cubicBezTo>
                  <a:cubicBezTo>
                    <a:pt x="1709928" y="562102"/>
                    <a:pt x="1716838" y="545275"/>
                    <a:pt x="1728216" y="531622"/>
                  </a:cubicBezTo>
                  <a:cubicBezTo>
                    <a:pt x="1747533" y="508442"/>
                    <a:pt x="1775487" y="492720"/>
                    <a:pt x="1792224" y="467614"/>
                  </a:cubicBezTo>
                  <a:cubicBezTo>
                    <a:pt x="1827249" y="415076"/>
                    <a:pt x="1802741" y="447953"/>
                    <a:pt x="1874520" y="376174"/>
                  </a:cubicBezTo>
                  <a:cubicBezTo>
                    <a:pt x="1883664" y="367030"/>
                    <a:pt x="1891607" y="356501"/>
                    <a:pt x="1901952" y="348742"/>
                  </a:cubicBezTo>
                  <a:cubicBezTo>
                    <a:pt x="1914144" y="339598"/>
                    <a:pt x="1926127" y="330168"/>
                    <a:pt x="1938528" y="321310"/>
                  </a:cubicBezTo>
                  <a:cubicBezTo>
                    <a:pt x="1947471" y="314922"/>
                    <a:pt x="1957616" y="310174"/>
                    <a:pt x="1965960" y="303022"/>
                  </a:cubicBezTo>
                  <a:cubicBezTo>
                    <a:pt x="1979051" y="291801"/>
                    <a:pt x="1988926" y="277032"/>
                    <a:pt x="2002536" y="266446"/>
                  </a:cubicBezTo>
                  <a:cubicBezTo>
                    <a:pt x="2039886" y="237396"/>
                    <a:pt x="2058403" y="235632"/>
                    <a:pt x="2103120" y="220726"/>
                  </a:cubicBezTo>
                  <a:cubicBezTo>
                    <a:pt x="2138127" y="194471"/>
                    <a:pt x="2137222" y="191742"/>
                    <a:pt x="2176272" y="175006"/>
                  </a:cubicBezTo>
                  <a:cubicBezTo>
                    <a:pt x="2207093" y="161797"/>
                    <a:pt x="2205479" y="168318"/>
                    <a:pt x="2240280" y="156718"/>
                  </a:cubicBezTo>
                  <a:cubicBezTo>
                    <a:pt x="2281853" y="142860"/>
                    <a:pt x="2278119" y="138917"/>
                    <a:pt x="2313432" y="129286"/>
                  </a:cubicBezTo>
                  <a:cubicBezTo>
                    <a:pt x="2337681" y="122673"/>
                    <a:pt x="2362200" y="117094"/>
                    <a:pt x="2386584" y="110998"/>
                  </a:cubicBezTo>
                  <a:cubicBezTo>
                    <a:pt x="2398776" y="107950"/>
                    <a:pt x="2411238" y="105828"/>
                    <a:pt x="2423160" y="101854"/>
                  </a:cubicBezTo>
                  <a:cubicBezTo>
                    <a:pt x="2443027" y="95232"/>
                    <a:pt x="2509718" y="70664"/>
                    <a:pt x="2542032" y="65278"/>
                  </a:cubicBezTo>
                  <a:cubicBezTo>
                    <a:pt x="2566271" y="61238"/>
                    <a:pt x="2590945" y="60174"/>
                    <a:pt x="2615184" y="56134"/>
                  </a:cubicBezTo>
                  <a:cubicBezTo>
                    <a:pt x="2627580" y="54068"/>
                    <a:pt x="2639319" y="48767"/>
                    <a:pt x="2651760" y="46990"/>
                  </a:cubicBezTo>
                  <a:cubicBezTo>
                    <a:pt x="2682084" y="42658"/>
                    <a:pt x="2712736" y="41053"/>
                    <a:pt x="2743200" y="37846"/>
                  </a:cubicBezTo>
                  <a:cubicBezTo>
                    <a:pt x="2906116" y="20697"/>
                    <a:pt x="2740485" y="36430"/>
                    <a:pt x="2926080" y="19558"/>
                  </a:cubicBezTo>
                  <a:cubicBezTo>
                    <a:pt x="3059820" y="-7190"/>
                    <a:pt x="3004413" y="1270"/>
                    <a:pt x="3264408" y="1270"/>
                  </a:cubicBezTo>
                  <a:cubicBezTo>
                    <a:pt x="3425981" y="1270"/>
                    <a:pt x="3587496" y="7366"/>
                    <a:pt x="3749040" y="10414"/>
                  </a:cubicBezTo>
                  <a:cubicBezTo>
                    <a:pt x="3767328" y="13462"/>
                    <a:pt x="3785805" y="15536"/>
                    <a:pt x="3803904" y="19558"/>
                  </a:cubicBezTo>
                  <a:cubicBezTo>
                    <a:pt x="3813313" y="21649"/>
                    <a:pt x="3821809" y="27236"/>
                    <a:pt x="3831336" y="28702"/>
                  </a:cubicBezTo>
                  <a:cubicBezTo>
                    <a:pt x="3861612" y="33360"/>
                    <a:pt x="3892331" y="34463"/>
                    <a:pt x="3922776" y="37846"/>
                  </a:cubicBezTo>
                  <a:cubicBezTo>
                    <a:pt x="3947199" y="40560"/>
                    <a:pt x="3971544" y="43942"/>
                    <a:pt x="3995928" y="46990"/>
                  </a:cubicBezTo>
                  <a:cubicBezTo>
                    <a:pt x="4005072" y="50038"/>
                    <a:pt x="4014092" y="53486"/>
                    <a:pt x="4023360" y="56134"/>
                  </a:cubicBezTo>
                  <a:cubicBezTo>
                    <a:pt x="4035444" y="59586"/>
                    <a:pt x="4048385" y="60328"/>
                    <a:pt x="4059936" y="65278"/>
                  </a:cubicBezTo>
                  <a:cubicBezTo>
                    <a:pt x="4070037" y="69607"/>
                    <a:pt x="4077720" y="78304"/>
                    <a:pt x="4087368" y="83566"/>
                  </a:cubicBezTo>
                  <a:cubicBezTo>
                    <a:pt x="4111301" y="96621"/>
                    <a:pt x="4138710" y="103785"/>
                    <a:pt x="4160520" y="120142"/>
                  </a:cubicBezTo>
                  <a:cubicBezTo>
                    <a:pt x="4172712" y="129286"/>
                    <a:pt x="4185525" y="137656"/>
                    <a:pt x="4197096" y="147574"/>
                  </a:cubicBezTo>
                  <a:cubicBezTo>
                    <a:pt x="4206914" y="155990"/>
                    <a:pt x="4214320" y="167067"/>
                    <a:pt x="4224528" y="175006"/>
                  </a:cubicBezTo>
                  <a:cubicBezTo>
                    <a:pt x="4312204" y="243198"/>
                    <a:pt x="4258119" y="190309"/>
                    <a:pt x="4288536" y="220726"/>
                  </a:cubicBezTo>
                </a:path>
              </a:pathLst>
            </a:cu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0FDFF0D-DF63-F47A-64BA-0601440269E2}"/>
                </a:ext>
              </a:extLst>
            </p:cNvPr>
            <p:cNvSpPr/>
            <p:nvPr/>
          </p:nvSpPr>
          <p:spPr>
            <a:xfrm>
              <a:off x="6502400" y="2108200"/>
              <a:ext cx="3619500" cy="2187031"/>
            </a:xfrm>
            <a:custGeom>
              <a:avLst/>
              <a:gdLst>
                <a:gd name="connsiteX0" fmla="*/ 0 w 3619500"/>
                <a:gd name="connsiteY0" fmla="*/ 2171700 h 2187031"/>
                <a:gd name="connsiteX1" fmla="*/ 508000 w 3619500"/>
                <a:gd name="connsiteY1" fmla="*/ 2171700 h 2187031"/>
                <a:gd name="connsiteX2" fmla="*/ 527050 w 3619500"/>
                <a:gd name="connsiteY2" fmla="*/ 2165350 h 2187031"/>
                <a:gd name="connsiteX3" fmla="*/ 565150 w 3619500"/>
                <a:gd name="connsiteY3" fmla="*/ 2159000 h 2187031"/>
                <a:gd name="connsiteX4" fmla="*/ 622300 w 3619500"/>
                <a:gd name="connsiteY4" fmla="*/ 2139950 h 2187031"/>
                <a:gd name="connsiteX5" fmla="*/ 647700 w 3619500"/>
                <a:gd name="connsiteY5" fmla="*/ 2120900 h 2187031"/>
                <a:gd name="connsiteX6" fmla="*/ 673100 w 3619500"/>
                <a:gd name="connsiteY6" fmla="*/ 2108200 h 2187031"/>
                <a:gd name="connsiteX7" fmla="*/ 730250 w 3619500"/>
                <a:gd name="connsiteY7" fmla="*/ 2057400 h 2187031"/>
                <a:gd name="connsiteX8" fmla="*/ 762000 w 3619500"/>
                <a:gd name="connsiteY8" fmla="*/ 2038350 h 2187031"/>
                <a:gd name="connsiteX9" fmla="*/ 768350 w 3619500"/>
                <a:gd name="connsiteY9" fmla="*/ 2019300 h 2187031"/>
                <a:gd name="connsiteX10" fmla="*/ 787400 w 3619500"/>
                <a:gd name="connsiteY10" fmla="*/ 2006600 h 2187031"/>
                <a:gd name="connsiteX11" fmla="*/ 812800 w 3619500"/>
                <a:gd name="connsiteY11" fmla="*/ 1987550 h 2187031"/>
                <a:gd name="connsiteX12" fmla="*/ 857250 w 3619500"/>
                <a:gd name="connsiteY12" fmla="*/ 1924050 h 2187031"/>
                <a:gd name="connsiteX13" fmla="*/ 869950 w 3619500"/>
                <a:gd name="connsiteY13" fmla="*/ 1905000 h 2187031"/>
                <a:gd name="connsiteX14" fmla="*/ 889000 w 3619500"/>
                <a:gd name="connsiteY14" fmla="*/ 1879600 h 2187031"/>
                <a:gd name="connsiteX15" fmla="*/ 901700 w 3619500"/>
                <a:gd name="connsiteY15" fmla="*/ 1854200 h 2187031"/>
                <a:gd name="connsiteX16" fmla="*/ 920750 w 3619500"/>
                <a:gd name="connsiteY16" fmla="*/ 1822450 h 2187031"/>
                <a:gd name="connsiteX17" fmla="*/ 952500 w 3619500"/>
                <a:gd name="connsiteY17" fmla="*/ 1746250 h 2187031"/>
                <a:gd name="connsiteX18" fmla="*/ 958850 w 3619500"/>
                <a:gd name="connsiteY18" fmla="*/ 1727200 h 2187031"/>
                <a:gd name="connsiteX19" fmla="*/ 971550 w 3619500"/>
                <a:gd name="connsiteY19" fmla="*/ 1708150 h 2187031"/>
                <a:gd name="connsiteX20" fmla="*/ 977900 w 3619500"/>
                <a:gd name="connsiteY20" fmla="*/ 1689100 h 2187031"/>
                <a:gd name="connsiteX21" fmla="*/ 1003300 w 3619500"/>
                <a:gd name="connsiteY21" fmla="*/ 1644650 h 2187031"/>
                <a:gd name="connsiteX22" fmla="*/ 1016000 w 3619500"/>
                <a:gd name="connsiteY22" fmla="*/ 1612900 h 2187031"/>
                <a:gd name="connsiteX23" fmla="*/ 1041400 w 3619500"/>
                <a:gd name="connsiteY23" fmla="*/ 1530350 h 2187031"/>
                <a:gd name="connsiteX24" fmla="*/ 1079500 w 3619500"/>
                <a:gd name="connsiteY24" fmla="*/ 1441450 h 2187031"/>
                <a:gd name="connsiteX25" fmla="*/ 1098550 w 3619500"/>
                <a:gd name="connsiteY25" fmla="*/ 1377950 h 2187031"/>
                <a:gd name="connsiteX26" fmla="*/ 1123950 w 3619500"/>
                <a:gd name="connsiteY26" fmla="*/ 1314450 h 2187031"/>
                <a:gd name="connsiteX27" fmla="*/ 1136650 w 3619500"/>
                <a:gd name="connsiteY27" fmla="*/ 1289050 h 2187031"/>
                <a:gd name="connsiteX28" fmla="*/ 1143000 w 3619500"/>
                <a:gd name="connsiteY28" fmla="*/ 1263650 h 2187031"/>
                <a:gd name="connsiteX29" fmla="*/ 1162050 w 3619500"/>
                <a:gd name="connsiteY29" fmla="*/ 1244600 h 2187031"/>
                <a:gd name="connsiteX30" fmla="*/ 1174750 w 3619500"/>
                <a:gd name="connsiteY30" fmla="*/ 1219200 h 2187031"/>
                <a:gd name="connsiteX31" fmla="*/ 1193800 w 3619500"/>
                <a:gd name="connsiteY31" fmla="*/ 1187450 h 2187031"/>
                <a:gd name="connsiteX32" fmla="*/ 1238250 w 3619500"/>
                <a:gd name="connsiteY32" fmla="*/ 1130300 h 2187031"/>
                <a:gd name="connsiteX33" fmla="*/ 1263650 w 3619500"/>
                <a:gd name="connsiteY33" fmla="*/ 1098550 h 2187031"/>
                <a:gd name="connsiteX34" fmla="*/ 1289050 w 3619500"/>
                <a:gd name="connsiteY34" fmla="*/ 1066800 h 2187031"/>
                <a:gd name="connsiteX35" fmla="*/ 1339850 w 3619500"/>
                <a:gd name="connsiteY35" fmla="*/ 977900 h 2187031"/>
                <a:gd name="connsiteX36" fmla="*/ 1358900 w 3619500"/>
                <a:gd name="connsiteY36" fmla="*/ 952500 h 2187031"/>
                <a:gd name="connsiteX37" fmla="*/ 1403350 w 3619500"/>
                <a:gd name="connsiteY37" fmla="*/ 908050 h 2187031"/>
                <a:gd name="connsiteX38" fmla="*/ 1435100 w 3619500"/>
                <a:gd name="connsiteY38" fmla="*/ 857250 h 2187031"/>
                <a:gd name="connsiteX39" fmla="*/ 1466850 w 3619500"/>
                <a:gd name="connsiteY39" fmla="*/ 831850 h 2187031"/>
                <a:gd name="connsiteX40" fmla="*/ 1492250 w 3619500"/>
                <a:gd name="connsiteY40" fmla="*/ 793750 h 2187031"/>
                <a:gd name="connsiteX41" fmla="*/ 1549400 w 3619500"/>
                <a:gd name="connsiteY41" fmla="*/ 736600 h 2187031"/>
                <a:gd name="connsiteX42" fmla="*/ 1593850 w 3619500"/>
                <a:gd name="connsiteY42" fmla="*/ 679450 h 2187031"/>
                <a:gd name="connsiteX43" fmla="*/ 1638300 w 3619500"/>
                <a:gd name="connsiteY43" fmla="*/ 647700 h 2187031"/>
                <a:gd name="connsiteX44" fmla="*/ 1644650 w 3619500"/>
                <a:gd name="connsiteY44" fmla="*/ 628650 h 2187031"/>
                <a:gd name="connsiteX45" fmla="*/ 1670050 w 3619500"/>
                <a:gd name="connsiteY45" fmla="*/ 615950 h 2187031"/>
                <a:gd name="connsiteX46" fmla="*/ 1714500 w 3619500"/>
                <a:gd name="connsiteY46" fmla="*/ 584200 h 2187031"/>
                <a:gd name="connsiteX47" fmla="*/ 1739900 w 3619500"/>
                <a:gd name="connsiteY47" fmla="*/ 558800 h 2187031"/>
                <a:gd name="connsiteX48" fmla="*/ 1758950 w 3619500"/>
                <a:gd name="connsiteY48" fmla="*/ 552450 h 2187031"/>
                <a:gd name="connsiteX49" fmla="*/ 1790700 w 3619500"/>
                <a:gd name="connsiteY49" fmla="*/ 533400 h 2187031"/>
                <a:gd name="connsiteX50" fmla="*/ 1828800 w 3619500"/>
                <a:gd name="connsiteY50" fmla="*/ 508000 h 2187031"/>
                <a:gd name="connsiteX51" fmla="*/ 1873250 w 3619500"/>
                <a:gd name="connsiteY51" fmla="*/ 476250 h 2187031"/>
                <a:gd name="connsiteX52" fmla="*/ 1898650 w 3619500"/>
                <a:gd name="connsiteY52" fmla="*/ 469900 h 2187031"/>
                <a:gd name="connsiteX53" fmla="*/ 1930400 w 3619500"/>
                <a:gd name="connsiteY53" fmla="*/ 450850 h 2187031"/>
                <a:gd name="connsiteX54" fmla="*/ 1949450 w 3619500"/>
                <a:gd name="connsiteY54" fmla="*/ 444500 h 2187031"/>
                <a:gd name="connsiteX55" fmla="*/ 1993900 w 3619500"/>
                <a:gd name="connsiteY55" fmla="*/ 419100 h 2187031"/>
                <a:gd name="connsiteX56" fmla="*/ 2019300 w 3619500"/>
                <a:gd name="connsiteY56" fmla="*/ 412750 h 2187031"/>
                <a:gd name="connsiteX57" fmla="*/ 2070100 w 3619500"/>
                <a:gd name="connsiteY57" fmla="*/ 393700 h 2187031"/>
                <a:gd name="connsiteX58" fmla="*/ 2108200 w 3619500"/>
                <a:gd name="connsiteY58" fmla="*/ 368300 h 2187031"/>
                <a:gd name="connsiteX59" fmla="*/ 2133600 w 3619500"/>
                <a:gd name="connsiteY59" fmla="*/ 361950 h 2187031"/>
                <a:gd name="connsiteX60" fmla="*/ 2178050 w 3619500"/>
                <a:gd name="connsiteY60" fmla="*/ 336550 h 2187031"/>
                <a:gd name="connsiteX61" fmla="*/ 2197100 w 3619500"/>
                <a:gd name="connsiteY61" fmla="*/ 330200 h 2187031"/>
                <a:gd name="connsiteX62" fmla="*/ 2228850 w 3619500"/>
                <a:gd name="connsiteY62" fmla="*/ 311150 h 2187031"/>
                <a:gd name="connsiteX63" fmla="*/ 2266950 w 3619500"/>
                <a:gd name="connsiteY63" fmla="*/ 292100 h 2187031"/>
                <a:gd name="connsiteX64" fmla="*/ 2298700 w 3619500"/>
                <a:gd name="connsiteY64" fmla="*/ 260350 h 2187031"/>
                <a:gd name="connsiteX65" fmla="*/ 2368550 w 3619500"/>
                <a:gd name="connsiteY65" fmla="*/ 215900 h 2187031"/>
                <a:gd name="connsiteX66" fmla="*/ 2387600 w 3619500"/>
                <a:gd name="connsiteY66" fmla="*/ 196850 h 2187031"/>
                <a:gd name="connsiteX67" fmla="*/ 2413000 w 3619500"/>
                <a:gd name="connsiteY67" fmla="*/ 184150 h 2187031"/>
                <a:gd name="connsiteX68" fmla="*/ 2451100 w 3619500"/>
                <a:gd name="connsiteY68" fmla="*/ 158750 h 2187031"/>
                <a:gd name="connsiteX69" fmla="*/ 2508250 w 3619500"/>
                <a:gd name="connsiteY69" fmla="*/ 114300 h 2187031"/>
                <a:gd name="connsiteX70" fmla="*/ 2533650 w 3619500"/>
                <a:gd name="connsiteY70" fmla="*/ 95250 h 2187031"/>
                <a:gd name="connsiteX71" fmla="*/ 2559050 w 3619500"/>
                <a:gd name="connsiteY71" fmla="*/ 82550 h 2187031"/>
                <a:gd name="connsiteX72" fmla="*/ 2597150 w 3619500"/>
                <a:gd name="connsiteY72" fmla="*/ 57150 h 2187031"/>
                <a:gd name="connsiteX73" fmla="*/ 2635250 w 3619500"/>
                <a:gd name="connsiteY73" fmla="*/ 50800 h 2187031"/>
                <a:gd name="connsiteX74" fmla="*/ 2660650 w 3619500"/>
                <a:gd name="connsiteY74" fmla="*/ 38100 h 2187031"/>
                <a:gd name="connsiteX75" fmla="*/ 2692400 w 3619500"/>
                <a:gd name="connsiteY75" fmla="*/ 31750 h 2187031"/>
                <a:gd name="connsiteX76" fmla="*/ 2768600 w 3619500"/>
                <a:gd name="connsiteY76" fmla="*/ 19050 h 2187031"/>
                <a:gd name="connsiteX77" fmla="*/ 2851150 w 3619500"/>
                <a:gd name="connsiteY77" fmla="*/ 6350 h 2187031"/>
                <a:gd name="connsiteX78" fmla="*/ 2882900 w 3619500"/>
                <a:gd name="connsiteY78" fmla="*/ 0 h 2187031"/>
                <a:gd name="connsiteX79" fmla="*/ 3060700 w 3619500"/>
                <a:gd name="connsiteY79" fmla="*/ 6350 h 2187031"/>
                <a:gd name="connsiteX80" fmla="*/ 3162300 w 3619500"/>
                <a:gd name="connsiteY80" fmla="*/ 19050 h 2187031"/>
                <a:gd name="connsiteX81" fmla="*/ 3213100 w 3619500"/>
                <a:gd name="connsiteY81" fmla="*/ 31750 h 2187031"/>
                <a:gd name="connsiteX82" fmla="*/ 3238500 w 3619500"/>
                <a:gd name="connsiteY82" fmla="*/ 38100 h 2187031"/>
                <a:gd name="connsiteX83" fmla="*/ 3257550 w 3619500"/>
                <a:gd name="connsiteY83" fmla="*/ 44450 h 2187031"/>
                <a:gd name="connsiteX84" fmla="*/ 3295650 w 3619500"/>
                <a:gd name="connsiteY84" fmla="*/ 50800 h 2187031"/>
                <a:gd name="connsiteX85" fmla="*/ 3321050 w 3619500"/>
                <a:gd name="connsiteY85" fmla="*/ 63500 h 2187031"/>
                <a:gd name="connsiteX86" fmla="*/ 3371850 w 3619500"/>
                <a:gd name="connsiteY86" fmla="*/ 76200 h 2187031"/>
                <a:gd name="connsiteX87" fmla="*/ 3390900 w 3619500"/>
                <a:gd name="connsiteY87" fmla="*/ 88900 h 2187031"/>
                <a:gd name="connsiteX88" fmla="*/ 3429000 w 3619500"/>
                <a:gd name="connsiteY88" fmla="*/ 101600 h 2187031"/>
                <a:gd name="connsiteX89" fmla="*/ 3479800 w 3619500"/>
                <a:gd name="connsiteY89" fmla="*/ 127000 h 2187031"/>
                <a:gd name="connsiteX90" fmla="*/ 3530600 w 3619500"/>
                <a:gd name="connsiteY90" fmla="*/ 139700 h 2187031"/>
                <a:gd name="connsiteX91" fmla="*/ 3549650 w 3619500"/>
                <a:gd name="connsiteY91" fmla="*/ 152400 h 2187031"/>
                <a:gd name="connsiteX92" fmla="*/ 3581400 w 3619500"/>
                <a:gd name="connsiteY92" fmla="*/ 165100 h 2187031"/>
                <a:gd name="connsiteX93" fmla="*/ 3619500 w 3619500"/>
                <a:gd name="connsiteY93" fmla="*/ 184150 h 218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3619500" h="2187031">
                  <a:moveTo>
                    <a:pt x="0" y="2171700"/>
                  </a:moveTo>
                  <a:cubicBezTo>
                    <a:pt x="193971" y="2199410"/>
                    <a:pt x="65173" y="2183353"/>
                    <a:pt x="508000" y="2171700"/>
                  </a:cubicBezTo>
                  <a:cubicBezTo>
                    <a:pt x="514691" y="2171524"/>
                    <a:pt x="520516" y="2166802"/>
                    <a:pt x="527050" y="2165350"/>
                  </a:cubicBezTo>
                  <a:cubicBezTo>
                    <a:pt x="539619" y="2162557"/>
                    <a:pt x="552710" y="2162317"/>
                    <a:pt x="565150" y="2159000"/>
                  </a:cubicBezTo>
                  <a:cubicBezTo>
                    <a:pt x="584552" y="2153826"/>
                    <a:pt x="622300" y="2139950"/>
                    <a:pt x="622300" y="2139950"/>
                  </a:cubicBezTo>
                  <a:cubicBezTo>
                    <a:pt x="630767" y="2133600"/>
                    <a:pt x="638725" y="2126509"/>
                    <a:pt x="647700" y="2120900"/>
                  </a:cubicBezTo>
                  <a:cubicBezTo>
                    <a:pt x="655727" y="2115883"/>
                    <a:pt x="665224" y="2113451"/>
                    <a:pt x="673100" y="2108200"/>
                  </a:cubicBezTo>
                  <a:cubicBezTo>
                    <a:pt x="744078" y="2060882"/>
                    <a:pt x="668871" y="2105139"/>
                    <a:pt x="730250" y="2057400"/>
                  </a:cubicBezTo>
                  <a:cubicBezTo>
                    <a:pt x="739992" y="2049823"/>
                    <a:pt x="751417" y="2044700"/>
                    <a:pt x="762000" y="2038350"/>
                  </a:cubicBezTo>
                  <a:cubicBezTo>
                    <a:pt x="764117" y="2032000"/>
                    <a:pt x="764169" y="2024527"/>
                    <a:pt x="768350" y="2019300"/>
                  </a:cubicBezTo>
                  <a:cubicBezTo>
                    <a:pt x="773118" y="2013341"/>
                    <a:pt x="781190" y="2011036"/>
                    <a:pt x="787400" y="2006600"/>
                  </a:cubicBezTo>
                  <a:cubicBezTo>
                    <a:pt x="796012" y="2000449"/>
                    <a:pt x="805964" y="1995629"/>
                    <a:pt x="812800" y="1987550"/>
                  </a:cubicBezTo>
                  <a:cubicBezTo>
                    <a:pt x="829489" y="1967826"/>
                    <a:pt x="842543" y="1945293"/>
                    <a:pt x="857250" y="1924050"/>
                  </a:cubicBezTo>
                  <a:cubicBezTo>
                    <a:pt x="861594" y="1917775"/>
                    <a:pt x="865371" y="1911105"/>
                    <a:pt x="869950" y="1905000"/>
                  </a:cubicBezTo>
                  <a:cubicBezTo>
                    <a:pt x="876300" y="1896533"/>
                    <a:pt x="883391" y="1888575"/>
                    <a:pt x="889000" y="1879600"/>
                  </a:cubicBezTo>
                  <a:cubicBezTo>
                    <a:pt x="894017" y="1871573"/>
                    <a:pt x="897103" y="1862475"/>
                    <a:pt x="901700" y="1854200"/>
                  </a:cubicBezTo>
                  <a:cubicBezTo>
                    <a:pt x="907694" y="1843411"/>
                    <a:pt x="915495" y="1833617"/>
                    <a:pt x="920750" y="1822450"/>
                  </a:cubicBezTo>
                  <a:cubicBezTo>
                    <a:pt x="932467" y="1797552"/>
                    <a:pt x="943798" y="1772355"/>
                    <a:pt x="952500" y="1746250"/>
                  </a:cubicBezTo>
                  <a:cubicBezTo>
                    <a:pt x="954617" y="1739900"/>
                    <a:pt x="955857" y="1733187"/>
                    <a:pt x="958850" y="1727200"/>
                  </a:cubicBezTo>
                  <a:cubicBezTo>
                    <a:pt x="962263" y="1720374"/>
                    <a:pt x="968137" y="1714976"/>
                    <a:pt x="971550" y="1708150"/>
                  </a:cubicBezTo>
                  <a:cubicBezTo>
                    <a:pt x="974543" y="1702163"/>
                    <a:pt x="974907" y="1695087"/>
                    <a:pt x="977900" y="1689100"/>
                  </a:cubicBezTo>
                  <a:cubicBezTo>
                    <a:pt x="1018762" y="1607377"/>
                    <a:pt x="958770" y="1744844"/>
                    <a:pt x="1003300" y="1644650"/>
                  </a:cubicBezTo>
                  <a:cubicBezTo>
                    <a:pt x="1007929" y="1634234"/>
                    <a:pt x="1012395" y="1623714"/>
                    <a:pt x="1016000" y="1612900"/>
                  </a:cubicBezTo>
                  <a:cubicBezTo>
                    <a:pt x="1028527" y="1575318"/>
                    <a:pt x="1027172" y="1565920"/>
                    <a:pt x="1041400" y="1530350"/>
                  </a:cubicBezTo>
                  <a:cubicBezTo>
                    <a:pt x="1053374" y="1500416"/>
                    <a:pt x="1070236" y="1472330"/>
                    <a:pt x="1079500" y="1441450"/>
                  </a:cubicBezTo>
                  <a:cubicBezTo>
                    <a:pt x="1085850" y="1420283"/>
                    <a:pt x="1091250" y="1398808"/>
                    <a:pt x="1098550" y="1377950"/>
                  </a:cubicBezTo>
                  <a:cubicBezTo>
                    <a:pt x="1106081" y="1356433"/>
                    <a:pt x="1113755" y="1334840"/>
                    <a:pt x="1123950" y="1314450"/>
                  </a:cubicBezTo>
                  <a:cubicBezTo>
                    <a:pt x="1128183" y="1305983"/>
                    <a:pt x="1133326" y="1297913"/>
                    <a:pt x="1136650" y="1289050"/>
                  </a:cubicBezTo>
                  <a:cubicBezTo>
                    <a:pt x="1139714" y="1280878"/>
                    <a:pt x="1138670" y="1271227"/>
                    <a:pt x="1143000" y="1263650"/>
                  </a:cubicBezTo>
                  <a:cubicBezTo>
                    <a:pt x="1147455" y="1255853"/>
                    <a:pt x="1156830" y="1251908"/>
                    <a:pt x="1162050" y="1244600"/>
                  </a:cubicBezTo>
                  <a:cubicBezTo>
                    <a:pt x="1167552" y="1236897"/>
                    <a:pt x="1170153" y="1227475"/>
                    <a:pt x="1174750" y="1219200"/>
                  </a:cubicBezTo>
                  <a:cubicBezTo>
                    <a:pt x="1180744" y="1208411"/>
                    <a:pt x="1186626" y="1197493"/>
                    <a:pt x="1193800" y="1187450"/>
                  </a:cubicBezTo>
                  <a:cubicBezTo>
                    <a:pt x="1207827" y="1167812"/>
                    <a:pt x="1223340" y="1149277"/>
                    <a:pt x="1238250" y="1130300"/>
                  </a:cubicBezTo>
                  <a:cubicBezTo>
                    <a:pt x="1246624" y="1119643"/>
                    <a:pt x="1255183" y="1109133"/>
                    <a:pt x="1263650" y="1098550"/>
                  </a:cubicBezTo>
                  <a:cubicBezTo>
                    <a:pt x="1272117" y="1087967"/>
                    <a:pt x="1282989" y="1078922"/>
                    <a:pt x="1289050" y="1066800"/>
                  </a:cubicBezTo>
                  <a:cubicBezTo>
                    <a:pt x="1310143" y="1024613"/>
                    <a:pt x="1312924" y="1013802"/>
                    <a:pt x="1339850" y="977900"/>
                  </a:cubicBezTo>
                  <a:cubicBezTo>
                    <a:pt x="1346200" y="969433"/>
                    <a:pt x="1351781" y="960331"/>
                    <a:pt x="1358900" y="952500"/>
                  </a:cubicBezTo>
                  <a:cubicBezTo>
                    <a:pt x="1372995" y="936995"/>
                    <a:pt x="1392244" y="925819"/>
                    <a:pt x="1403350" y="908050"/>
                  </a:cubicBezTo>
                  <a:cubicBezTo>
                    <a:pt x="1413933" y="891117"/>
                    <a:pt x="1422316" y="872590"/>
                    <a:pt x="1435100" y="857250"/>
                  </a:cubicBezTo>
                  <a:cubicBezTo>
                    <a:pt x="1443777" y="846838"/>
                    <a:pt x="1457783" y="841924"/>
                    <a:pt x="1466850" y="831850"/>
                  </a:cubicBezTo>
                  <a:cubicBezTo>
                    <a:pt x="1477061" y="820505"/>
                    <a:pt x="1482253" y="805284"/>
                    <a:pt x="1492250" y="793750"/>
                  </a:cubicBezTo>
                  <a:cubicBezTo>
                    <a:pt x="1509894" y="773391"/>
                    <a:pt x="1532860" y="757866"/>
                    <a:pt x="1549400" y="736600"/>
                  </a:cubicBezTo>
                  <a:cubicBezTo>
                    <a:pt x="1564217" y="717550"/>
                    <a:pt x="1573770" y="692837"/>
                    <a:pt x="1593850" y="679450"/>
                  </a:cubicBezTo>
                  <a:cubicBezTo>
                    <a:pt x="1621706" y="660879"/>
                    <a:pt x="1606795" y="671329"/>
                    <a:pt x="1638300" y="647700"/>
                  </a:cubicBezTo>
                  <a:cubicBezTo>
                    <a:pt x="1640417" y="641350"/>
                    <a:pt x="1639917" y="633383"/>
                    <a:pt x="1644650" y="628650"/>
                  </a:cubicBezTo>
                  <a:cubicBezTo>
                    <a:pt x="1651343" y="621957"/>
                    <a:pt x="1661831" y="620646"/>
                    <a:pt x="1670050" y="615950"/>
                  </a:cubicBezTo>
                  <a:cubicBezTo>
                    <a:pt x="1679812" y="610372"/>
                    <a:pt x="1708086" y="589812"/>
                    <a:pt x="1714500" y="584200"/>
                  </a:cubicBezTo>
                  <a:cubicBezTo>
                    <a:pt x="1723511" y="576315"/>
                    <a:pt x="1730157" y="565760"/>
                    <a:pt x="1739900" y="558800"/>
                  </a:cubicBezTo>
                  <a:cubicBezTo>
                    <a:pt x="1745347" y="554909"/>
                    <a:pt x="1752963" y="555443"/>
                    <a:pt x="1758950" y="552450"/>
                  </a:cubicBezTo>
                  <a:cubicBezTo>
                    <a:pt x="1769989" y="546930"/>
                    <a:pt x="1780287" y="540026"/>
                    <a:pt x="1790700" y="533400"/>
                  </a:cubicBezTo>
                  <a:cubicBezTo>
                    <a:pt x="1803577" y="525205"/>
                    <a:pt x="1816589" y="517158"/>
                    <a:pt x="1828800" y="508000"/>
                  </a:cubicBezTo>
                  <a:cubicBezTo>
                    <a:pt x="1831691" y="505832"/>
                    <a:pt x="1866028" y="479345"/>
                    <a:pt x="1873250" y="476250"/>
                  </a:cubicBezTo>
                  <a:cubicBezTo>
                    <a:pt x="1881272" y="472812"/>
                    <a:pt x="1890183" y="472017"/>
                    <a:pt x="1898650" y="469900"/>
                  </a:cubicBezTo>
                  <a:cubicBezTo>
                    <a:pt x="1909233" y="463550"/>
                    <a:pt x="1919361" y="456370"/>
                    <a:pt x="1930400" y="450850"/>
                  </a:cubicBezTo>
                  <a:cubicBezTo>
                    <a:pt x="1936387" y="447857"/>
                    <a:pt x="1943463" y="447493"/>
                    <a:pt x="1949450" y="444500"/>
                  </a:cubicBezTo>
                  <a:cubicBezTo>
                    <a:pt x="1986296" y="426077"/>
                    <a:pt x="1949370" y="435799"/>
                    <a:pt x="1993900" y="419100"/>
                  </a:cubicBezTo>
                  <a:cubicBezTo>
                    <a:pt x="2002072" y="416036"/>
                    <a:pt x="2010909" y="415148"/>
                    <a:pt x="2019300" y="412750"/>
                  </a:cubicBezTo>
                  <a:cubicBezTo>
                    <a:pt x="2031204" y="409349"/>
                    <a:pt x="2062719" y="397726"/>
                    <a:pt x="2070100" y="393700"/>
                  </a:cubicBezTo>
                  <a:cubicBezTo>
                    <a:pt x="2083500" y="386391"/>
                    <a:pt x="2093392" y="372002"/>
                    <a:pt x="2108200" y="368300"/>
                  </a:cubicBezTo>
                  <a:cubicBezTo>
                    <a:pt x="2116667" y="366183"/>
                    <a:pt x="2125428" y="365014"/>
                    <a:pt x="2133600" y="361950"/>
                  </a:cubicBezTo>
                  <a:cubicBezTo>
                    <a:pt x="2178130" y="345251"/>
                    <a:pt x="2141204" y="354973"/>
                    <a:pt x="2178050" y="336550"/>
                  </a:cubicBezTo>
                  <a:cubicBezTo>
                    <a:pt x="2184037" y="333557"/>
                    <a:pt x="2191113" y="333193"/>
                    <a:pt x="2197100" y="330200"/>
                  </a:cubicBezTo>
                  <a:cubicBezTo>
                    <a:pt x="2208139" y="324680"/>
                    <a:pt x="2218015" y="317060"/>
                    <a:pt x="2228850" y="311150"/>
                  </a:cubicBezTo>
                  <a:cubicBezTo>
                    <a:pt x="2241315" y="304351"/>
                    <a:pt x="2255467" y="300451"/>
                    <a:pt x="2266950" y="292100"/>
                  </a:cubicBezTo>
                  <a:cubicBezTo>
                    <a:pt x="2279054" y="283297"/>
                    <a:pt x="2287013" y="269700"/>
                    <a:pt x="2298700" y="260350"/>
                  </a:cubicBezTo>
                  <a:cubicBezTo>
                    <a:pt x="2323190" y="240758"/>
                    <a:pt x="2345345" y="239105"/>
                    <a:pt x="2368550" y="215900"/>
                  </a:cubicBezTo>
                  <a:cubicBezTo>
                    <a:pt x="2374900" y="209550"/>
                    <a:pt x="2380292" y="202070"/>
                    <a:pt x="2387600" y="196850"/>
                  </a:cubicBezTo>
                  <a:cubicBezTo>
                    <a:pt x="2395303" y="191348"/>
                    <a:pt x="2405297" y="189652"/>
                    <a:pt x="2413000" y="184150"/>
                  </a:cubicBezTo>
                  <a:cubicBezTo>
                    <a:pt x="2454620" y="154421"/>
                    <a:pt x="2410235" y="172372"/>
                    <a:pt x="2451100" y="158750"/>
                  </a:cubicBezTo>
                  <a:lnTo>
                    <a:pt x="2508250" y="114300"/>
                  </a:lnTo>
                  <a:cubicBezTo>
                    <a:pt x="2516639" y="107847"/>
                    <a:pt x="2524184" y="99983"/>
                    <a:pt x="2533650" y="95250"/>
                  </a:cubicBezTo>
                  <a:cubicBezTo>
                    <a:pt x="2542117" y="91017"/>
                    <a:pt x="2550933" y="87420"/>
                    <a:pt x="2559050" y="82550"/>
                  </a:cubicBezTo>
                  <a:cubicBezTo>
                    <a:pt x="2572138" y="74697"/>
                    <a:pt x="2583061" y="63021"/>
                    <a:pt x="2597150" y="57150"/>
                  </a:cubicBezTo>
                  <a:cubicBezTo>
                    <a:pt x="2609035" y="52198"/>
                    <a:pt x="2622550" y="52917"/>
                    <a:pt x="2635250" y="50800"/>
                  </a:cubicBezTo>
                  <a:cubicBezTo>
                    <a:pt x="2643717" y="46567"/>
                    <a:pt x="2651670" y="41093"/>
                    <a:pt x="2660650" y="38100"/>
                  </a:cubicBezTo>
                  <a:cubicBezTo>
                    <a:pt x="2670889" y="34687"/>
                    <a:pt x="2681929" y="34368"/>
                    <a:pt x="2692400" y="31750"/>
                  </a:cubicBezTo>
                  <a:cubicBezTo>
                    <a:pt x="2751974" y="16857"/>
                    <a:pt x="2640825" y="33247"/>
                    <a:pt x="2768600" y="19050"/>
                  </a:cubicBezTo>
                  <a:cubicBezTo>
                    <a:pt x="2811510" y="4747"/>
                    <a:pt x="2769296" y="17264"/>
                    <a:pt x="2851150" y="6350"/>
                  </a:cubicBezTo>
                  <a:cubicBezTo>
                    <a:pt x="2861848" y="4924"/>
                    <a:pt x="2872317" y="2117"/>
                    <a:pt x="2882900" y="0"/>
                  </a:cubicBezTo>
                  <a:cubicBezTo>
                    <a:pt x="2942167" y="2117"/>
                    <a:pt x="3001533" y="2316"/>
                    <a:pt x="3060700" y="6350"/>
                  </a:cubicBezTo>
                  <a:cubicBezTo>
                    <a:pt x="3094751" y="8672"/>
                    <a:pt x="3162300" y="19050"/>
                    <a:pt x="3162300" y="19050"/>
                  </a:cubicBezTo>
                  <a:cubicBezTo>
                    <a:pt x="3196341" y="30397"/>
                    <a:pt x="3167124" y="21533"/>
                    <a:pt x="3213100" y="31750"/>
                  </a:cubicBezTo>
                  <a:cubicBezTo>
                    <a:pt x="3221619" y="33643"/>
                    <a:pt x="3230109" y="35702"/>
                    <a:pt x="3238500" y="38100"/>
                  </a:cubicBezTo>
                  <a:cubicBezTo>
                    <a:pt x="3244936" y="39939"/>
                    <a:pt x="3251016" y="42998"/>
                    <a:pt x="3257550" y="44450"/>
                  </a:cubicBezTo>
                  <a:cubicBezTo>
                    <a:pt x="3270119" y="47243"/>
                    <a:pt x="3282950" y="48683"/>
                    <a:pt x="3295650" y="50800"/>
                  </a:cubicBezTo>
                  <a:cubicBezTo>
                    <a:pt x="3304117" y="55033"/>
                    <a:pt x="3312070" y="60507"/>
                    <a:pt x="3321050" y="63500"/>
                  </a:cubicBezTo>
                  <a:cubicBezTo>
                    <a:pt x="3342787" y="70746"/>
                    <a:pt x="3352841" y="66696"/>
                    <a:pt x="3371850" y="76200"/>
                  </a:cubicBezTo>
                  <a:cubicBezTo>
                    <a:pt x="3378676" y="79613"/>
                    <a:pt x="3383926" y="85800"/>
                    <a:pt x="3390900" y="88900"/>
                  </a:cubicBezTo>
                  <a:cubicBezTo>
                    <a:pt x="3403133" y="94337"/>
                    <a:pt x="3416695" y="96327"/>
                    <a:pt x="3429000" y="101600"/>
                  </a:cubicBezTo>
                  <a:cubicBezTo>
                    <a:pt x="3446401" y="109058"/>
                    <a:pt x="3461236" y="123287"/>
                    <a:pt x="3479800" y="127000"/>
                  </a:cubicBezTo>
                  <a:cubicBezTo>
                    <a:pt x="3491876" y="129415"/>
                    <a:pt x="3517583" y="133191"/>
                    <a:pt x="3530600" y="139700"/>
                  </a:cubicBezTo>
                  <a:cubicBezTo>
                    <a:pt x="3537426" y="143113"/>
                    <a:pt x="3542824" y="148987"/>
                    <a:pt x="3549650" y="152400"/>
                  </a:cubicBezTo>
                  <a:cubicBezTo>
                    <a:pt x="3559845" y="157498"/>
                    <a:pt x="3570984" y="160471"/>
                    <a:pt x="3581400" y="165100"/>
                  </a:cubicBezTo>
                  <a:cubicBezTo>
                    <a:pt x="3594375" y="170867"/>
                    <a:pt x="3606800" y="177800"/>
                    <a:pt x="3619500" y="184150"/>
                  </a:cubicBezTo>
                </a:path>
              </a:pathLst>
            </a:cu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57859C96-10F6-DE38-C6FB-38C5F7C09BA2}"/>
                </a:ext>
              </a:extLst>
            </p:cNvPr>
            <p:cNvCxnSpPr>
              <a:stCxn id="22" idx="33"/>
              <a:endCxn id="28" idx="54"/>
            </p:cNvCxnSpPr>
            <p:nvPr/>
          </p:nvCxnSpPr>
          <p:spPr>
            <a:xfrm>
              <a:off x="8449056" y="2496312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BDBC6A7C-4DFD-1030-BBD1-5933A0A57AA2}"/>
                </a:ext>
              </a:extLst>
            </p:cNvPr>
            <p:cNvCxnSpPr>
              <a:cxnSpLocks/>
              <a:endCxn id="28" idx="56"/>
            </p:cNvCxnSpPr>
            <p:nvPr/>
          </p:nvCxnSpPr>
          <p:spPr>
            <a:xfrm>
              <a:off x="8521145" y="2439924"/>
              <a:ext cx="555" cy="81026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08C43F49-8DC7-D6C6-02E7-34540F1F5026}"/>
                </a:ext>
              </a:extLst>
            </p:cNvPr>
            <p:cNvCxnSpPr>
              <a:cxnSpLocks/>
            </p:cNvCxnSpPr>
            <p:nvPr/>
          </p:nvCxnSpPr>
          <p:spPr>
            <a:xfrm>
              <a:off x="8590995" y="2394183"/>
              <a:ext cx="0" cy="86254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CC4BA170-3EFF-EA0C-BD5D-7A9117570F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7259" y="2365144"/>
              <a:ext cx="730" cy="72166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5C725EF-9727-48C6-1565-F2E50E5F0C8A}"/>
                </a:ext>
              </a:extLst>
            </p:cNvPr>
            <p:cNvCxnSpPr>
              <a:cxnSpLocks/>
              <a:stCxn id="22" idx="38"/>
              <a:endCxn id="28" idx="62"/>
            </p:cNvCxnSpPr>
            <p:nvPr/>
          </p:nvCxnSpPr>
          <p:spPr>
            <a:xfrm>
              <a:off x="8723376" y="2322576"/>
              <a:ext cx="7874" cy="96774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5606AE8D-C7FC-33EA-8CB6-FAA393F52F80}"/>
                </a:ext>
              </a:extLst>
            </p:cNvPr>
            <p:cNvCxnSpPr>
              <a:cxnSpLocks/>
            </p:cNvCxnSpPr>
            <p:nvPr/>
          </p:nvCxnSpPr>
          <p:spPr>
            <a:xfrm>
              <a:off x="8788546" y="2308756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3085C214-0510-724E-5DA2-382DEFC9E274}"/>
                </a:ext>
              </a:extLst>
            </p:cNvPr>
            <p:cNvCxnSpPr/>
            <p:nvPr/>
          </p:nvCxnSpPr>
          <p:spPr>
            <a:xfrm>
              <a:off x="8862711" y="2280562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B0F3BDDC-A26B-BD01-ABBA-822E7EE9EB05}"/>
                </a:ext>
              </a:extLst>
            </p:cNvPr>
            <p:cNvCxnSpPr/>
            <p:nvPr/>
          </p:nvCxnSpPr>
          <p:spPr>
            <a:xfrm>
              <a:off x="9111044" y="2154488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1AC08309-3AD4-1B37-DC5E-9BE4CB3087CE}"/>
                </a:ext>
              </a:extLst>
            </p:cNvPr>
            <p:cNvCxnSpPr/>
            <p:nvPr/>
          </p:nvCxnSpPr>
          <p:spPr>
            <a:xfrm>
              <a:off x="9200844" y="2136165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28FA9D39-8271-0861-A6B5-B045397F302F}"/>
                </a:ext>
              </a:extLst>
            </p:cNvPr>
            <p:cNvCxnSpPr/>
            <p:nvPr/>
          </p:nvCxnSpPr>
          <p:spPr>
            <a:xfrm>
              <a:off x="9290644" y="2126294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0CDDD546-CAB1-9B5A-8D22-1979E55737C9}"/>
                </a:ext>
              </a:extLst>
            </p:cNvPr>
            <p:cNvCxnSpPr>
              <a:cxnSpLocks/>
            </p:cNvCxnSpPr>
            <p:nvPr/>
          </p:nvCxnSpPr>
          <p:spPr>
            <a:xfrm>
              <a:off x="9392933" y="2107971"/>
              <a:ext cx="0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4549B658-02E7-49C0-9965-74DCCA5F8E11}"/>
                </a:ext>
              </a:extLst>
            </p:cNvPr>
            <p:cNvCxnSpPr/>
            <p:nvPr/>
          </p:nvCxnSpPr>
          <p:spPr>
            <a:xfrm>
              <a:off x="9494353" y="2107971"/>
              <a:ext cx="2794" cy="56388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32D09192-88A4-8B79-5D13-EE47139DD94F}"/>
                </a:ext>
              </a:extLst>
            </p:cNvPr>
            <p:cNvCxnSpPr>
              <a:cxnSpLocks/>
            </p:cNvCxnSpPr>
            <p:nvPr/>
          </p:nvCxnSpPr>
          <p:spPr>
            <a:xfrm>
              <a:off x="9592811" y="2107971"/>
              <a:ext cx="0" cy="39599"/>
            </a:xfrm>
            <a:prstGeom prst="line">
              <a:avLst/>
            </a:prstGeom>
            <a:ln w="9525">
              <a:solidFill>
                <a:srgbClr val="FF0000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08F8E00D-030E-C47D-24B9-68222B026D7C}"/>
                </a:ext>
              </a:extLst>
            </p:cNvPr>
            <p:cNvSpPr txBox="1"/>
            <p:nvPr/>
          </p:nvSpPr>
          <p:spPr>
            <a:xfrm>
              <a:off x="6395706" y="1661160"/>
              <a:ext cx="19108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3"/>
                  </a:solidFill>
                </a:rPr>
                <a:t>T</a:t>
              </a: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97E2E5C3-E6F6-92CC-46D9-E15228712CEB}"/>
                </a:ext>
              </a:extLst>
            </p:cNvPr>
            <p:cNvSpPr txBox="1"/>
            <p:nvPr/>
          </p:nvSpPr>
          <p:spPr>
            <a:xfrm>
              <a:off x="11050951" y="4211366"/>
              <a:ext cx="191086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3"/>
                  </a:solidFill>
                </a:rPr>
                <a:t>A</a:t>
              </a: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99BE82A6-47C2-2013-697F-FEB57BAEECD1}"/>
                </a:ext>
              </a:extLst>
            </p:cNvPr>
            <p:cNvSpPr txBox="1"/>
            <p:nvPr/>
          </p:nvSpPr>
          <p:spPr>
            <a:xfrm>
              <a:off x="6501811" y="4060665"/>
              <a:ext cx="21589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sz="1400" dirty="0">
                  <a:solidFill>
                    <a:schemeClr val="accent3"/>
                  </a:solidFill>
                </a:rPr>
                <a:t>0</a:t>
              </a:r>
            </a:p>
          </p:txBody>
        </p: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D3EFC118-7406-EECF-404F-7C58A273C043}"/>
                </a:ext>
              </a:extLst>
            </p:cNvPr>
            <p:cNvSpPr txBox="1"/>
            <p:nvPr/>
          </p:nvSpPr>
          <p:spPr>
            <a:xfrm>
              <a:off x="8081955" y="3515580"/>
              <a:ext cx="3105740" cy="57797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dirty="0">
                  <a:solidFill>
                    <a:schemeClr val="accent3"/>
                  </a:solidFill>
                </a:rPr>
                <a:t>Current Solution: SPC on deviations</a:t>
              </a:r>
            </a:p>
          </p:txBody>
        </p: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B948DECD-3E92-FDD7-571D-B2F3AA3E0857}"/>
              </a:ext>
            </a:extLst>
          </p:cNvPr>
          <p:cNvGrpSpPr/>
          <p:nvPr/>
        </p:nvGrpSpPr>
        <p:grpSpPr>
          <a:xfrm>
            <a:off x="6787732" y="2943870"/>
            <a:ext cx="5141162" cy="3252789"/>
            <a:chOff x="6652189" y="2802422"/>
            <a:chExt cx="5267325" cy="3393591"/>
          </a:xfrm>
        </p:grpSpPr>
        <p:grpSp>
          <p:nvGrpSpPr>
            <p:cNvPr id="1062" name="Group 1061">
              <a:extLst>
                <a:ext uri="{FF2B5EF4-FFF2-40B4-BE49-F238E27FC236}">
                  <a16:creationId xmlns:a16="http://schemas.microsoft.com/office/drawing/2014/main" id="{6E1E0378-2B6C-B2CA-97C6-1E582EC5A566}"/>
                </a:ext>
              </a:extLst>
            </p:cNvPr>
            <p:cNvGrpSpPr/>
            <p:nvPr/>
          </p:nvGrpSpPr>
          <p:grpSpPr>
            <a:xfrm>
              <a:off x="6652189" y="2802422"/>
              <a:ext cx="5267325" cy="3393591"/>
              <a:chOff x="6096000" y="1352145"/>
              <a:chExt cx="5267325" cy="3393591"/>
            </a:xfrm>
          </p:grpSpPr>
          <p:sp>
            <p:nvSpPr>
              <p:cNvPr id="1063" name="Rectangle 1062">
                <a:extLst>
                  <a:ext uri="{FF2B5EF4-FFF2-40B4-BE49-F238E27FC236}">
                    <a16:creationId xmlns:a16="http://schemas.microsoft.com/office/drawing/2014/main" id="{6CC43E1C-0340-3208-24CB-1C7FEDEE880E}"/>
                  </a:ext>
                </a:extLst>
              </p:cNvPr>
              <p:cNvSpPr/>
              <p:nvPr/>
            </p:nvSpPr>
            <p:spPr>
              <a:xfrm>
                <a:off x="6096000" y="1352145"/>
                <a:ext cx="5267325" cy="339359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sp>
            <p:nvSpPr>
              <p:cNvPr id="1064" name="Rectangle 1063">
                <a:extLst>
                  <a:ext uri="{FF2B5EF4-FFF2-40B4-BE49-F238E27FC236}">
                    <a16:creationId xmlns:a16="http://schemas.microsoft.com/office/drawing/2014/main" id="{7ABAD454-36B7-3D8F-6983-CABF9C346CFD}"/>
                  </a:ext>
                </a:extLst>
              </p:cNvPr>
              <p:cNvSpPr/>
              <p:nvPr/>
            </p:nvSpPr>
            <p:spPr>
              <a:xfrm>
                <a:off x="8379761" y="2044642"/>
                <a:ext cx="1322252" cy="536753"/>
              </a:xfrm>
              <a:prstGeom prst="rect">
                <a:avLst/>
              </a:prstGeom>
              <a:ln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cxnSp>
            <p:nvCxnSpPr>
              <p:cNvPr id="1065" name="Straight Arrow Connector 1064">
                <a:extLst>
                  <a:ext uri="{FF2B5EF4-FFF2-40B4-BE49-F238E27FC236}">
                    <a16:creationId xmlns:a16="http://schemas.microsoft.com/office/drawing/2014/main" id="{8A48F8B4-F736-FECA-C69F-3AAA7E46FC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3952" y="4507992"/>
                <a:ext cx="4717923" cy="0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Straight Arrow Connector 1065">
                <a:extLst>
                  <a:ext uri="{FF2B5EF4-FFF2-40B4-BE49-F238E27FC236}">
                    <a16:creationId xmlns:a16="http://schemas.microsoft.com/office/drawing/2014/main" id="{B7ACD593-037B-05DE-55C0-6B0C70D482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11112" y="1600200"/>
                <a:ext cx="0" cy="3035808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83DF21A7-1E04-64E6-157D-4E91E9C8AAF6}"/>
                  </a:ext>
                </a:extLst>
              </p:cNvPr>
              <p:cNvSpPr/>
              <p:nvPr/>
            </p:nvSpPr>
            <p:spPr>
              <a:xfrm>
                <a:off x="6601968" y="2075094"/>
                <a:ext cx="4050792" cy="2113586"/>
              </a:xfrm>
              <a:custGeom>
                <a:avLst/>
                <a:gdLst>
                  <a:gd name="connsiteX0" fmla="*/ 0 w 4050792"/>
                  <a:gd name="connsiteY0" fmla="*/ 2094570 h 2113586"/>
                  <a:gd name="connsiteX1" fmla="*/ 859536 w 4050792"/>
                  <a:gd name="connsiteY1" fmla="*/ 1893402 h 2113586"/>
                  <a:gd name="connsiteX2" fmla="*/ 1737360 w 4050792"/>
                  <a:gd name="connsiteY2" fmla="*/ 530946 h 2113586"/>
                  <a:gd name="connsiteX3" fmla="*/ 2962656 w 4050792"/>
                  <a:gd name="connsiteY3" fmla="*/ 55458 h 2113586"/>
                  <a:gd name="connsiteX4" fmla="*/ 4041648 w 4050792"/>
                  <a:gd name="connsiteY4" fmla="*/ 9738 h 2113586"/>
                  <a:gd name="connsiteX5" fmla="*/ 4041648 w 4050792"/>
                  <a:gd name="connsiteY5" fmla="*/ 9738 h 2113586"/>
                  <a:gd name="connsiteX6" fmla="*/ 4050792 w 4050792"/>
                  <a:gd name="connsiteY6" fmla="*/ 777834 h 211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0792" h="2113586">
                    <a:moveTo>
                      <a:pt x="0" y="2094570"/>
                    </a:moveTo>
                    <a:cubicBezTo>
                      <a:pt x="284988" y="2124288"/>
                      <a:pt x="569976" y="2154006"/>
                      <a:pt x="859536" y="1893402"/>
                    </a:cubicBezTo>
                    <a:cubicBezTo>
                      <a:pt x="1149096" y="1632798"/>
                      <a:pt x="1386840" y="837270"/>
                      <a:pt x="1737360" y="530946"/>
                    </a:cubicBezTo>
                    <a:cubicBezTo>
                      <a:pt x="2087880" y="224622"/>
                      <a:pt x="2578608" y="142326"/>
                      <a:pt x="2962656" y="55458"/>
                    </a:cubicBezTo>
                    <a:cubicBezTo>
                      <a:pt x="3346704" y="-31410"/>
                      <a:pt x="4041648" y="9738"/>
                      <a:pt x="4041648" y="9738"/>
                    </a:cubicBezTo>
                    <a:lnTo>
                      <a:pt x="4041648" y="9738"/>
                    </a:lnTo>
                    <a:lnTo>
                      <a:pt x="4050792" y="777834"/>
                    </a:lnTo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2E3A9072-31DF-1539-71EA-54256CC0389F}"/>
                  </a:ext>
                </a:extLst>
              </p:cNvPr>
              <p:cNvSpPr/>
              <p:nvPr/>
            </p:nvSpPr>
            <p:spPr>
              <a:xfrm>
                <a:off x="6547104" y="2147570"/>
                <a:ext cx="4288536" cy="2131822"/>
              </a:xfrm>
              <a:custGeom>
                <a:avLst/>
                <a:gdLst>
                  <a:gd name="connsiteX0" fmla="*/ 0 w 4288536"/>
                  <a:gd name="connsiteY0" fmla="*/ 2131822 h 2131822"/>
                  <a:gd name="connsiteX1" fmla="*/ 347472 w 4288536"/>
                  <a:gd name="connsiteY1" fmla="*/ 2122678 h 2131822"/>
                  <a:gd name="connsiteX2" fmla="*/ 411480 w 4288536"/>
                  <a:gd name="connsiteY2" fmla="*/ 2104390 h 2131822"/>
                  <a:gd name="connsiteX3" fmla="*/ 466344 w 4288536"/>
                  <a:gd name="connsiteY3" fmla="*/ 2067814 h 2131822"/>
                  <a:gd name="connsiteX4" fmla="*/ 493776 w 4288536"/>
                  <a:gd name="connsiteY4" fmla="*/ 2058670 h 2131822"/>
                  <a:gd name="connsiteX5" fmla="*/ 548640 w 4288536"/>
                  <a:gd name="connsiteY5" fmla="*/ 2022094 h 2131822"/>
                  <a:gd name="connsiteX6" fmla="*/ 649224 w 4288536"/>
                  <a:gd name="connsiteY6" fmla="*/ 1967230 h 2131822"/>
                  <a:gd name="connsiteX7" fmla="*/ 731520 w 4288536"/>
                  <a:gd name="connsiteY7" fmla="*/ 1884934 h 2131822"/>
                  <a:gd name="connsiteX8" fmla="*/ 758952 w 4288536"/>
                  <a:gd name="connsiteY8" fmla="*/ 1857502 h 2131822"/>
                  <a:gd name="connsiteX9" fmla="*/ 822960 w 4288536"/>
                  <a:gd name="connsiteY9" fmla="*/ 1784350 h 2131822"/>
                  <a:gd name="connsiteX10" fmla="*/ 896112 w 4288536"/>
                  <a:gd name="connsiteY10" fmla="*/ 1692910 h 2131822"/>
                  <a:gd name="connsiteX11" fmla="*/ 987552 w 4288536"/>
                  <a:gd name="connsiteY11" fmla="*/ 1583182 h 2131822"/>
                  <a:gd name="connsiteX12" fmla="*/ 1005840 w 4288536"/>
                  <a:gd name="connsiteY12" fmla="*/ 1555750 h 2131822"/>
                  <a:gd name="connsiteX13" fmla="*/ 1042416 w 4288536"/>
                  <a:gd name="connsiteY13" fmla="*/ 1482598 h 2131822"/>
                  <a:gd name="connsiteX14" fmla="*/ 1097280 w 4288536"/>
                  <a:gd name="connsiteY14" fmla="*/ 1418590 h 2131822"/>
                  <a:gd name="connsiteX15" fmla="*/ 1124712 w 4288536"/>
                  <a:gd name="connsiteY15" fmla="*/ 1372870 h 2131822"/>
                  <a:gd name="connsiteX16" fmla="*/ 1179576 w 4288536"/>
                  <a:gd name="connsiteY16" fmla="*/ 1299718 h 2131822"/>
                  <a:gd name="connsiteX17" fmla="*/ 1207008 w 4288536"/>
                  <a:gd name="connsiteY17" fmla="*/ 1244854 h 2131822"/>
                  <a:gd name="connsiteX18" fmla="*/ 1243584 w 4288536"/>
                  <a:gd name="connsiteY18" fmla="*/ 1199134 h 2131822"/>
                  <a:gd name="connsiteX19" fmla="*/ 1280160 w 4288536"/>
                  <a:gd name="connsiteY19" fmla="*/ 1144270 h 2131822"/>
                  <a:gd name="connsiteX20" fmla="*/ 1307592 w 4288536"/>
                  <a:gd name="connsiteY20" fmla="*/ 1098550 h 2131822"/>
                  <a:gd name="connsiteX21" fmla="*/ 1335024 w 4288536"/>
                  <a:gd name="connsiteY21" fmla="*/ 1061974 h 2131822"/>
                  <a:gd name="connsiteX22" fmla="*/ 1371600 w 4288536"/>
                  <a:gd name="connsiteY22" fmla="*/ 997966 h 2131822"/>
                  <a:gd name="connsiteX23" fmla="*/ 1426464 w 4288536"/>
                  <a:gd name="connsiteY23" fmla="*/ 933958 h 2131822"/>
                  <a:gd name="connsiteX24" fmla="*/ 1444752 w 4288536"/>
                  <a:gd name="connsiteY24" fmla="*/ 888238 h 2131822"/>
                  <a:gd name="connsiteX25" fmla="*/ 1499616 w 4288536"/>
                  <a:gd name="connsiteY25" fmla="*/ 824230 h 2131822"/>
                  <a:gd name="connsiteX26" fmla="*/ 1545336 w 4288536"/>
                  <a:gd name="connsiteY26" fmla="*/ 751078 h 2131822"/>
                  <a:gd name="connsiteX27" fmla="*/ 1581912 w 4288536"/>
                  <a:gd name="connsiteY27" fmla="*/ 714502 h 2131822"/>
                  <a:gd name="connsiteX28" fmla="*/ 1627632 w 4288536"/>
                  <a:gd name="connsiteY28" fmla="*/ 650494 h 2131822"/>
                  <a:gd name="connsiteX29" fmla="*/ 1700784 w 4288536"/>
                  <a:gd name="connsiteY29" fmla="*/ 577342 h 2131822"/>
                  <a:gd name="connsiteX30" fmla="*/ 1728216 w 4288536"/>
                  <a:gd name="connsiteY30" fmla="*/ 531622 h 2131822"/>
                  <a:gd name="connsiteX31" fmla="*/ 1792224 w 4288536"/>
                  <a:gd name="connsiteY31" fmla="*/ 467614 h 2131822"/>
                  <a:gd name="connsiteX32" fmla="*/ 1874520 w 4288536"/>
                  <a:gd name="connsiteY32" fmla="*/ 376174 h 2131822"/>
                  <a:gd name="connsiteX33" fmla="*/ 1901952 w 4288536"/>
                  <a:gd name="connsiteY33" fmla="*/ 348742 h 2131822"/>
                  <a:gd name="connsiteX34" fmla="*/ 1938528 w 4288536"/>
                  <a:gd name="connsiteY34" fmla="*/ 321310 h 2131822"/>
                  <a:gd name="connsiteX35" fmla="*/ 1965960 w 4288536"/>
                  <a:gd name="connsiteY35" fmla="*/ 303022 h 2131822"/>
                  <a:gd name="connsiteX36" fmla="*/ 2002536 w 4288536"/>
                  <a:gd name="connsiteY36" fmla="*/ 266446 h 2131822"/>
                  <a:gd name="connsiteX37" fmla="*/ 2103120 w 4288536"/>
                  <a:gd name="connsiteY37" fmla="*/ 220726 h 2131822"/>
                  <a:gd name="connsiteX38" fmla="*/ 2176272 w 4288536"/>
                  <a:gd name="connsiteY38" fmla="*/ 175006 h 2131822"/>
                  <a:gd name="connsiteX39" fmla="*/ 2240280 w 4288536"/>
                  <a:gd name="connsiteY39" fmla="*/ 156718 h 2131822"/>
                  <a:gd name="connsiteX40" fmla="*/ 2313432 w 4288536"/>
                  <a:gd name="connsiteY40" fmla="*/ 129286 h 2131822"/>
                  <a:gd name="connsiteX41" fmla="*/ 2386584 w 4288536"/>
                  <a:gd name="connsiteY41" fmla="*/ 110998 h 2131822"/>
                  <a:gd name="connsiteX42" fmla="*/ 2423160 w 4288536"/>
                  <a:gd name="connsiteY42" fmla="*/ 101854 h 2131822"/>
                  <a:gd name="connsiteX43" fmla="*/ 2542032 w 4288536"/>
                  <a:gd name="connsiteY43" fmla="*/ 65278 h 2131822"/>
                  <a:gd name="connsiteX44" fmla="*/ 2615184 w 4288536"/>
                  <a:gd name="connsiteY44" fmla="*/ 56134 h 2131822"/>
                  <a:gd name="connsiteX45" fmla="*/ 2651760 w 4288536"/>
                  <a:gd name="connsiteY45" fmla="*/ 46990 h 2131822"/>
                  <a:gd name="connsiteX46" fmla="*/ 2743200 w 4288536"/>
                  <a:gd name="connsiteY46" fmla="*/ 37846 h 2131822"/>
                  <a:gd name="connsiteX47" fmla="*/ 2926080 w 4288536"/>
                  <a:gd name="connsiteY47" fmla="*/ 19558 h 2131822"/>
                  <a:gd name="connsiteX48" fmla="*/ 3264408 w 4288536"/>
                  <a:gd name="connsiteY48" fmla="*/ 1270 h 2131822"/>
                  <a:gd name="connsiteX49" fmla="*/ 3749040 w 4288536"/>
                  <a:gd name="connsiteY49" fmla="*/ 10414 h 2131822"/>
                  <a:gd name="connsiteX50" fmla="*/ 3803904 w 4288536"/>
                  <a:gd name="connsiteY50" fmla="*/ 19558 h 2131822"/>
                  <a:gd name="connsiteX51" fmla="*/ 3831336 w 4288536"/>
                  <a:gd name="connsiteY51" fmla="*/ 28702 h 2131822"/>
                  <a:gd name="connsiteX52" fmla="*/ 3922776 w 4288536"/>
                  <a:gd name="connsiteY52" fmla="*/ 37846 h 2131822"/>
                  <a:gd name="connsiteX53" fmla="*/ 3995928 w 4288536"/>
                  <a:gd name="connsiteY53" fmla="*/ 46990 h 2131822"/>
                  <a:gd name="connsiteX54" fmla="*/ 4023360 w 4288536"/>
                  <a:gd name="connsiteY54" fmla="*/ 56134 h 2131822"/>
                  <a:gd name="connsiteX55" fmla="*/ 4059936 w 4288536"/>
                  <a:gd name="connsiteY55" fmla="*/ 65278 h 2131822"/>
                  <a:gd name="connsiteX56" fmla="*/ 4087368 w 4288536"/>
                  <a:gd name="connsiteY56" fmla="*/ 83566 h 2131822"/>
                  <a:gd name="connsiteX57" fmla="*/ 4160520 w 4288536"/>
                  <a:gd name="connsiteY57" fmla="*/ 120142 h 2131822"/>
                  <a:gd name="connsiteX58" fmla="*/ 4197096 w 4288536"/>
                  <a:gd name="connsiteY58" fmla="*/ 147574 h 2131822"/>
                  <a:gd name="connsiteX59" fmla="*/ 4224528 w 4288536"/>
                  <a:gd name="connsiteY59" fmla="*/ 175006 h 2131822"/>
                  <a:gd name="connsiteX60" fmla="*/ 4288536 w 4288536"/>
                  <a:gd name="connsiteY60" fmla="*/ 220726 h 213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4288536" h="2131822">
                    <a:moveTo>
                      <a:pt x="0" y="2131822"/>
                    </a:moveTo>
                    <a:cubicBezTo>
                      <a:pt x="115824" y="2128774"/>
                      <a:pt x="231739" y="2128189"/>
                      <a:pt x="347472" y="2122678"/>
                    </a:cubicBezTo>
                    <a:cubicBezTo>
                      <a:pt x="352651" y="2122431"/>
                      <a:pt x="403378" y="2108891"/>
                      <a:pt x="411480" y="2104390"/>
                    </a:cubicBezTo>
                    <a:cubicBezTo>
                      <a:pt x="430693" y="2093716"/>
                      <a:pt x="445492" y="2074765"/>
                      <a:pt x="466344" y="2067814"/>
                    </a:cubicBezTo>
                    <a:cubicBezTo>
                      <a:pt x="475488" y="2064766"/>
                      <a:pt x="485350" y="2063351"/>
                      <a:pt x="493776" y="2058670"/>
                    </a:cubicBezTo>
                    <a:cubicBezTo>
                      <a:pt x="512989" y="2047996"/>
                      <a:pt x="527788" y="2029045"/>
                      <a:pt x="548640" y="2022094"/>
                    </a:cubicBezTo>
                    <a:cubicBezTo>
                      <a:pt x="588017" y="2008968"/>
                      <a:pt x="613644" y="2002810"/>
                      <a:pt x="649224" y="1967230"/>
                    </a:cubicBezTo>
                    <a:lnTo>
                      <a:pt x="731520" y="1884934"/>
                    </a:lnTo>
                    <a:cubicBezTo>
                      <a:pt x="740664" y="1875790"/>
                      <a:pt x="751193" y="1867847"/>
                      <a:pt x="758952" y="1857502"/>
                    </a:cubicBezTo>
                    <a:cubicBezTo>
                      <a:pt x="817656" y="1779230"/>
                      <a:pt x="751932" y="1863271"/>
                      <a:pt x="822960" y="1784350"/>
                    </a:cubicBezTo>
                    <a:cubicBezTo>
                      <a:pt x="893078" y="1706441"/>
                      <a:pt x="845023" y="1755788"/>
                      <a:pt x="896112" y="1692910"/>
                    </a:cubicBezTo>
                    <a:cubicBezTo>
                      <a:pt x="926135" y="1655958"/>
                      <a:pt x="961142" y="1622797"/>
                      <a:pt x="987552" y="1583182"/>
                    </a:cubicBezTo>
                    <a:cubicBezTo>
                      <a:pt x="993648" y="1574038"/>
                      <a:pt x="1000578" y="1565398"/>
                      <a:pt x="1005840" y="1555750"/>
                    </a:cubicBezTo>
                    <a:cubicBezTo>
                      <a:pt x="1018895" y="1531817"/>
                      <a:pt x="1023139" y="1501875"/>
                      <a:pt x="1042416" y="1482598"/>
                    </a:cubicBezTo>
                    <a:cubicBezTo>
                      <a:pt x="1070671" y="1454343"/>
                      <a:pt x="1073819" y="1453781"/>
                      <a:pt x="1097280" y="1418590"/>
                    </a:cubicBezTo>
                    <a:cubicBezTo>
                      <a:pt x="1107139" y="1403802"/>
                      <a:pt x="1114596" y="1387483"/>
                      <a:pt x="1124712" y="1372870"/>
                    </a:cubicBezTo>
                    <a:cubicBezTo>
                      <a:pt x="1142062" y="1347810"/>
                      <a:pt x="1165945" y="1326980"/>
                      <a:pt x="1179576" y="1299718"/>
                    </a:cubicBezTo>
                    <a:cubicBezTo>
                      <a:pt x="1188720" y="1281430"/>
                      <a:pt x="1196031" y="1262104"/>
                      <a:pt x="1207008" y="1244854"/>
                    </a:cubicBezTo>
                    <a:cubicBezTo>
                      <a:pt x="1217486" y="1228388"/>
                      <a:pt x="1232105" y="1214918"/>
                      <a:pt x="1243584" y="1199134"/>
                    </a:cubicBezTo>
                    <a:cubicBezTo>
                      <a:pt x="1256512" y="1181358"/>
                      <a:pt x="1268360" y="1162813"/>
                      <a:pt x="1280160" y="1144270"/>
                    </a:cubicBezTo>
                    <a:cubicBezTo>
                      <a:pt x="1289702" y="1129276"/>
                      <a:pt x="1297733" y="1113338"/>
                      <a:pt x="1307592" y="1098550"/>
                    </a:cubicBezTo>
                    <a:cubicBezTo>
                      <a:pt x="1316046" y="1085870"/>
                      <a:pt x="1326842" y="1074831"/>
                      <a:pt x="1335024" y="1061974"/>
                    </a:cubicBezTo>
                    <a:cubicBezTo>
                      <a:pt x="1348217" y="1041242"/>
                      <a:pt x="1357508" y="1018098"/>
                      <a:pt x="1371600" y="997966"/>
                    </a:cubicBezTo>
                    <a:cubicBezTo>
                      <a:pt x="1416378" y="933998"/>
                      <a:pt x="1383531" y="1011238"/>
                      <a:pt x="1426464" y="933958"/>
                    </a:cubicBezTo>
                    <a:cubicBezTo>
                      <a:pt x="1434435" y="919610"/>
                      <a:pt x="1436781" y="902586"/>
                      <a:pt x="1444752" y="888238"/>
                    </a:cubicBezTo>
                    <a:cubicBezTo>
                      <a:pt x="1467582" y="847144"/>
                      <a:pt x="1471896" y="857493"/>
                      <a:pt x="1499616" y="824230"/>
                    </a:cubicBezTo>
                    <a:cubicBezTo>
                      <a:pt x="1520177" y="799556"/>
                      <a:pt x="1524517" y="777846"/>
                      <a:pt x="1545336" y="751078"/>
                    </a:cubicBezTo>
                    <a:cubicBezTo>
                      <a:pt x="1555922" y="737468"/>
                      <a:pt x="1570994" y="727847"/>
                      <a:pt x="1581912" y="714502"/>
                    </a:cubicBezTo>
                    <a:cubicBezTo>
                      <a:pt x="1598515" y="694209"/>
                      <a:pt x="1610460" y="670308"/>
                      <a:pt x="1627632" y="650494"/>
                    </a:cubicBezTo>
                    <a:cubicBezTo>
                      <a:pt x="1650217" y="624435"/>
                      <a:pt x="1683042" y="606912"/>
                      <a:pt x="1700784" y="577342"/>
                    </a:cubicBezTo>
                    <a:cubicBezTo>
                      <a:pt x="1709928" y="562102"/>
                      <a:pt x="1716838" y="545275"/>
                      <a:pt x="1728216" y="531622"/>
                    </a:cubicBezTo>
                    <a:cubicBezTo>
                      <a:pt x="1747533" y="508442"/>
                      <a:pt x="1775487" y="492720"/>
                      <a:pt x="1792224" y="467614"/>
                    </a:cubicBezTo>
                    <a:cubicBezTo>
                      <a:pt x="1827249" y="415076"/>
                      <a:pt x="1802741" y="447953"/>
                      <a:pt x="1874520" y="376174"/>
                    </a:cubicBezTo>
                    <a:cubicBezTo>
                      <a:pt x="1883664" y="367030"/>
                      <a:pt x="1891607" y="356501"/>
                      <a:pt x="1901952" y="348742"/>
                    </a:cubicBezTo>
                    <a:cubicBezTo>
                      <a:pt x="1914144" y="339598"/>
                      <a:pt x="1926127" y="330168"/>
                      <a:pt x="1938528" y="321310"/>
                    </a:cubicBezTo>
                    <a:cubicBezTo>
                      <a:pt x="1947471" y="314922"/>
                      <a:pt x="1957616" y="310174"/>
                      <a:pt x="1965960" y="303022"/>
                    </a:cubicBezTo>
                    <a:cubicBezTo>
                      <a:pt x="1979051" y="291801"/>
                      <a:pt x="1988926" y="277032"/>
                      <a:pt x="2002536" y="266446"/>
                    </a:cubicBezTo>
                    <a:cubicBezTo>
                      <a:pt x="2039886" y="237396"/>
                      <a:pt x="2058403" y="235632"/>
                      <a:pt x="2103120" y="220726"/>
                    </a:cubicBezTo>
                    <a:cubicBezTo>
                      <a:pt x="2138127" y="194471"/>
                      <a:pt x="2137222" y="191742"/>
                      <a:pt x="2176272" y="175006"/>
                    </a:cubicBezTo>
                    <a:cubicBezTo>
                      <a:pt x="2207093" y="161797"/>
                      <a:pt x="2205479" y="168318"/>
                      <a:pt x="2240280" y="156718"/>
                    </a:cubicBezTo>
                    <a:cubicBezTo>
                      <a:pt x="2281853" y="142860"/>
                      <a:pt x="2278119" y="138917"/>
                      <a:pt x="2313432" y="129286"/>
                    </a:cubicBezTo>
                    <a:cubicBezTo>
                      <a:pt x="2337681" y="122673"/>
                      <a:pt x="2362200" y="117094"/>
                      <a:pt x="2386584" y="110998"/>
                    </a:cubicBezTo>
                    <a:cubicBezTo>
                      <a:pt x="2398776" y="107950"/>
                      <a:pt x="2411238" y="105828"/>
                      <a:pt x="2423160" y="101854"/>
                    </a:cubicBezTo>
                    <a:cubicBezTo>
                      <a:pt x="2443027" y="95232"/>
                      <a:pt x="2509718" y="70664"/>
                      <a:pt x="2542032" y="65278"/>
                    </a:cubicBezTo>
                    <a:cubicBezTo>
                      <a:pt x="2566271" y="61238"/>
                      <a:pt x="2590945" y="60174"/>
                      <a:pt x="2615184" y="56134"/>
                    </a:cubicBezTo>
                    <a:cubicBezTo>
                      <a:pt x="2627580" y="54068"/>
                      <a:pt x="2639319" y="48767"/>
                      <a:pt x="2651760" y="46990"/>
                    </a:cubicBezTo>
                    <a:cubicBezTo>
                      <a:pt x="2682084" y="42658"/>
                      <a:pt x="2712736" y="41053"/>
                      <a:pt x="2743200" y="37846"/>
                    </a:cubicBezTo>
                    <a:cubicBezTo>
                      <a:pt x="2906116" y="20697"/>
                      <a:pt x="2740485" y="36430"/>
                      <a:pt x="2926080" y="19558"/>
                    </a:cubicBezTo>
                    <a:cubicBezTo>
                      <a:pt x="3059820" y="-7190"/>
                      <a:pt x="3004413" y="1270"/>
                      <a:pt x="3264408" y="1270"/>
                    </a:cubicBezTo>
                    <a:cubicBezTo>
                      <a:pt x="3425981" y="1270"/>
                      <a:pt x="3587496" y="7366"/>
                      <a:pt x="3749040" y="10414"/>
                    </a:cubicBezTo>
                    <a:cubicBezTo>
                      <a:pt x="3767328" y="13462"/>
                      <a:pt x="3785805" y="15536"/>
                      <a:pt x="3803904" y="19558"/>
                    </a:cubicBezTo>
                    <a:cubicBezTo>
                      <a:pt x="3813313" y="21649"/>
                      <a:pt x="3821809" y="27236"/>
                      <a:pt x="3831336" y="28702"/>
                    </a:cubicBezTo>
                    <a:cubicBezTo>
                      <a:pt x="3861612" y="33360"/>
                      <a:pt x="3892331" y="34463"/>
                      <a:pt x="3922776" y="37846"/>
                    </a:cubicBezTo>
                    <a:cubicBezTo>
                      <a:pt x="3947199" y="40560"/>
                      <a:pt x="3971544" y="43942"/>
                      <a:pt x="3995928" y="46990"/>
                    </a:cubicBezTo>
                    <a:cubicBezTo>
                      <a:pt x="4005072" y="50038"/>
                      <a:pt x="4014092" y="53486"/>
                      <a:pt x="4023360" y="56134"/>
                    </a:cubicBezTo>
                    <a:cubicBezTo>
                      <a:pt x="4035444" y="59586"/>
                      <a:pt x="4048385" y="60328"/>
                      <a:pt x="4059936" y="65278"/>
                    </a:cubicBezTo>
                    <a:cubicBezTo>
                      <a:pt x="4070037" y="69607"/>
                      <a:pt x="4077720" y="78304"/>
                      <a:pt x="4087368" y="83566"/>
                    </a:cubicBezTo>
                    <a:cubicBezTo>
                      <a:pt x="4111301" y="96621"/>
                      <a:pt x="4138710" y="103785"/>
                      <a:pt x="4160520" y="120142"/>
                    </a:cubicBezTo>
                    <a:cubicBezTo>
                      <a:pt x="4172712" y="129286"/>
                      <a:pt x="4185525" y="137656"/>
                      <a:pt x="4197096" y="147574"/>
                    </a:cubicBezTo>
                    <a:cubicBezTo>
                      <a:pt x="4206914" y="155990"/>
                      <a:pt x="4214320" y="167067"/>
                      <a:pt x="4224528" y="175006"/>
                    </a:cubicBezTo>
                    <a:cubicBezTo>
                      <a:pt x="4312204" y="243198"/>
                      <a:pt x="4258119" y="190309"/>
                      <a:pt x="4288536" y="220726"/>
                    </a:cubicBezTo>
                  </a:path>
                </a:pathLst>
              </a:custGeom>
              <a:ln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C09266D5-7993-E96E-D68E-60E7FDF46DC8}"/>
                  </a:ext>
                </a:extLst>
              </p:cNvPr>
              <p:cNvSpPr/>
              <p:nvPr/>
            </p:nvSpPr>
            <p:spPr>
              <a:xfrm>
                <a:off x="6502400" y="2108200"/>
                <a:ext cx="3619500" cy="2187031"/>
              </a:xfrm>
              <a:custGeom>
                <a:avLst/>
                <a:gdLst>
                  <a:gd name="connsiteX0" fmla="*/ 0 w 3619500"/>
                  <a:gd name="connsiteY0" fmla="*/ 2171700 h 2187031"/>
                  <a:gd name="connsiteX1" fmla="*/ 508000 w 3619500"/>
                  <a:gd name="connsiteY1" fmla="*/ 2171700 h 2187031"/>
                  <a:gd name="connsiteX2" fmla="*/ 527050 w 3619500"/>
                  <a:gd name="connsiteY2" fmla="*/ 2165350 h 2187031"/>
                  <a:gd name="connsiteX3" fmla="*/ 565150 w 3619500"/>
                  <a:gd name="connsiteY3" fmla="*/ 2159000 h 2187031"/>
                  <a:gd name="connsiteX4" fmla="*/ 622300 w 3619500"/>
                  <a:gd name="connsiteY4" fmla="*/ 2139950 h 2187031"/>
                  <a:gd name="connsiteX5" fmla="*/ 647700 w 3619500"/>
                  <a:gd name="connsiteY5" fmla="*/ 2120900 h 2187031"/>
                  <a:gd name="connsiteX6" fmla="*/ 673100 w 3619500"/>
                  <a:gd name="connsiteY6" fmla="*/ 2108200 h 2187031"/>
                  <a:gd name="connsiteX7" fmla="*/ 730250 w 3619500"/>
                  <a:gd name="connsiteY7" fmla="*/ 2057400 h 2187031"/>
                  <a:gd name="connsiteX8" fmla="*/ 762000 w 3619500"/>
                  <a:gd name="connsiteY8" fmla="*/ 2038350 h 2187031"/>
                  <a:gd name="connsiteX9" fmla="*/ 768350 w 3619500"/>
                  <a:gd name="connsiteY9" fmla="*/ 2019300 h 2187031"/>
                  <a:gd name="connsiteX10" fmla="*/ 787400 w 3619500"/>
                  <a:gd name="connsiteY10" fmla="*/ 2006600 h 2187031"/>
                  <a:gd name="connsiteX11" fmla="*/ 812800 w 3619500"/>
                  <a:gd name="connsiteY11" fmla="*/ 1987550 h 2187031"/>
                  <a:gd name="connsiteX12" fmla="*/ 857250 w 3619500"/>
                  <a:gd name="connsiteY12" fmla="*/ 1924050 h 2187031"/>
                  <a:gd name="connsiteX13" fmla="*/ 869950 w 3619500"/>
                  <a:gd name="connsiteY13" fmla="*/ 1905000 h 2187031"/>
                  <a:gd name="connsiteX14" fmla="*/ 889000 w 3619500"/>
                  <a:gd name="connsiteY14" fmla="*/ 1879600 h 2187031"/>
                  <a:gd name="connsiteX15" fmla="*/ 901700 w 3619500"/>
                  <a:gd name="connsiteY15" fmla="*/ 1854200 h 2187031"/>
                  <a:gd name="connsiteX16" fmla="*/ 920750 w 3619500"/>
                  <a:gd name="connsiteY16" fmla="*/ 1822450 h 2187031"/>
                  <a:gd name="connsiteX17" fmla="*/ 952500 w 3619500"/>
                  <a:gd name="connsiteY17" fmla="*/ 1746250 h 2187031"/>
                  <a:gd name="connsiteX18" fmla="*/ 958850 w 3619500"/>
                  <a:gd name="connsiteY18" fmla="*/ 1727200 h 2187031"/>
                  <a:gd name="connsiteX19" fmla="*/ 971550 w 3619500"/>
                  <a:gd name="connsiteY19" fmla="*/ 1708150 h 2187031"/>
                  <a:gd name="connsiteX20" fmla="*/ 977900 w 3619500"/>
                  <a:gd name="connsiteY20" fmla="*/ 1689100 h 2187031"/>
                  <a:gd name="connsiteX21" fmla="*/ 1003300 w 3619500"/>
                  <a:gd name="connsiteY21" fmla="*/ 1644650 h 2187031"/>
                  <a:gd name="connsiteX22" fmla="*/ 1016000 w 3619500"/>
                  <a:gd name="connsiteY22" fmla="*/ 1612900 h 2187031"/>
                  <a:gd name="connsiteX23" fmla="*/ 1041400 w 3619500"/>
                  <a:gd name="connsiteY23" fmla="*/ 1530350 h 2187031"/>
                  <a:gd name="connsiteX24" fmla="*/ 1079500 w 3619500"/>
                  <a:gd name="connsiteY24" fmla="*/ 1441450 h 2187031"/>
                  <a:gd name="connsiteX25" fmla="*/ 1098550 w 3619500"/>
                  <a:gd name="connsiteY25" fmla="*/ 1377950 h 2187031"/>
                  <a:gd name="connsiteX26" fmla="*/ 1123950 w 3619500"/>
                  <a:gd name="connsiteY26" fmla="*/ 1314450 h 2187031"/>
                  <a:gd name="connsiteX27" fmla="*/ 1136650 w 3619500"/>
                  <a:gd name="connsiteY27" fmla="*/ 1289050 h 2187031"/>
                  <a:gd name="connsiteX28" fmla="*/ 1143000 w 3619500"/>
                  <a:gd name="connsiteY28" fmla="*/ 1263650 h 2187031"/>
                  <a:gd name="connsiteX29" fmla="*/ 1162050 w 3619500"/>
                  <a:gd name="connsiteY29" fmla="*/ 1244600 h 2187031"/>
                  <a:gd name="connsiteX30" fmla="*/ 1174750 w 3619500"/>
                  <a:gd name="connsiteY30" fmla="*/ 1219200 h 2187031"/>
                  <a:gd name="connsiteX31" fmla="*/ 1193800 w 3619500"/>
                  <a:gd name="connsiteY31" fmla="*/ 1187450 h 2187031"/>
                  <a:gd name="connsiteX32" fmla="*/ 1238250 w 3619500"/>
                  <a:gd name="connsiteY32" fmla="*/ 1130300 h 2187031"/>
                  <a:gd name="connsiteX33" fmla="*/ 1263650 w 3619500"/>
                  <a:gd name="connsiteY33" fmla="*/ 1098550 h 2187031"/>
                  <a:gd name="connsiteX34" fmla="*/ 1289050 w 3619500"/>
                  <a:gd name="connsiteY34" fmla="*/ 1066800 h 2187031"/>
                  <a:gd name="connsiteX35" fmla="*/ 1339850 w 3619500"/>
                  <a:gd name="connsiteY35" fmla="*/ 977900 h 2187031"/>
                  <a:gd name="connsiteX36" fmla="*/ 1358900 w 3619500"/>
                  <a:gd name="connsiteY36" fmla="*/ 952500 h 2187031"/>
                  <a:gd name="connsiteX37" fmla="*/ 1403350 w 3619500"/>
                  <a:gd name="connsiteY37" fmla="*/ 908050 h 2187031"/>
                  <a:gd name="connsiteX38" fmla="*/ 1435100 w 3619500"/>
                  <a:gd name="connsiteY38" fmla="*/ 857250 h 2187031"/>
                  <a:gd name="connsiteX39" fmla="*/ 1466850 w 3619500"/>
                  <a:gd name="connsiteY39" fmla="*/ 831850 h 2187031"/>
                  <a:gd name="connsiteX40" fmla="*/ 1492250 w 3619500"/>
                  <a:gd name="connsiteY40" fmla="*/ 793750 h 2187031"/>
                  <a:gd name="connsiteX41" fmla="*/ 1549400 w 3619500"/>
                  <a:gd name="connsiteY41" fmla="*/ 736600 h 2187031"/>
                  <a:gd name="connsiteX42" fmla="*/ 1593850 w 3619500"/>
                  <a:gd name="connsiteY42" fmla="*/ 679450 h 2187031"/>
                  <a:gd name="connsiteX43" fmla="*/ 1638300 w 3619500"/>
                  <a:gd name="connsiteY43" fmla="*/ 647700 h 2187031"/>
                  <a:gd name="connsiteX44" fmla="*/ 1644650 w 3619500"/>
                  <a:gd name="connsiteY44" fmla="*/ 628650 h 2187031"/>
                  <a:gd name="connsiteX45" fmla="*/ 1670050 w 3619500"/>
                  <a:gd name="connsiteY45" fmla="*/ 615950 h 2187031"/>
                  <a:gd name="connsiteX46" fmla="*/ 1714500 w 3619500"/>
                  <a:gd name="connsiteY46" fmla="*/ 584200 h 2187031"/>
                  <a:gd name="connsiteX47" fmla="*/ 1739900 w 3619500"/>
                  <a:gd name="connsiteY47" fmla="*/ 558800 h 2187031"/>
                  <a:gd name="connsiteX48" fmla="*/ 1758950 w 3619500"/>
                  <a:gd name="connsiteY48" fmla="*/ 552450 h 2187031"/>
                  <a:gd name="connsiteX49" fmla="*/ 1790700 w 3619500"/>
                  <a:gd name="connsiteY49" fmla="*/ 533400 h 2187031"/>
                  <a:gd name="connsiteX50" fmla="*/ 1828800 w 3619500"/>
                  <a:gd name="connsiteY50" fmla="*/ 508000 h 2187031"/>
                  <a:gd name="connsiteX51" fmla="*/ 1873250 w 3619500"/>
                  <a:gd name="connsiteY51" fmla="*/ 476250 h 2187031"/>
                  <a:gd name="connsiteX52" fmla="*/ 1898650 w 3619500"/>
                  <a:gd name="connsiteY52" fmla="*/ 469900 h 2187031"/>
                  <a:gd name="connsiteX53" fmla="*/ 1930400 w 3619500"/>
                  <a:gd name="connsiteY53" fmla="*/ 450850 h 2187031"/>
                  <a:gd name="connsiteX54" fmla="*/ 1949450 w 3619500"/>
                  <a:gd name="connsiteY54" fmla="*/ 444500 h 2187031"/>
                  <a:gd name="connsiteX55" fmla="*/ 1993900 w 3619500"/>
                  <a:gd name="connsiteY55" fmla="*/ 419100 h 2187031"/>
                  <a:gd name="connsiteX56" fmla="*/ 2019300 w 3619500"/>
                  <a:gd name="connsiteY56" fmla="*/ 412750 h 2187031"/>
                  <a:gd name="connsiteX57" fmla="*/ 2070100 w 3619500"/>
                  <a:gd name="connsiteY57" fmla="*/ 393700 h 2187031"/>
                  <a:gd name="connsiteX58" fmla="*/ 2108200 w 3619500"/>
                  <a:gd name="connsiteY58" fmla="*/ 368300 h 2187031"/>
                  <a:gd name="connsiteX59" fmla="*/ 2133600 w 3619500"/>
                  <a:gd name="connsiteY59" fmla="*/ 361950 h 2187031"/>
                  <a:gd name="connsiteX60" fmla="*/ 2178050 w 3619500"/>
                  <a:gd name="connsiteY60" fmla="*/ 336550 h 2187031"/>
                  <a:gd name="connsiteX61" fmla="*/ 2197100 w 3619500"/>
                  <a:gd name="connsiteY61" fmla="*/ 330200 h 2187031"/>
                  <a:gd name="connsiteX62" fmla="*/ 2228850 w 3619500"/>
                  <a:gd name="connsiteY62" fmla="*/ 311150 h 2187031"/>
                  <a:gd name="connsiteX63" fmla="*/ 2266950 w 3619500"/>
                  <a:gd name="connsiteY63" fmla="*/ 292100 h 2187031"/>
                  <a:gd name="connsiteX64" fmla="*/ 2298700 w 3619500"/>
                  <a:gd name="connsiteY64" fmla="*/ 260350 h 2187031"/>
                  <a:gd name="connsiteX65" fmla="*/ 2368550 w 3619500"/>
                  <a:gd name="connsiteY65" fmla="*/ 215900 h 2187031"/>
                  <a:gd name="connsiteX66" fmla="*/ 2387600 w 3619500"/>
                  <a:gd name="connsiteY66" fmla="*/ 196850 h 2187031"/>
                  <a:gd name="connsiteX67" fmla="*/ 2413000 w 3619500"/>
                  <a:gd name="connsiteY67" fmla="*/ 184150 h 2187031"/>
                  <a:gd name="connsiteX68" fmla="*/ 2451100 w 3619500"/>
                  <a:gd name="connsiteY68" fmla="*/ 158750 h 2187031"/>
                  <a:gd name="connsiteX69" fmla="*/ 2508250 w 3619500"/>
                  <a:gd name="connsiteY69" fmla="*/ 114300 h 2187031"/>
                  <a:gd name="connsiteX70" fmla="*/ 2533650 w 3619500"/>
                  <a:gd name="connsiteY70" fmla="*/ 95250 h 2187031"/>
                  <a:gd name="connsiteX71" fmla="*/ 2559050 w 3619500"/>
                  <a:gd name="connsiteY71" fmla="*/ 82550 h 2187031"/>
                  <a:gd name="connsiteX72" fmla="*/ 2597150 w 3619500"/>
                  <a:gd name="connsiteY72" fmla="*/ 57150 h 2187031"/>
                  <a:gd name="connsiteX73" fmla="*/ 2635250 w 3619500"/>
                  <a:gd name="connsiteY73" fmla="*/ 50800 h 2187031"/>
                  <a:gd name="connsiteX74" fmla="*/ 2660650 w 3619500"/>
                  <a:gd name="connsiteY74" fmla="*/ 38100 h 2187031"/>
                  <a:gd name="connsiteX75" fmla="*/ 2692400 w 3619500"/>
                  <a:gd name="connsiteY75" fmla="*/ 31750 h 2187031"/>
                  <a:gd name="connsiteX76" fmla="*/ 2768600 w 3619500"/>
                  <a:gd name="connsiteY76" fmla="*/ 19050 h 2187031"/>
                  <a:gd name="connsiteX77" fmla="*/ 2851150 w 3619500"/>
                  <a:gd name="connsiteY77" fmla="*/ 6350 h 2187031"/>
                  <a:gd name="connsiteX78" fmla="*/ 2882900 w 3619500"/>
                  <a:gd name="connsiteY78" fmla="*/ 0 h 2187031"/>
                  <a:gd name="connsiteX79" fmla="*/ 3060700 w 3619500"/>
                  <a:gd name="connsiteY79" fmla="*/ 6350 h 2187031"/>
                  <a:gd name="connsiteX80" fmla="*/ 3162300 w 3619500"/>
                  <a:gd name="connsiteY80" fmla="*/ 19050 h 2187031"/>
                  <a:gd name="connsiteX81" fmla="*/ 3213100 w 3619500"/>
                  <a:gd name="connsiteY81" fmla="*/ 31750 h 2187031"/>
                  <a:gd name="connsiteX82" fmla="*/ 3238500 w 3619500"/>
                  <a:gd name="connsiteY82" fmla="*/ 38100 h 2187031"/>
                  <a:gd name="connsiteX83" fmla="*/ 3257550 w 3619500"/>
                  <a:gd name="connsiteY83" fmla="*/ 44450 h 2187031"/>
                  <a:gd name="connsiteX84" fmla="*/ 3295650 w 3619500"/>
                  <a:gd name="connsiteY84" fmla="*/ 50800 h 2187031"/>
                  <a:gd name="connsiteX85" fmla="*/ 3321050 w 3619500"/>
                  <a:gd name="connsiteY85" fmla="*/ 63500 h 2187031"/>
                  <a:gd name="connsiteX86" fmla="*/ 3371850 w 3619500"/>
                  <a:gd name="connsiteY86" fmla="*/ 76200 h 2187031"/>
                  <a:gd name="connsiteX87" fmla="*/ 3390900 w 3619500"/>
                  <a:gd name="connsiteY87" fmla="*/ 88900 h 2187031"/>
                  <a:gd name="connsiteX88" fmla="*/ 3429000 w 3619500"/>
                  <a:gd name="connsiteY88" fmla="*/ 101600 h 2187031"/>
                  <a:gd name="connsiteX89" fmla="*/ 3479800 w 3619500"/>
                  <a:gd name="connsiteY89" fmla="*/ 127000 h 2187031"/>
                  <a:gd name="connsiteX90" fmla="*/ 3530600 w 3619500"/>
                  <a:gd name="connsiteY90" fmla="*/ 139700 h 2187031"/>
                  <a:gd name="connsiteX91" fmla="*/ 3549650 w 3619500"/>
                  <a:gd name="connsiteY91" fmla="*/ 152400 h 2187031"/>
                  <a:gd name="connsiteX92" fmla="*/ 3581400 w 3619500"/>
                  <a:gd name="connsiteY92" fmla="*/ 165100 h 2187031"/>
                  <a:gd name="connsiteX93" fmla="*/ 3619500 w 3619500"/>
                  <a:gd name="connsiteY93" fmla="*/ 184150 h 2187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</a:cxnLst>
                <a:rect l="l" t="t" r="r" b="b"/>
                <a:pathLst>
                  <a:path w="3619500" h="2187031">
                    <a:moveTo>
                      <a:pt x="0" y="2171700"/>
                    </a:moveTo>
                    <a:cubicBezTo>
                      <a:pt x="193971" y="2199410"/>
                      <a:pt x="65173" y="2183353"/>
                      <a:pt x="508000" y="2171700"/>
                    </a:cubicBezTo>
                    <a:cubicBezTo>
                      <a:pt x="514691" y="2171524"/>
                      <a:pt x="520516" y="2166802"/>
                      <a:pt x="527050" y="2165350"/>
                    </a:cubicBezTo>
                    <a:cubicBezTo>
                      <a:pt x="539619" y="2162557"/>
                      <a:pt x="552710" y="2162317"/>
                      <a:pt x="565150" y="2159000"/>
                    </a:cubicBezTo>
                    <a:cubicBezTo>
                      <a:pt x="584552" y="2153826"/>
                      <a:pt x="622300" y="2139950"/>
                      <a:pt x="622300" y="2139950"/>
                    </a:cubicBezTo>
                    <a:cubicBezTo>
                      <a:pt x="630767" y="2133600"/>
                      <a:pt x="638725" y="2126509"/>
                      <a:pt x="647700" y="2120900"/>
                    </a:cubicBezTo>
                    <a:cubicBezTo>
                      <a:pt x="655727" y="2115883"/>
                      <a:pt x="665224" y="2113451"/>
                      <a:pt x="673100" y="2108200"/>
                    </a:cubicBezTo>
                    <a:cubicBezTo>
                      <a:pt x="744078" y="2060882"/>
                      <a:pt x="668871" y="2105139"/>
                      <a:pt x="730250" y="2057400"/>
                    </a:cubicBezTo>
                    <a:cubicBezTo>
                      <a:pt x="739992" y="2049823"/>
                      <a:pt x="751417" y="2044700"/>
                      <a:pt x="762000" y="2038350"/>
                    </a:cubicBezTo>
                    <a:cubicBezTo>
                      <a:pt x="764117" y="2032000"/>
                      <a:pt x="764169" y="2024527"/>
                      <a:pt x="768350" y="2019300"/>
                    </a:cubicBezTo>
                    <a:cubicBezTo>
                      <a:pt x="773118" y="2013341"/>
                      <a:pt x="781190" y="2011036"/>
                      <a:pt x="787400" y="2006600"/>
                    </a:cubicBezTo>
                    <a:cubicBezTo>
                      <a:pt x="796012" y="2000449"/>
                      <a:pt x="805964" y="1995629"/>
                      <a:pt x="812800" y="1987550"/>
                    </a:cubicBezTo>
                    <a:cubicBezTo>
                      <a:pt x="829489" y="1967826"/>
                      <a:pt x="842543" y="1945293"/>
                      <a:pt x="857250" y="1924050"/>
                    </a:cubicBezTo>
                    <a:cubicBezTo>
                      <a:pt x="861594" y="1917775"/>
                      <a:pt x="865371" y="1911105"/>
                      <a:pt x="869950" y="1905000"/>
                    </a:cubicBezTo>
                    <a:cubicBezTo>
                      <a:pt x="876300" y="1896533"/>
                      <a:pt x="883391" y="1888575"/>
                      <a:pt x="889000" y="1879600"/>
                    </a:cubicBezTo>
                    <a:cubicBezTo>
                      <a:pt x="894017" y="1871573"/>
                      <a:pt x="897103" y="1862475"/>
                      <a:pt x="901700" y="1854200"/>
                    </a:cubicBezTo>
                    <a:cubicBezTo>
                      <a:pt x="907694" y="1843411"/>
                      <a:pt x="915495" y="1833617"/>
                      <a:pt x="920750" y="1822450"/>
                    </a:cubicBezTo>
                    <a:cubicBezTo>
                      <a:pt x="932467" y="1797552"/>
                      <a:pt x="943798" y="1772355"/>
                      <a:pt x="952500" y="1746250"/>
                    </a:cubicBezTo>
                    <a:cubicBezTo>
                      <a:pt x="954617" y="1739900"/>
                      <a:pt x="955857" y="1733187"/>
                      <a:pt x="958850" y="1727200"/>
                    </a:cubicBezTo>
                    <a:cubicBezTo>
                      <a:pt x="962263" y="1720374"/>
                      <a:pt x="968137" y="1714976"/>
                      <a:pt x="971550" y="1708150"/>
                    </a:cubicBezTo>
                    <a:cubicBezTo>
                      <a:pt x="974543" y="1702163"/>
                      <a:pt x="974907" y="1695087"/>
                      <a:pt x="977900" y="1689100"/>
                    </a:cubicBezTo>
                    <a:cubicBezTo>
                      <a:pt x="1018762" y="1607377"/>
                      <a:pt x="958770" y="1744844"/>
                      <a:pt x="1003300" y="1644650"/>
                    </a:cubicBezTo>
                    <a:cubicBezTo>
                      <a:pt x="1007929" y="1634234"/>
                      <a:pt x="1012395" y="1623714"/>
                      <a:pt x="1016000" y="1612900"/>
                    </a:cubicBezTo>
                    <a:cubicBezTo>
                      <a:pt x="1028527" y="1575318"/>
                      <a:pt x="1027172" y="1565920"/>
                      <a:pt x="1041400" y="1530350"/>
                    </a:cubicBezTo>
                    <a:cubicBezTo>
                      <a:pt x="1053374" y="1500416"/>
                      <a:pt x="1070236" y="1472330"/>
                      <a:pt x="1079500" y="1441450"/>
                    </a:cubicBezTo>
                    <a:cubicBezTo>
                      <a:pt x="1085850" y="1420283"/>
                      <a:pt x="1091250" y="1398808"/>
                      <a:pt x="1098550" y="1377950"/>
                    </a:cubicBezTo>
                    <a:cubicBezTo>
                      <a:pt x="1106081" y="1356433"/>
                      <a:pt x="1113755" y="1334840"/>
                      <a:pt x="1123950" y="1314450"/>
                    </a:cubicBezTo>
                    <a:cubicBezTo>
                      <a:pt x="1128183" y="1305983"/>
                      <a:pt x="1133326" y="1297913"/>
                      <a:pt x="1136650" y="1289050"/>
                    </a:cubicBezTo>
                    <a:cubicBezTo>
                      <a:pt x="1139714" y="1280878"/>
                      <a:pt x="1138670" y="1271227"/>
                      <a:pt x="1143000" y="1263650"/>
                    </a:cubicBezTo>
                    <a:cubicBezTo>
                      <a:pt x="1147455" y="1255853"/>
                      <a:pt x="1156830" y="1251908"/>
                      <a:pt x="1162050" y="1244600"/>
                    </a:cubicBezTo>
                    <a:cubicBezTo>
                      <a:pt x="1167552" y="1236897"/>
                      <a:pt x="1170153" y="1227475"/>
                      <a:pt x="1174750" y="1219200"/>
                    </a:cubicBezTo>
                    <a:cubicBezTo>
                      <a:pt x="1180744" y="1208411"/>
                      <a:pt x="1186626" y="1197493"/>
                      <a:pt x="1193800" y="1187450"/>
                    </a:cubicBezTo>
                    <a:cubicBezTo>
                      <a:pt x="1207827" y="1167812"/>
                      <a:pt x="1223340" y="1149277"/>
                      <a:pt x="1238250" y="1130300"/>
                    </a:cubicBezTo>
                    <a:cubicBezTo>
                      <a:pt x="1246624" y="1119643"/>
                      <a:pt x="1255183" y="1109133"/>
                      <a:pt x="1263650" y="1098550"/>
                    </a:cubicBezTo>
                    <a:cubicBezTo>
                      <a:pt x="1272117" y="1087967"/>
                      <a:pt x="1282989" y="1078922"/>
                      <a:pt x="1289050" y="1066800"/>
                    </a:cubicBezTo>
                    <a:cubicBezTo>
                      <a:pt x="1310143" y="1024613"/>
                      <a:pt x="1312924" y="1013802"/>
                      <a:pt x="1339850" y="977900"/>
                    </a:cubicBezTo>
                    <a:cubicBezTo>
                      <a:pt x="1346200" y="969433"/>
                      <a:pt x="1351781" y="960331"/>
                      <a:pt x="1358900" y="952500"/>
                    </a:cubicBezTo>
                    <a:cubicBezTo>
                      <a:pt x="1372995" y="936995"/>
                      <a:pt x="1392244" y="925819"/>
                      <a:pt x="1403350" y="908050"/>
                    </a:cubicBezTo>
                    <a:cubicBezTo>
                      <a:pt x="1413933" y="891117"/>
                      <a:pt x="1422316" y="872590"/>
                      <a:pt x="1435100" y="857250"/>
                    </a:cubicBezTo>
                    <a:cubicBezTo>
                      <a:pt x="1443777" y="846838"/>
                      <a:pt x="1457783" y="841924"/>
                      <a:pt x="1466850" y="831850"/>
                    </a:cubicBezTo>
                    <a:cubicBezTo>
                      <a:pt x="1477061" y="820505"/>
                      <a:pt x="1482253" y="805284"/>
                      <a:pt x="1492250" y="793750"/>
                    </a:cubicBezTo>
                    <a:cubicBezTo>
                      <a:pt x="1509894" y="773391"/>
                      <a:pt x="1532860" y="757866"/>
                      <a:pt x="1549400" y="736600"/>
                    </a:cubicBezTo>
                    <a:cubicBezTo>
                      <a:pt x="1564217" y="717550"/>
                      <a:pt x="1573770" y="692837"/>
                      <a:pt x="1593850" y="679450"/>
                    </a:cubicBezTo>
                    <a:cubicBezTo>
                      <a:pt x="1621706" y="660879"/>
                      <a:pt x="1606795" y="671329"/>
                      <a:pt x="1638300" y="647700"/>
                    </a:cubicBezTo>
                    <a:cubicBezTo>
                      <a:pt x="1640417" y="641350"/>
                      <a:pt x="1639917" y="633383"/>
                      <a:pt x="1644650" y="628650"/>
                    </a:cubicBezTo>
                    <a:cubicBezTo>
                      <a:pt x="1651343" y="621957"/>
                      <a:pt x="1661831" y="620646"/>
                      <a:pt x="1670050" y="615950"/>
                    </a:cubicBezTo>
                    <a:cubicBezTo>
                      <a:pt x="1679812" y="610372"/>
                      <a:pt x="1708086" y="589812"/>
                      <a:pt x="1714500" y="584200"/>
                    </a:cubicBezTo>
                    <a:cubicBezTo>
                      <a:pt x="1723511" y="576315"/>
                      <a:pt x="1730157" y="565760"/>
                      <a:pt x="1739900" y="558800"/>
                    </a:cubicBezTo>
                    <a:cubicBezTo>
                      <a:pt x="1745347" y="554909"/>
                      <a:pt x="1752963" y="555443"/>
                      <a:pt x="1758950" y="552450"/>
                    </a:cubicBezTo>
                    <a:cubicBezTo>
                      <a:pt x="1769989" y="546930"/>
                      <a:pt x="1780287" y="540026"/>
                      <a:pt x="1790700" y="533400"/>
                    </a:cubicBezTo>
                    <a:cubicBezTo>
                      <a:pt x="1803577" y="525205"/>
                      <a:pt x="1816589" y="517158"/>
                      <a:pt x="1828800" y="508000"/>
                    </a:cubicBezTo>
                    <a:cubicBezTo>
                      <a:pt x="1831691" y="505832"/>
                      <a:pt x="1866028" y="479345"/>
                      <a:pt x="1873250" y="476250"/>
                    </a:cubicBezTo>
                    <a:cubicBezTo>
                      <a:pt x="1881272" y="472812"/>
                      <a:pt x="1890183" y="472017"/>
                      <a:pt x="1898650" y="469900"/>
                    </a:cubicBezTo>
                    <a:cubicBezTo>
                      <a:pt x="1909233" y="463550"/>
                      <a:pt x="1919361" y="456370"/>
                      <a:pt x="1930400" y="450850"/>
                    </a:cubicBezTo>
                    <a:cubicBezTo>
                      <a:pt x="1936387" y="447857"/>
                      <a:pt x="1943463" y="447493"/>
                      <a:pt x="1949450" y="444500"/>
                    </a:cubicBezTo>
                    <a:cubicBezTo>
                      <a:pt x="1986296" y="426077"/>
                      <a:pt x="1949370" y="435799"/>
                      <a:pt x="1993900" y="419100"/>
                    </a:cubicBezTo>
                    <a:cubicBezTo>
                      <a:pt x="2002072" y="416036"/>
                      <a:pt x="2010909" y="415148"/>
                      <a:pt x="2019300" y="412750"/>
                    </a:cubicBezTo>
                    <a:cubicBezTo>
                      <a:pt x="2031204" y="409349"/>
                      <a:pt x="2062719" y="397726"/>
                      <a:pt x="2070100" y="393700"/>
                    </a:cubicBezTo>
                    <a:cubicBezTo>
                      <a:pt x="2083500" y="386391"/>
                      <a:pt x="2093392" y="372002"/>
                      <a:pt x="2108200" y="368300"/>
                    </a:cubicBezTo>
                    <a:cubicBezTo>
                      <a:pt x="2116667" y="366183"/>
                      <a:pt x="2125428" y="365014"/>
                      <a:pt x="2133600" y="361950"/>
                    </a:cubicBezTo>
                    <a:cubicBezTo>
                      <a:pt x="2178130" y="345251"/>
                      <a:pt x="2141204" y="354973"/>
                      <a:pt x="2178050" y="336550"/>
                    </a:cubicBezTo>
                    <a:cubicBezTo>
                      <a:pt x="2184037" y="333557"/>
                      <a:pt x="2191113" y="333193"/>
                      <a:pt x="2197100" y="330200"/>
                    </a:cubicBezTo>
                    <a:cubicBezTo>
                      <a:pt x="2208139" y="324680"/>
                      <a:pt x="2218015" y="317060"/>
                      <a:pt x="2228850" y="311150"/>
                    </a:cubicBezTo>
                    <a:cubicBezTo>
                      <a:pt x="2241315" y="304351"/>
                      <a:pt x="2255467" y="300451"/>
                      <a:pt x="2266950" y="292100"/>
                    </a:cubicBezTo>
                    <a:cubicBezTo>
                      <a:pt x="2279054" y="283297"/>
                      <a:pt x="2287013" y="269700"/>
                      <a:pt x="2298700" y="260350"/>
                    </a:cubicBezTo>
                    <a:cubicBezTo>
                      <a:pt x="2323190" y="240758"/>
                      <a:pt x="2345345" y="239105"/>
                      <a:pt x="2368550" y="215900"/>
                    </a:cubicBezTo>
                    <a:cubicBezTo>
                      <a:pt x="2374900" y="209550"/>
                      <a:pt x="2380292" y="202070"/>
                      <a:pt x="2387600" y="196850"/>
                    </a:cubicBezTo>
                    <a:cubicBezTo>
                      <a:pt x="2395303" y="191348"/>
                      <a:pt x="2405297" y="189652"/>
                      <a:pt x="2413000" y="184150"/>
                    </a:cubicBezTo>
                    <a:cubicBezTo>
                      <a:pt x="2454620" y="154421"/>
                      <a:pt x="2410235" y="172372"/>
                      <a:pt x="2451100" y="158750"/>
                    </a:cubicBezTo>
                    <a:lnTo>
                      <a:pt x="2508250" y="114300"/>
                    </a:lnTo>
                    <a:cubicBezTo>
                      <a:pt x="2516639" y="107847"/>
                      <a:pt x="2524184" y="99983"/>
                      <a:pt x="2533650" y="95250"/>
                    </a:cubicBezTo>
                    <a:cubicBezTo>
                      <a:pt x="2542117" y="91017"/>
                      <a:pt x="2550933" y="87420"/>
                      <a:pt x="2559050" y="82550"/>
                    </a:cubicBezTo>
                    <a:cubicBezTo>
                      <a:pt x="2572138" y="74697"/>
                      <a:pt x="2583061" y="63021"/>
                      <a:pt x="2597150" y="57150"/>
                    </a:cubicBezTo>
                    <a:cubicBezTo>
                      <a:pt x="2609035" y="52198"/>
                      <a:pt x="2622550" y="52917"/>
                      <a:pt x="2635250" y="50800"/>
                    </a:cubicBezTo>
                    <a:cubicBezTo>
                      <a:pt x="2643717" y="46567"/>
                      <a:pt x="2651670" y="41093"/>
                      <a:pt x="2660650" y="38100"/>
                    </a:cubicBezTo>
                    <a:cubicBezTo>
                      <a:pt x="2670889" y="34687"/>
                      <a:pt x="2681929" y="34368"/>
                      <a:pt x="2692400" y="31750"/>
                    </a:cubicBezTo>
                    <a:cubicBezTo>
                      <a:pt x="2751974" y="16857"/>
                      <a:pt x="2640825" y="33247"/>
                      <a:pt x="2768600" y="19050"/>
                    </a:cubicBezTo>
                    <a:cubicBezTo>
                      <a:pt x="2811510" y="4747"/>
                      <a:pt x="2769296" y="17264"/>
                      <a:pt x="2851150" y="6350"/>
                    </a:cubicBezTo>
                    <a:cubicBezTo>
                      <a:pt x="2861848" y="4924"/>
                      <a:pt x="2872317" y="2117"/>
                      <a:pt x="2882900" y="0"/>
                    </a:cubicBezTo>
                    <a:cubicBezTo>
                      <a:pt x="2942167" y="2117"/>
                      <a:pt x="3001533" y="2316"/>
                      <a:pt x="3060700" y="6350"/>
                    </a:cubicBezTo>
                    <a:cubicBezTo>
                      <a:pt x="3094751" y="8672"/>
                      <a:pt x="3162300" y="19050"/>
                      <a:pt x="3162300" y="19050"/>
                    </a:cubicBezTo>
                    <a:cubicBezTo>
                      <a:pt x="3196341" y="30397"/>
                      <a:pt x="3167124" y="21533"/>
                      <a:pt x="3213100" y="31750"/>
                    </a:cubicBezTo>
                    <a:cubicBezTo>
                      <a:pt x="3221619" y="33643"/>
                      <a:pt x="3230109" y="35702"/>
                      <a:pt x="3238500" y="38100"/>
                    </a:cubicBezTo>
                    <a:cubicBezTo>
                      <a:pt x="3244936" y="39939"/>
                      <a:pt x="3251016" y="42998"/>
                      <a:pt x="3257550" y="44450"/>
                    </a:cubicBezTo>
                    <a:cubicBezTo>
                      <a:pt x="3270119" y="47243"/>
                      <a:pt x="3282950" y="48683"/>
                      <a:pt x="3295650" y="50800"/>
                    </a:cubicBezTo>
                    <a:cubicBezTo>
                      <a:pt x="3304117" y="55033"/>
                      <a:pt x="3312070" y="60507"/>
                      <a:pt x="3321050" y="63500"/>
                    </a:cubicBezTo>
                    <a:cubicBezTo>
                      <a:pt x="3342787" y="70746"/>
                      <a:pt x="3352841" y="66696"/>
                      <a:pt x="3371850" y="76200"/>
                    </a:cubicBezTo>
                    <a:cubicBezTo>
                      <a:pt x="3378676" y="79613"/>
                      <a:pt x="3383926" y="85800"/>
                      <a:pt x="3390900" y="88900"/>
                    </a:cubicBezTo>
                    <a:cubicBezTo>
                      <a:pt x="3403133" y="94337"/>
                      <a:pt x="3416695" y="96327"/>
                      <a:pt x="3429000" y="101600"/>
                    </a:cubicBezTo>
                    <a:cubicBezTo>
                      <a:pt x="3446401" y="109058"/>
                      <a:pt x="3461236" y="123287"/>
                      <a:pt x="3479800" y="127000"/>
                    </a:cubicBezTo>
                    <a:cubicBezTo>
                      <a:pt x="3491876" y="129415"/>
                      <a:pt x="3517583" y="133191"/>
                      <a:pt x="3530600" y="139700"/>
                    </a:cubicBezTo>
                    <a:cubicBezTo>
                      <a:pt x="3537426" y="143113"/>
                      <a:pt x="3542824" y="148987"/>
                      <a:pt x="3549650" y="152400"/>
                    </a:cubicBezTo>
                    <a:cubicBezTo>
                      <a:pt x="3559845" y="157498"/>
                      <a:pt x="3570984" y="160471"/>
                      <a:pt x="3581400" y="165100"/>
                    </a:cubicBezTo>
                    <a:cubicBezTo>
                      <a:pt x="3594375" y="170867"/>
                      <a:pt x="3606800" y="177800"/>
                      <a:pt x="3619500" y="184150"/>
                    </a:cubicBezTo>
                  </a:path>
                </a:pathLst>
              </a:cu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70" name="Straight Connector 1069">
                <a:extLst>
                  <a:ext uri="{FF2B5EF4-FFF2-40B4-BE49-F238E27FC236}">
                    <a16:creationId xmlns:a16="http://schemas.microsoft.com/office/drawing/2014/main" id="{B4CE6463-F0D1-8459-6BEF-ED3231624477}"/>
                  </a:ext>
                </a:extLst>
              </p:cNvPr>
              <p:cNvCxnSpPr>
                <a:stCxn id="1068" idx="33"/>
                <a:endCxn id="1069" idx="54"/>
              </p:cNvCxnSpPr>
              <p:nvPr/>
            </p:nvCxnSpPr>
            <p:spPr>
              <a:xfrm>
                <a:off x="8449056" y="2496312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1" name="Straight Connector 1070">
                <a:extLst>
                  <a:ext uri="{FF2B5EF4-FFF2-40B4-BE49-F238E27FC236}">
                    <a16:creationId xmlns:a16="http://schemas.microsoft.com/office/drawing/2014/main" id="{8DF96A0D-57F1-5153-AC45-7DB948F890EF}"/>
                  </a:ext>
                </a:extLst>
              </p:cNvPr>
              <p:cNvCxnSpPr>
                <a:cxnSpLocks/>
                <a:endCxn id="1069" idx="56"/>
              </p:cNvCxnSpPr>
              <p:nvPr/>
            </p:nvCxnSpPr>
            <p:spPr>
              <a:xfrm>
                <a:off x="8521145" y="2439924"/>
                <a:ext cx="555" cy="81026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Connector 1071">
                <a:extLst>
                  <a:ext uri="{FF2B5EF4-FFF2-40B4-BE49-F238E27FC236}">
                    <a16:creationId xmlns:a16="http://schemas.microsoft.com/office/drawing/2014/main" id="{927AECAC-48CA-F02A-6473-F2615760C6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90995" y="2394183"/>
                <a:ext cx="0" cy="86254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3" name="Straight Connector 1072">
                <a:extLst>
                  <a:ext uri="{FF2B5EF4-FFF2-40B4-BE49-F238E27FC236}">
                    <a16:creationId xmlns:a16="http://schemas.microsoft.com/office/drawing/2014/main" id="{C8242574-88BD-D254-FB96-E67208EF57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7259" y="2365144"/>
                <a:ext cx="730" cy="72166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4" name="Straight Connector 1073">
                <a:extLst>
                  <a:ext uri="{FF2B5EF4-FFF2-40B4-BE49-F238E27FC236}">
                    <a16:creationId xmlns:a16="http://schemas.microsoft.com/office/drawing/2014/main" id="{9129C81E-1626-2BFC-A992-0CE05A398F73}"/>
                  </a:ext>
                </a:extLst>
              </p:cNvPr>
              <p:cNvCxnSpPr>
                <a:cxnSpLocks/>
                <a:stCxn id="1068" idx="38"/>
                <a:endCxn id="1069" idx="62"/>
              </p:cNvCxnSpPr>
              <p:nvPr/>
            </p:nvCxnSpPr>
            <p:spPr>
              <a:xfrm>
                <a:off x="8723376" y="2322576"/>
                <a:ext cx="7874" cy="96774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5" name="Straight Connector 1074">
                <a:extLst>
                  <a:ext uri="{FF2B5EF4-FFF2-40B4-BE49-F238E27FC236}">
                    <a16:creationId xmlns:a16="http://schemas.microsoft.com/office/drawing/2014/main" id="{B9D8FBDE-AD6F-F5E6-6BAB-837D01D8AF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8546" y="2308756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6" name="Straight Connector 1075">
                <a:extLst>
                  <a:ext uri="{FF2B5EF4-FFF2-40B4-BE49-F238E27FC236}">
                    <a16:creationId xmlns:a16="http://schemas.microsoft.com/office/drawing/2014/main" id="{D479E8B1-2BF5-DE81-3EC6-AD7121A2A6C6}"/>
                  </a:ext>
                </a:extLst>
              </p:cNvPr>
              <p:cNvCxnSpPr/>
              <p:nvPr/>
            </p:nvCxnSpPr>
            <p:spPr>
              <a:xfrm>
                <a:off x="8862711" y="2280562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7" name="Straight Connector 1076">
                <a:extLst>
                  <a:ext uri="{FF2B5EF4-FFF2-40B4-BE49-F238E27FC236}">
                    <a16:creationId xmlns:a16="http://schemas.microsoft.com/office/drawing/2014/main" id="{18588A8D-1C13-A9C2-47E4-74BE4688F4AC}"/>
                  </a:ext>
                </a:extLst>
              </p:cNvPr>
              <p:cNvCxnSpPr/>
              <p:nvPr/>
            </p:nvCxnSpPr>
            <p:spPr>
              <a:xfrm>
                <a:off x="9111044" y="2154488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8" name="Straight Connector 1077">
                <a:extLst>
                  <a:ext uri="{FF2B5EF4-FFF2-40B4-BE49-F238E27FC236}">
                    <a16:creationId xmlns:a16="http://schemas.microsoft.com/office/drawing/2014/main" id="{71606A85-7032-E797-328E-CE619BB3460A}"/>
                  </a:ext>
                </a:extLst>
              </p:cNvPr>
              <p:cNvCxnSpPr/>
              <p:nvPr/>
            </p:nvCxnSpPr>
            <p:spPr>
              <a:xfrm>
                <a:off x="9200844" y="2136165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9" name="Straight Connector 1078">
                <a:extLst>
                  <a:ext uri="{FF2B5EF4-FFF2-40B4-BE49-F238E27FC236}">
                    <a16:creationId xmlns:a16="http://schemas.microsoft.com/office/drawing/2014/main" id="{12D25E9C-4AD8-7CF2-BC0C-8D931F451F5C}"/>
                  </a:ext>
                </a:extLst>
              </p:cNvPr>
              <p:cNvCxnSpPr/>
              <p:nvPr/>
            </p:nvCxnSpPr>
            <p:spPr>
              <a:xfrm>
                <a:off x="9290644" y="2126294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0" name="Straight Connector 1079">
                <a:extLst>
                  <a:ext uri="{FF2B5EF4-FFF2-40B4-BE49-F238E27FC236}">
                    <a16:creationId xmlns:a16="http://schemas.microsoft.com/office/drawing/2014/main" id="{7D2DBFCC-78FA-D85B-0965-D7471E514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2933" y="2107971"/>
                <a:ext cx="0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1" name="Straight Connector 1080">
                <a:extLst>
                  <a:ext uri="{FF2B5EF4-FFF2-40B4-BE49-F238E27FC236}">
                    <a16:creationId xmlns:a16="http://schemas.microsoft.com/office/drawing/2014/main" id="{8E34AC48-A5F7-E064-0142-72968C612B88}"/>
                  </a:ext>
                </a:extLst>
              </p:cNvPr>
              <p:cNvCxnSpPr/>
              <p:nvPr/>
            </p:nvCxnSpPr>
            <p:spPr>
              <a:xfrm>
                <a:off x="9494353" y="2107971"/>
                <a:ext cx="2794" cy="56388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2" name="Straight Connector 1081">
                <a:extLst>
                  <a:ext uri="{FF2B5EF4-FFF2-40B4-BE49-F238E27FC236}">
                    <a16:creationId xmlns:a16="http://schemas.microsoft.com/office/drawing/2014/main" id="{F67FD5FD-3B38-9BFD-6653-FE628311AB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92811" y="2107971"/>
                <a:ext cx="0" cy="39599"/>
              </a:xfrm>
              <a:prstGeom prst="line">
                <a:avLst/>
              </a:prstGeom>
              <a:ln w="9525">
                <a:solidFill>
                  <a:srgbClr val="FF0000"/>
                </a:solidFill>
                <a:headEnd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0944F876-2E05-38F2-5DFB-ED54D03DF686}"/>
                  </a:ext>
                </a:extLst>
              </p:cNvPr>
              <p:cNvSpPr txBox="1"/>
              <p:nvPr/>
            </p:nvSpPr>
            <p:spPr>
              <a:xfrm>
                <a:off x="6395706" y="1661160"/>
                <a:ext cx="1910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accent3"/>
                    </a:solidFill>
                  </a:rPr>
                  <a:t>T</a:t>
                </a:r>
              </a:p>
            </p:txBody>
          </p:sp>
          <p:sp>
            <p:nvSpPr>
              <p:cNvPr id="1084" name="TextBox 1083">
                <a:extLst>
                  <a:ext uri="{FF2B5EF4-FFF2-40B4-BE49-F238E27FC236}">
                    <a16:creationId xmlns:a16="http://schemas.microsoft.com/office/drawing/2014/main" id="{8B397F65-9FAA-FE7C-527C-3FF3F1D3D2E2}"/>
                  </a:ext>
                </a:extLst>
              </p:cNvPr>
              <p:cNvSpPr txBox="1"/>
              <p:nvPr/>
            </p:nvSpPr>
            <p:spPr>
              <a:xfrm>
                <a:off x="11050951" y="4211366"/>
                <a:ext cx="1910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accent3"/>
                    </a:solidFill>
                  </a:rPr>
                  <a:t>A</a:t>
                </a:r>
              </a:p>
            </p:txBody>
          </p:sp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19730942-0CA2-3FB7-47A6-08066D6EC8F5}"/>
                  </a:ext>
                </a:extLst>
              </p:cNvPr>
              <p:cNvSpPr txBox="1"/>
              <p:nvPr/>
            </p:nvSpPr>
            <p:spPr>
              <a:xfrm>
                <a:off x="6501811" y="4060665"/>
                <a:ext cx="21589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chemeClr val="accent3"/>
                    </a:solidFill>
                  </a:rPr>
                  <a:t>0</a:t>
                </a:r>
              </a:p>
            </p:txBody>
          </p:sp>
          <p:sp>
            <p:nvSpPr>
              <p:cNvPr id="1086" name="TextBox 1085">
                <a:extLst>
                  <a:ext uri="{FF2B5EF4-FFF2-40B4-BE49-F238E27FC236}">
                    <a16:creationId xmlns:a16="http://schemas.microsoft.com/office/drawing/2014/main" id="{20D14E82-07DA-980E-E153-97ACC12E76CA}"/>
                  </a:ext>
                </a:extLst>
              </p:cNvPr>
              <p:cNvSpPr txBox="1"/>
              <p:nvPr/>
            </p:nvSpPr>
            <p:spPr>
              <a:xfrm>
                <a:off x="8945435" y="3459556"/>
                <a:ext cx="1743453" cy="5779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accent3"/>
                    </a:solidFill>
                  </a:rPr>
                  <a:t>Retrofit on Current Solution</a:t>
                </a:r>
              </a:p>
            </p:txBody>
          </p:sp>
        </p:grp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9CF153C6-C322-95F4-43FF-45810257A99A}"/>
                </a:ext>
              </a:extLst>
            </p:cNvPr>
            <p:cNvSpPr txBox="1"/>
            <p:nvPr/>
          </p:nvSpPr>
          <p:spPr>
            <a:xfrm>
              <a:off x="7401762" y="4616635"/>
              <a:ext cx="571463" cy="610152"/>
            </a:xfrm>
            <a:prstGeom prst="rect">
              <a:avLst/>
            </a:prstGeom>
            <a:noFill/>
            <a:ln>
              <a:solidFill>
                <a:srgbClr val="00C1B6"/>
              </a:solidFill>
              <a:prstDash val="sysDash"/>
            </a:ln>
          </p:spPr>
          <p:txBody>
            <a:bodyPr wrap="square" lIns="0" tIns="0" rIns="0" bIns="0" rtlCol="0">
              <a:spAutoFit/>
            </a:bodyPr>
            <a:lstStyle/>
            <a:p>
              <a:pPr algn="l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0AA27585-3E0A-4703-07EE-102778395AE0}"/>
                </a:ext>
              </a:extLst>
            </p:cNvPr>
            <p:cNvSpPr txBox="1"/>
            <p:nvPr/>
          </p:nvSpPr>
          <p:spPr>
            <a:xfrm>
              <a:off x="8379625" y="4945611"/>
              <a:ext cx="395417" cy="610152"/>
            </a:xfrm>
            <a:prstGeom prst="rect">
              <a:avLst/>
            </a:prstGeom>
            <a:noFill/>
            <a:ln>
              <a:solidFill>
                <a:srgbClr val="00C1B6"/>
              </a:solidFill>
              <a:prstDash val="sysDash"/>
            </a:ln>
          </p:spPr>
          <p:txBody>
            <a:bodyPr wrap="square" lIns="0" tIns="0" rIns="0" bIns="0" rtlCol="0">
              <a:spAutoFit/>
            </a:bodyPr>
            <a:lstStyle/>
            <a:p>
              <a:pPr algn="l"/>
              <a:endParaRPr 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E485AC36-6A4F-2500-9680-9D2BCA80CD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25303" y="5134873"/>
              <a:ext cx="462015" cy="618384"/>
            </a:xfrm>
            <a:prstGeom prst="line">
              <a:avLst/>
            </a:prstGeom>
            <a:ln w="9525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14839982-4F4C-2099-836A-BB88948A13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95007" y="4210647"/>
              <a:ext cx="615852" cy="1402846"/>
            </a:xfrm>
            <a:prstGeom prst="line">
              <a:avLst/>
            </a:prstGeom>
            <a:ln w="9525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C7C01FBD-9362-41E2-7E3A-CADBAA56E7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3160" y="3787227"/>
              <a:ext cx="975287" cy="1067672"/>
            </a:xfrm>
            <a:prstGeom prst="line">
              <a:avLst/>
            </a:prstGeom>
            <a:ln w="9525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1E73A5FD-5115-2A51-B29D-EA4980AED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0563" y="3450123"/>
              <a:ext cx="1798677" cy="505190"/>
            </a:xfrm>
            <a:prstGeom prst="line">
              <a:avLst/>
            </a:prstGeom>
            <a:ln w="9525">
              <a:solidFill>
                <a:schemeClr val="accent1"/>
              </a:solidFill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2" name="Arrow: Right 1101">
            <a:extLst>
              <a:ext uri="{FF2B5EF4-FFF2-40B4-BE49-F238E27FC236}">
                <a16:creationId xmlns:a16="http://schemas.microsoft.com/office/drawing/2014/main" id="{56C20F6C-2566-DBA5-F473-51B7C4CA80DC}"/>
              </a:ext>
            </a:extLst>
          </p:cNvPr>
          <p:cNvSpPr/>
          <p:nvPr/>
        </p:nvSpPr>
        <p:spPr>
          <a:xfrm>
            <a:off x="5810250" y="4175018"/>
            <a:ext cx="668124" cy="44767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1104" name="Picture 1103">
            <a:extLst>
              <a:ext uri="{FF2B5EF4-FFF2-40B4-BE49-F238E27FC236}">
                <a16:creationId xmlns:a16="http://schemas.microsoft.com/office/drawing/2014/main" id="{96FA61F5-615D-5E35-4F4E-37944919B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275" y="4287054"/>
            <a:ext cx="2324301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8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D6EB-2D9A-F1DB-3EF6-FD61DF68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New method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B584-8913-F2EE-945A-EA2402657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6255E-B565-4E6B-E024-A911EF358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5382C-F517-DF5F-3EEF-CFC5B0BBC17D}"/>
              </a:ext>
            </a:extLst>
          </p:cNvPr>
          <p:cNvSpPr txBox="1"/>
          <p:nvPr/>
        </p:nvSpPr>
        <p:spPr>
          <a:xfrm>
            <a:off x="690664" y="1054800"/>
            <a:ext cx="9404882" cy="11387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整体</a:t>
            </a:r>
            <a:r>
              <a:rPr lang="en-US" altLang="zh-CN" dirty="0">
                <a:solidFill>
                  <a:schemeClr val="tx1"/>
                </a:solidFill>
              </a:rPr>
              <a:t>T-A</a:t>
            </a:r>
            <a:r>
              <a:rPr lang="zh-CN" altLang="en-US" dirty="0">
                <a:solidFill>
                  <a:schemeClr val="tx1"/>
                </a:solidFill>
              </a:rPr>
              <a:t>曲线（或更多窗口相结合）相似度比较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举例：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522900" lvl="1" indent="-342900" algn="l"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整体曲线比较</a:t>
            </a:r>
            <a:r>
              <a:rPr lang="en-US" altLang="zh-CN" sz="1400" dirty="0">
                <a:solidFill>
                  <a:schemeClr val="tx1"/>
                </a:solidFill>
              </a:rPr>
              <a:t>(</a:t>
            </a:r>
            <a:r>
              <a:rPr lang="zh-CN" altLang="en-US" sz="1400" dirty="0">
                <a:solidFill>
                  <a:schemeClr val="tx1"/>
                </a:solidFill>
              </a:rPr>
              <a:t>进行寻丝结束至拧紧结束的整体曲线相似度比较</a:t>
            </a:r>
            <a:r>
              <a:rPr lang="en-US" altLang="zh-CN" sz="1400" dirty="0">
                <a:solidFill>
                  <a:schemeClr val="tx1"/>
                </a:solidFill>
              </a:rPr>
              <a:t>)</a:t>
            </a:r>
          </a:p>
          <a:p>
            <a:pPr marL="522900" lvl="1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多窗口：根据线性区，停止区划分。提前预知失效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522900" lvl="1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区间内</a:t>
            </a:r>
            <a:r>
              <a:rPr lang="en-US" altLang="zh-CN" sz="1400" dirty="0">
                <a:solidFill>
                  <a:schemeClr val="tx1"/>
                </a:solidFill>
              </a:rPr>
              <a:t>SPC</a:t>
            </a:r>
            <a:r>
              <a:rPr lang="zh-CN" altLang="en-US" sz="1400" dirty="0">
                <a:solidFill>
                  <a:schemeClr val="tx1"/>
                </a:solidFill>
              </a:rPr>
              <a:t>监控转换为曲线相似度的阈值监控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324BBC1-783C-C26D-FF0F-7BD6A290F2DA}"/>
              </a:ext>
            </a:extLst>
          </p:cNvPr>
          <p:cNvGrpSpPr/>
          <p:nvPr/>
        </p:nvGrpSpPr>
        <p:grpSpPr>
          <a:xfrm>
            <a:off x="690664" y="2545236"/>
            <a:ext cx="5405336" cy="3465351"/>
            <a:chOff x="2486599" y="2315682"/>
            <a:chExt cx="6747462" cy="39951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F112745-01E4-62EA-F4A7-67E72F3CDAB7}"/>
                </a:ext>
              </a:extLst>
            </p:cNvPr>
            <p:cNvGrpSpPr/>
            <p:nvPr/>
          </p:nvGrpSpPr>
          <p:grpSpPr>
            <a:xfrm>
              <a:off x="2486599" y="2315682"/>
              <a:ext cx="6747462" cy="3995118"/>
              <a:chOff x="6096000" y="1352145"/>
              <a:chExt cx="5267325" cy="3393591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E852EFA-5685-6778-3F60-0428369581CC}"/>
                  </a:ext>
                </a:extLst>
              </p:cNvPr>
              <p:cNvSpPr/>
              <p:nvPr/>
            </p:nvSpPr>
            <p:spPr>
              <a:xfrm>
                <a:off x="6096000" y="1352145"/>
                <a:ext cx="5267325" cy="339359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algn="l"/>
                <a:endParaRPr lang="en-US" dirty="0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63234E38-2B60-2015-6BCA-0F86AE4B7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3952" y="4507992"/>
                <a:ext cx="4717923" cy="0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7C50314-47DA-AD7F-1082-083A197011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11112" y="1600200"/>
                <a:ext cx="0" cy="3035808"/>
              </a:xfrm>
              <a:prstGeom prst="straightConnector1">
                <a:avLst/>
              </a:prstGeom>
              <a:ln w="9525">
                <a:solidFill>
                  <a:schemeClr val="accent1"/>
                </a:solidFill>
                <a:headEnd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FEFAADF-296C-EF03-E412-8765CEEB8227}"/>
                  </a:ext>
                </a:extLst>
              </p:cNvPr>
              <p:cNvSpPr/>
              <p:nvPr/>
            </p:nvSpPr>
            <p:spPr>
              <a:xfrm>
                <a:off x="6601968" y="2075094"/>
                <a:ext cx="4050792" cy="2113586"/>
              </a:xfrm>
              <a:custGeom>
                <a:avLst/>
                <a:gdLst>
                  <a:gd name="connsiteX0" fmla="*/ 0 w 4050792"/>
                  <a:gd name="connsiteY0" fmla="*/ 2094570 h 2113586"/>
                  <a:gd name="connsiteX1" fmla="*/ 859536 w 4050792"/>
                  <a:gd name="connsiteY1" fmla="*/ 1893402 h 2113586"/>
                  <a:gd name="connsiteX2" fmla="*/ 1737360 w 4050792"/>
                  <a:gd name="connsiteY2" fmla="*/ 530946 h 2113586"/>
                  <a:gd name="connsiteX3" fmla="*/ 2962656 w 4050792"/>
                  <a:gd name="connsiteY3" fmla="*/ 55458 h 2113586"/>
                  <a:gd name="connsiteX4" fmla="*/ 4041648 w 4050792"/>
                  <a:gd name="connsiteY4" fmla="*/ 9738 h 2113586"/>
                  <a:gd name="connsiteX5" fmla="*/ 4041648 w 4050792"/>
                  <a:gd name="connsiteY5" fmla="*/ 9738 h 2113586"/>
                  <a:gd name="connsiteX6" fmla="*/ 4050792 w 4050792"/>
                  <a:gd name="connsiteY6" fmla="*/ 777834 h 211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50792" h="2113586">
                    <a:moveTo>
                      <a:pt x="0" y="2094570"/>
                    </a:moveTo>
                    <a:cubicBezTo>
                      <a:pt x="284988" y="2124288"/>
                      <a:pt x="569976" y="2154006"/>
                      <a:pt x="859536" y="1893402"/>
                    </a:cubicBezTo>
                    <a:cubicBezTo>
                      <a:pt x="1149096" y="1632798"/>
                      <a:pt x="1386840" y="837270"/>
                      <a:pt x="1737360" y="530946"/>
                    </a:cubicBezTo>
                    <a:cubicBezTo>
                      <a:pt x="2087880" y="224622"/>
                      <a:pt x="2578608" y="142326"/>
                      <a:pt x="2962656" y="55458"/>
                    </a:cubicBezTo>
                    <a:cubicBezTo>
                      <a:pt x="3346704" y="-31410"/>
                      <a:pt x="4041648" y="9738"/>
                      <a:pt x="4041648" y="9738"/>
                    </a:cubicBezTo>
                    <a:lnTo>
                      <a:pt x="4041648" y="9738"/>
                    </a:lnTo>
                    <a:lnTo>
                      <a:pt x="4050792" y="777834"/>
                    </a:lnTo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2311B45-BFC1-E0CB-F395-0FA2EBDE5631}"/>
                  </a:ext>
                </a:extLst>
              </p:cNvPr>
              <p:cNvSpPr/>
              <p:nvPr/>
            </p:nvSpPr>
            <p:spPr>
              <a:xfrm>
                <a:off x="6547104" y="2147570"/>
                <a:ext cx="4288536" cy="2131822"/>
              </a:xfrm>
              <a:custGeom>
                <a:avLst/>
                <a:gdLst>
                  <a:gd name="connsiteX0" fmla="*/ 0 w 4288536"/>
                  <a:gd name="connsiteY0" fmla="*/ 2131822 h 2131822"/>
                  <a:gd name="connsiteX1" fmla="*/ 347472 w 4288536"/>
                  <a:gd name="connsiteY1" fmla="*/ 2122678 h 2131822"/>
                  <a:gd name="connsiteX2" fmla="*/ 411480 w 4288536"/>
                  <a:gd name="connsiteY2" fmla="*/ 2104390 h 2131822"/>
                  <a:gd name="connsiteX3" fmla="*/ 466344 w 4288536"/>
                  <a:gd name="connsiteY3" fmla="*/ 2067814 h 2131822"/>
                  <a:gd name="connsiteX4" fmla="*/ 493776 w 4288536"/>
                  <a:gd name="connsiteY4" fmla="*/ 2058670 h 2131822"/>
                  <a:gd name="connsiteX5" fmla="*/ 548640 w 4288536"/>
                  <a:gd name="connsiteY5" fmla="*/ 2022094 h 2131822"/>
                  <a:gd name="connsiteX6" fmla="*/ 649224 w 4288536"/>
                  <a:gd name="connsiteY6" fmla="*/ 1967230 h 2131822"/>
                  <a:gd name="connsiteX7" fmla="*/ 731520 w 4288536"/>
                  <a:gd name="connsiteY7" fmla="*/ 1884934 h 2131822"/>
                  <a:gd name="connsiteX8" fmla="*/ 758952 w 4288536"/>
                  <a:gd name="connsiteY8" fmla="*/ 1857502 h 2131822"/>
                  <a:gd name="connsiteX9" fmla="*/ 822960 w 4288536"/>
                  <a:gd name="connsiteY9" fmla="*/ 1784350 h 2131822"/>
                  <a:gd name="connsiteX10" fmla="*/ 896112 w 4288536"/>
                  <a:gd name="connsiteY10" fmla="*/ 1692910 h 2131822"/>
                  <a:gd name="connsiteX11" fmla="*/ 987552 w 4288536"/>
                  <a:gd name="connsiteY11" fmla="*/ 1583182 h 2131822"/>
                  <a:gd name="connsiteX12" fmla="*/ 1005840 w 4288536"/>
                  <a:gd name="connsiteY12" fmla="*/ 1555750 h 2131822"/>
                  <a:gd name="connsiteX13" fmla="*/ 1042416 w 4288536"/>
                  <a:gd name="connsiteY13" fmla="*/ 1482598 h 2131822"/>
                  <a:gd name="connsiteX14" fmla="*/ 1097280 w 4288536"/>
                  <a:gd name="connsiteY14" fmla="*/ 1418590 h 2131822"/>
                  <a:gd name="connsiteX15" fmla="*/ 1124712 w 4288536"/>
                  <a:gd name="connsiteY15" fmla="*/ 1372870 h 2131822"/>
                  <a:gd name="connsiteX16" fmla="*/ 1179576 w 4288536"/>
                  <a:gd name="connsiteY16" fmla="*/ 1299718 h 2131822"/>
                  <a:gd name="connsiteX17" fmla="*/ 1207008 w 4288536"/>
                  <a:gd name="connsiteY17" fmla="*/ 1244854 h 2131822"/>
                  <a:gd name="connsiteX18" fmla="*/ 1243584 w 4288536"/>
                  <a:gd name="connsiteY18" fmla="*/ 1199134 h 2131822"/>
                  <a:gd name="connsiteX19" fmla="*/ 1280160 w 4288536"/>
                  <a:gd name="connsiteY19" fmla="*/ 1144270 h 2131822"/>
                  <a:gd name="connsiteX20" fmla="*/ 1307592 w 4288536"/>
                  <a:gd name="connsiteY20" fmla="*/ 1098550 h 2131822"/>
                  <a:gd name="connsiteX21" fmla="*/ 1335024 w 4288536"/>
                  <a:gd name="connsiteY21" fmla="*/ 1061974 h 2131822"/>
                  <a:gd name="connsiteX22" fmla="*/ 1371600 w 4288536"/>
                  <a:gd name="connsiteY22" fmla="*/ 997966 h 2131822"/>
                  <a:gd name="connsiteX23" fmla="*/ 1426464 w 4288536"/>
                  <a:gd name="connsiteY23" fmla="*/ 933958 h 2131822"/>
                  <a:gd name="connsiteX24" fmla="*/ 1444752 w 4288536"/>
                  <a:gd name="connsiteY24" fmla="*/ 888238 h 2131822"/>
                  <a:gd name="connsiteX25" fmla="*/ 1499616 w 4288536"/>
                  <a:gd name="connsiteY25" fmla="*/ 824230 h 2131822"/>
                  <a:gd name="connsiteX26" fmla="*/ 1545336 w 4288536"/>
                  <a:gd name="connsiteY26" fmla="*/ 751078 h 2131822"/>
                  <a:gd name="connsiteX27" fmla="*/ 1581912 w 4288536"/>
                  <a:gd name="connsiteY27" fmla="*/ 714502 h 2131822"/>
                  <a:gd name="connsiteX28" fmla="*/ 1627632 w 4288536"/>
                  <a:gd name="connsiteY28" fmla="*/ 650494 h 2131822"/>
                  <a:gd name="connsiteX29" fmla="*/ 1700784 w 4288536"/>
                  <a:gd name="connsiteY29" fmla="*/ 577342 h 2131822"/>
                  <a:gd name="connsiteX30" fmla="*/ 1728216 w 4288536"/>
                  <a:gd name="connsiteY30" fmla="*/ 531622 h 2131822"/>
                  <a:gd name="connsiteX31" fmla="*/ 1792224 w 4288536"/>
                  <a:gd name="connsiteY31" fmla="*/ 467614 h 2131822"/>
                  <a:gd name="connsiteX32" fmla="*/ 1874520 w 4288536"/>
                  <a:gd name="connsiteY32" fmla="*/ 376174 h 2131822"/>
                  <a:gd name="connsiteX33" fmla="*/ 1901952 w 4288536"/>
                  <a:gd name="connsiteY33" fmla="*/ 348742 h 2131822"/>
                  <a:gd name="connsiteX34" fmla="*/ 1938528 w 4288536"/>
                  <a:gd name="connsiteY34" fmla="*/ 321310 h 2131822"/>
                  <a:gd name="connsiteX35" fmla="*/ 1965960 w 4288536"/>
                  <a:gd name="connsiteY35" fmla="*/ 303022 h 2131822"/>
                  <a:gd name="connsiteX36" fmla="*/ 2002536 w 4288536"/>
                  <a:gd name="connsiteY36" fmla="*/ 266446 h 2131822"/>
                  <a:gd name="connsiteX37" fmla="*/ 2103120 w 4288536"/>
                  <a:gd name="connsiteY37" fmla="*/ 220726 h 2131822"/>
                  <a:gd name="connsiteX38" fmla="*/ 2176272 w 4288536"/>
                  <a:gd name="connsiteY38" fmla="*/ 175006 h 2131822"/>
                  <a:gd name="connsiteX39" fmla="*/ 2240280 w 4288536"/>
                  <a:gd name="connsiteY39" fmla="*/ 156718 h 2131822"/>
                  <a:gd name="connsiteX40" fmla="*/ 2313432 w 4288536"/>
                  <a:gd name="connsiteY40" fmla="*/ 129286 h 2131822"/>
                  <a:gd name="connsiteX41" fmla="*/ 2386584 w 4288536"/>
                  <a:gd name="connsiteY41" fmla="*/ 110998 h 2131822"/>
                  <a:gd name="connsiteX42" fmla="*/ 2423160 w 4288536"/>
                  <a:gd name="connsiteY42" fmla="*/ 101854 h 2131822"/>
                  <a:gd name="connsiteX43" fmla="*/ 2542032 w 4288536"/>
                  <a:gd name="connsiteY43" fmla="*/ 65278 h 2131822"/>
                  <a:gd name="connsiteX44" fmla="*/ 2615184 w 4288536"/>
                  <a:gd name="connsiteY44" fmla="*/ 56134 h 2131822"/>
                  <a:gd name="connsiteX45" fmla="*/ 2651760 w 4288536"/>
                  <a:gd name="connsiteY45" fmla="*/ 46990 h 2131822"/>
                  <a:gd name="connsiteX46" fmla="*/ 2743200 w 4288536"/>
                  <a:gd name="connsiteY46" fmla="*/ 37846 h 2131822"/>
                  <a:gd name="connsiteX47" fmla="*/ 2926080 w 4288536"/>
                  <a:gd name="connsiteY47" fmla="*/ 19558 h 2131822"/>
                  <a:gd name="connsiteX48" fmla="*/ 3264408 w 4288536"/>
                  <a:gd name="connsiteY48" fmla="*/ 1270 h 2131822"/>
                  <a:gd name="connsiteX49" fmla="*/ 3749040 w 4288536"/>
                  <a:gd name="connsiteY49" fmla="*/ 10414 h 2131822"/>
                  <a:gd name="connsiteX50" fmla="*/ 3803904 w 4288536"/>
                  <a:gd name="connsiteY50" fmla="*/ 19558 h 2131822"/>
                  <a:gd name="connsiteX51" fmla="*/ 3831336 w 4288536"/>
                  <a:gd name="connsiteY51" fmla="*/ 28702 h 2131822"/>
                  <a:gd name="connsiteX52" fmla="*/ 3922776 w 4288536"/>
                  <a:gd name="connsiteY52" fmla="*/ 37846 h 2131822"/>
                  <a:gd name="connsiteX53" fmla="*/ 3995928 w 4288536"/>
                  <a:gd name="connsiteY53" fmla="*/ 46990 h 2131822"/>
                  <a:gd name="connsiteX54" fmla="*/ 4023360 w 4288536"/>
                  <a:gd name="connsiteY54" fmla="*/ 56134 h 2131822"/>
                  <a:gd name="connsiteX55" fmla="*/ 4059936 w 4288536"/>
                  <a:gd name="connsiteY55" fmla="*/ 65278 h 2131822"/>
                  <a:gd name="connsiteX56" fmla="*/ 4087368 w 4288536"/>
                  <a:gd name="connsiteY56" fmla="*/ 83566 h 2131822"/>
                  <a:gd name="connsiteX57" fmla="*/ 4160520 w 4288536"/>
                  <a:gd name="connsiteY57" fmla="*/ 120142 h 2131822"/>
                  <a:gd name="connsiteX58" fmla="*/ 4197096 w 4288536"/>
                  <a:gd name="connsiteY58" fmla="*/ 147574 h 2131822"/>
                  <a:gd name="connsiteX59" fmla="*/ 4224528 w 4288536"/>
                  <a:gd name="connsiteY59" fmla="*/ 175006 h 2131822"/>
                  <a:gd name="connsiteX60" fmla="*/ 4288536 w 4288536"/>
                  <a:gd name="connsiteY60" fmla="*/ 220726 h 21318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4288536" h="2131822">
                    <a:moveTo>
                      <a:pt x="0" y="2131822"/>
                    </a:moveTo>
                    <a:cubicBezTo>
                      <a:pt x="115824" y="2128774"/>
                      <a:pt x="231739" y="2128189"/>
                      <a:pt x="347472" y="2122678"/>
                    </a:cubicBezTo>
                    <a:cubicBezTo>
                      <a:pt x="352651" y="2122431"/>
                      <a:pt x="403378" y="2108891"/>
                      <a:pt x="411480" y="2104390"/>
                    </a:cubicBezTo>
                    <a:cubicBezTo>
                      <a:pt x="430693" y="2093716"/>
                      <a:pt x="445492" y="2074765"/>
                      <a:pt x="466344" y="2067814"/>
                    </a:cubicBezTo>
                    <a:cubicBezTo>
                      <a:pt x="475488" y="2064766"/>
                      <a:pt x="485350" y="2063351"/>
                      <a:pt x="493776" y="2058670"/>
                    </a:cubicBezTo>
                    <a:cubicBezTo>
                      <a:pt x="512989" y="2047996"/>
                      <a:pt x="527788" y="2029045"/>
                      <a:pt x="548640" y="2022094"/>
                    </a:cubicBezTo>
                    <a:cubicBezTo>
                      <a:pt x="588017" y="2008968"/>
                      <a:pt x="613644" y="2002810"/>
                      <a:pt x="649224" y="1967230"/>
                    </a:cubicBezTo>
                    <a:lnTo>
                      <a:pt x="731520" y="1884934"/>
                    </a:lnTo>
                    <a:cubicBezTo>
                      <a:pt x="740664" y="1875790"/>
                      <a:pt x="751193" y="1867847"/>
                      <a:pt x="758952" y="1857502"/>
                    </a:cubicBezTo>
                    <a:cubicBezTo>
                      <a:pt x="817656" y="1779230"/>
                      <a:pt x="751932" y="1863271"/>
                      <a:pt x="822960" y="1784350"/>
                    </a:cubicBezTo>
                    <a:cubicBezTo>
                      <a:pt x="893078" y="1706441"/>
                      <a:pt x="845023" y="1755788"/>
                      <a:pt x="896112" y="1692910"/>
                    </a:cubicBezTo>
                    <a:cubicBezTo>
                      <a:pt x="926135" y="1655958"/>
                      <a:pt x="961142" y="1622797"/>
                      <a:pt x="987552" y="1583182"/>
                    </a:cubicBezTo>
                    <a:cubicBezTo>
                      <a:pt x="993648" y="1574038"/>
                      <a:pt x="1000578" y="1565398"/>
                      <a:pt x="1005840" y="1555750"/>
                    </a:cubicBezTo>
                    <a:cubicBezTo>
                      <a:pt x="1018895" y="1531817"/>
                      <a:pt x="1023139" y="1501875"/>
                      <a:pt x="1042416" y="1482598"/>
                    </a:cubicBezTo>
                    <a:cubicBezTo>
                      <a:pt x="1070671" y="1454343"/>
                      <a:pt x="1073819" y="1453781"/>
                      <a:pt x="1097280" y="1418590"/>
                    </a:cubicBezTo>
                    <a:cubicBezTo>
                      <a:pt x="1107139" y="1403802"/>
                      <a:pt x="1114596" y="1387483"/>
                      <a:pt x="1124712" y="1372870"/>
                    </a:cubicBezTo>
                    <a:cubicBezTo>
                      <a:pt x="1142062" y="1347810"/>
                      <a:pt x="1165945" y="1326980"/>
                      <a:pt x="1179576" y="1299718"/>
                    </a:cubicBezTo>
                    <a:cubicBezTo>
                      <a:pt x="1188720" y="1281430"/>
                      <a:pt x="1196031" y="1262104"/>
                      <a:pt x="1207008" y="1244854"/>
                    </a:cubicBezTo>
                    <a:cubicBezTo>
                      <a:pt x="1217486" y="1228388"/>
                      <a:pt x="1232105" y="1214918"/>
                      <a:pt x="1243584" y="1199134"/>
                    </a:cubicBezTo>
                    <a:cubicBezTo>
                      <a:pt x="1256512" y="1181358"/>
                      <a:pt x="1268360" y="1162813"/>
                      <a:pt x="1280160" y="1144270"/>
                    </a:cubicBezTo>
                    <a:cubicBezTo>
                      <a:pt x="1289702" y="1129276"/>
                      <a:pt x="1297733" y="1113338"/>
                      <a:pt x="1307592" y="1098550"/>
                    </a:cubicBezTo>
                    <a:cubicBezTo>
                      <a:pt x="1316046" y="1085870"/>
                      <a:pt x="1326842" y="1074831"/>
                      <a:pt x="1335024" y="1061974"/>
                    </a:cubicBezTo>
                    <a:cubicBezTo>
                      <a:pt x="1348217" y="1041242"/>
                      <a:pt x="1357508" y="1018098"/>
                      <a:pt x="1371600" y="997966"/>
                    </a:cubicBezTo>
                    <a:cubicBezTo>
                      <a:pt x="1416378" y="933998"/>
                      <a:pt x="1383531" y="1011238"/>
                      <a:pt x="1426464" y="933958"/>
                    </a:cubicBezTo>
                    <a:cubicBezTo>
                      <a:pt x="1434435" y="919610"/>
                      <a:pt x="1436781" y="902586"/>
                      <a:pt x="1444752" y="888238"/>
                    </a:cubicBezTo>
                    <a:cubicBezTo>
                      <a:pt x="1467582" y="847144"/>
                      <a:pt x="1471896" y="857493"/>
                      <a:pt x="1499616" y="824230"/>
                    </a:cubicBezTo>
                    <a:cubicBezTo>
                      <a:pt x="1520177" y="799556"/>
                      <a:pt x="1524517" y="777846"/>
                      <a:pt x="1545336" y="751078"/>
                    </a:cubicBezTo>
                    <a:cubicBezTo>
                      <a:pt x="1555922" y="737468"/>
                      <a:pt x="1570994" y="727847"/>
                      <a:pt x="1581912" y="714502"/>
                    </a:cubicBezTo>
                    <a:cubicBezTo>
                      <a:pt x="1598515" y="694209"/>
                      <a:pt x="1610460" y="670308"/>
                      <a:pt x="1627632" y="650494"/>
                    </a:cubicBezTo>
                    <a:cubicBezTo>
                      <a:pt x="1650217" y="624435"/>
                      <a:pt x="1683042" y="606912"/>
                      <a:pt x="1700784" y="577342"/>
                    </a:cubicBezTo>
                    <a:cubicBezTo>
                      <a:pt x="1709928" y="562102"/>
                      <a:pt x="1716838" y="545275"/>
                      <a:pt x="1728216" y="531622"/>
                    </a:cubicBezTo>
                    <a:cubicBezTo>
                      <a:pt x="1747533" y="508442"/>
                      <a:pt x="1775487" y="492720"/>
                      <a:pt x="1792224" y="467614"/>
                    </a:cubicBezTo>
                    <a:cubicBezTo>
                      <a:pt x="1827249" y="415076"/>
                      <a:pt x="1802741" y="447953"/>
                      <a:pt x="1874520" y="376174"/>
                    </a:cubicBezTo>
                    <a:cubicBezTo>
                      <a:pt x="1883664" y="367030"/>
                      <a:pt x="1891607" y="356501"/>
                      <a:pt x="1901952" y="348742"/>
                    </a:cubicBezTo>
                    <a:cubicBezTo>
                      <a:pt x="1914144" y="339598"/>
                      <a:pt x="1926127" y="330168"/>
                      <a:pt x="1938528" y="321310"/>
                    </a:cubicBezTo>
                    <a:cubicBezTo>
                      <a:pt x="1947471" y="314922"/>
                      <a:pt x="1957616" y="310174"/>
                      <a:pt x="1965960" y="303022"/>
                    </a:cubicBezTo>
                    <a:cubicBezTo>
                      <a:pt x="1979051" y="291801"/>
                      <a:pt x="1988926" y="277032"/>
                      <a:pt x="2002536" y="266446"/>
                    </a:cubicBezTo>
                    <a:cubicBezTo>
                      <a:pt x="2039886" y="237396"/>
                      <a:pt x="2058403" y="235632"/>
                      <a:pt x="2103120" y="220726"/>
                    </a:cubicBezTo>
                    <a:cubicBezTo>
                      <a:pt x="2138127" y="194471"/>
                      <a:pt x="2137222" y="191742"/>
                      <a:pt x="2176272" y="175006"/>
                    </a:cubicBezTo>
                    <a:cubicBezTo>
                      <a:pt x="2207093" y="161797"/>
                      <a:pt x="2205479" y="168318"/>
                      <a:pt x="2240280" y="156718"/>
                    </a:cubicBezTo>
                    <a:cubicBezTo>
                      <a:pt x="2281853" y="142860"/>
                      <a:pt x="2278119" y="138917"/>
                      <a:pt x="2313432" y="129286"/>
                    </a:cubicBezTo>
                    <a:cubicBezTo>
                      <a:pt x="2337681" y="122673"/>
                      <a:pt x="2362200" y="117094"/>
                      <a:pt x="2386584" y="110998"/>
                    </a:cubicBezTo>
                    <a:cubicBezTo>
                      <a:pt x="2398776" y="107950"/>
                      <a:pt x="2411238" y="105828"/>
                      <a:pt x="2423160" y="101854"/>
                    </a:cubicBezTo>
                    <a:cubicBezTo>
                      <a:pt x="2443027" y="95232"/>
                      <a:pt x="2509718" y="70664"/>
                      <a:pt x="2542032" y="65278"/>
                    </a:cubicBezTo>
                    <a:cubicBezTo>
                      <a:pt x="2566271" y="61238"/>
                      <a:pt x="2590945" y="60174"/>
                      <a:pt x="2615184" y="56134"/>
                    </a:cubicBezTo>
                    <a:cubicBezTo>
                      <a:pt x="2627580" y="54068"/>
                      <a:pt x="2639319" y="48767"/>
                      <a:pt x="2651760" y="46990"/>
                    </a:cubicBezTo>
                    <a:cubicBezTo>
                      <a:pt x="2682084" y="42658"/>
                      <a:pt x="2712736" y="41053"/>
                      <a:pt x="2743200" y="37846"/>
                    </a:cubicBezTo>
                    <a:cubicBezTo>
                      <a:pt x="2906116" y="20697"/>
                      <a:pt x="2740485" y="36430"/>
                      <a:pt x="2926080" y="19558"/>
                    </a:cubicBezTo>
                    <a:cubicBezTo>
                      <a:pt x="3059820" y="-7190"/>
                      <a:pt x="3004413" y="1270"/>
                      <a:pt x="3264408" y="1270"/>
                    </a:cubicBezTo>
                    <a:cubicBezTo>
                      <a:pt x="3425981" y="1270"/>
                      <a:pt x="3587496" y="7366"/>
                      <a:pt x="3749040" y="10414"/>
                    </a:cubicBezTo>
                    <a:cubicBezTo>
                      <a:pt x="3767328" y="13462"/>
                      <a:pt x="3785805" y="15536"/>
                      <a:pt x="3803904" y="19558"/>
                    </a:cubicBezTo>
                    <a:cubicBezTo>
                      <a:pt x="3813313" y="21649"/>
                      <a:pt x="3821809" y="27236"/>
                      <a:pt x="3831336" y="28702"/>
                    </a:cubicBezTo>
                    <a:cubicBezTo>
                      <a:pt x="3861612" y="33360"/>
                      <a:pt x="3892331" y="34463"/>
                      <a:pt x="3922776" y="37846"/>
                    </a:cubicBezTo>
                    <a:cubicBezTo>
                      <a:pt x="3947199" y="40560"/>
                      <a:pt x="3971544" y="43942"/>
                      <a:pt x="3995928" y="46990"/>
                    </a:cubicBezTo>
                    <a:cubicBezTo>
                      <a:pt x="4005072" y="50038"/>
                      <a:pt x="4014092" y="53486"/>
                      <a:pt x="4023360" y="56134"/>
                    </a:cubicBezTo>
                    <a:cubicBezTo>
                      <a:pt x="4035444" y="59586"/>
                      <a:pt x="4048385" y="60328"/>
                      <a:pt x="4059936" y="65278"/>
                    </a:cubicBezTo>
                    <a:cubicBezTo>
                      <a:pt x="4070037" y="69607"/>
                      <a:pt x="4077720" y="78304"/>
                      <a:pt x="4087368" y="83566"/>
                    </a:cubicBezTo>
                    <a:cubicBezTo>
                      <a:pt x="4111301" y="96621"/>
                      <a:pt x="4138710" y="103785"/>
                      <a:pt x="4160520" y="120142"/>
                    </a:cubicBezTo>
                    <a:cubicBezTo>
                      <a:pt x="4172712" y="129286"/>
                      <a:pt x="4185525" y="137656"/>
                      <a:pt x="4197096" y="147574"/>
                    </a:cubicBezTo>
                    <a:cubicBezTo>
                      <a:pt x="4206914" y="155990"/>
                      <a:pt x="4214320" y="167067"/>
                      <a:pt x="4224528" y="175006"/>
                    </a:cubicBezTo>
                    <a:cubicBezTo>
                      <a:pt x="4312204" y="243198"/>
                      <a:pt x="4258119" y="190309"/>
                      <a:pt x="4288536" y="220726"/>
                    </a:cubicBezTo>
                  </a:path>
                </a:pathLst>
              </a:custGeom>
              <a:ln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5E4CBAE-F850-8D28-4896-9C1FF783F565}"/>
                  </a:ext>
                </a:extLst>
              </p:cNvPr>
              <p:cNvSpPr/>
              <p:nvPr/>
            </p:nvSpPr>
            <p:spPr>
              <a:xfrm>
                <a:off x="6502400" y="2108200"/>
                <a:ext cx="3619500" cy="2187031"/>
              </a:xfrm>
              <a:custGeom>
                <a:avLst/>
                <a:gdLst>
                  <a:gd name="connsiteX0" fmla="*/ 0 w 3619500"/>
                  <a:gd name="connsiteY0" fmla="*/ 2171700 h 2187031"/>
                  <a:gd name="connsiteX1" fmla="*/ 508000 w 3619500"/>
                  <a:gd name="connsiteY1" fmla="*/ 2171700 h 2187031"/>
                  <a:gd name="connsiteX2" fmla="*/ 527050 w 3619500"/>
                  <a:gd name="connsiteY2" fmla="*/ 2165350 h 2187031"/>
                  <a:gd name="connsiteX3" fmla="*/ 565150 w 3619500"/>
                  <a:gd name="connsiteY3" fmla="*/ 2159000 h 2187031"/>
                  <a:gd name="connsiteX4" fmla="*/ 622300 w 3619500"/>
                  <a:gd name="connsiteY4" fmla="*/ 2139950 h 2187031"/>
                  <a:gd name="connsiteX5" fmla="*/ 647700 w 3619500"/>
                  <a:gd name="connsiteY5" fmla="*/ 2120900 h 2187031"/>
                  <a:gd name="connsiteX6" fmla="*/ 673100 w 3619500"/>
                  <a:gd name="connsiteY6" fmla="*/ 2108200 h 2187031"/>
                  <a:gd name="connsiteX7" fmla="*/ 730250 w 3619500"/>
                  <a:gd name="connsiteY7" fmla="*/ 2057400 h 2187031"/>
                  <a:gd name="connsiteX8" fmla="*/ 762000 w 3619500"/>
                  <a:gd name="connsiteY8" fmla="*/ 2038350 h 2187031"/>
                  <a:gd name="connsiteX9" fmla="*/ 768350 w 3619500"/>
                  <a:gd name="connsiteY9" fmla="*/ 2019300 h 2187031"/>
                  <a:gd name="connsiteX10" fmla="*/ 787400 w 3619500"/>
                  <a:gd name="connsiteY10" fmla="*/ 2006600 h 2187031"/>
                  <a:gd name="connsiteX11" fmla="*/ 812800 w 3619500"/>
                  <a:gd name="connsiteY11" fmla="*/ 1987550 h 2187031"/>
                  <a:gd name="connsiteX12" fmla="*/ 857250 w 3619500"/>
                  <a:gd name="connsiteY12" fmla="*/ 1924050 h 2187031"/>
                  <a:gd name="connsiteX13" fmla="*/ 869950 w 3619500"/>
                  <a:gd name="connsiteY13" fmla="*/ 1905000 h 2187031"/>
                  <a:gd name="connsiteX14" fmla="*/ 889000 w 3619500"/>
                  <a:gd name="connsiteY14" fmla="*/ 1879600 h 2187031"/>
                  <a:gd name="connsiteX15" fmla="*/ 901700 w 3619500"/>
                  <a:gd name="connsiteY15" fmla="*/ 1854200 h 2187031"/>
                  <a:gd name="connsiteX16" fmla="*/ 920750 w 3619500"/>
                  <a:gd name="connsiteY16" fmla="*/ 1822450 h 2187031"/>
                  <a:gd name="connsiteX17" fmla="*/ 952500 w 3619500"/>
                  <a:gd name="connsiteY17" fmla="*/ 1746250 h 2187031"/>
                  <a:gd name="connsiteX18" fmla="*/ 958850 w 3619500"/>
                  <a:gd name="connsiteY18" fmla="*/ 1727200 h 2187031"/>
                  <a:gd name="connsiteX19" fmla="*/ 971550 w 3619500"/>
                  <a:gd name="connsiteY19" fmla="*/ 1708150 h 2187031"/>
                  <a:gd name="connsiteX20" fmla="*/ 977900 w 3619500"/>
                  <a:gd name="connsiteY20" fmla="*/ 1689100 h 2187031"/>
                  <a:gd name="connsiteX21" fmla="*/ 1003300 w 3619500"/>
                  <a:gd name="connsiteY21" fmla="*/ 1644650 h 2187031"/>
                  <a:gd name="connsiteX22" fmla="*/ 1016000 w 3619500"/>
                  <a:gd name="connsiteY22" fmla="*/ 1612900 h 2187031"/>
                  <a:gd name="connsiteX23" fmla="*/ 1041400 w 3619500"/>
                  <a:gd name="connsiteY23" fmla="*/ 1530350 h 2187031"/>
                  <a:gd name="connsiteX24" fmla="*/ 1079500 w 3619500"/>
                  <a:gd name="connsiteY24" fmla="*/ 1441450 h 2187031"/>
                  <a:gd name="connsiteX25" fmla="*/ 1098550 w 3619500"/>
                  <a:gd name="connsiteY25" fmla="*/ 1377950 h 2187031"/>
                  <a:gd name="connsiteX26" fmla="*/ 1123950 w 3619500"/>
                  <a:gd name="connsiteY26" fmla="*/ 1314450 h 2187031"/>
                  <a:gd name="connsiteX27" fmla="*/ 1136650 w 3619500"/>
                  <a:gd name="connsiteY27" fmla="*/ 1289050 h 2187031"/>
                  <a:gd name="connsiteX28" fmla="*/ 1143000 w 3619500"/>
                  <a:gd name="connsiteY28" fmla="*/ 1263650 h 2187031"/>
                  <a:gd name="connsiteX29" fmla="*/ 1162050 w 3619500"/>
                  <a:gd name="connsiteY29" fmla="*/ 1244600 h 2187031"/>
                  <a:gd name="connsiteX30" fmla="*/ 1174750 w 3619500"/>
                  <a:gd name="connsiteY30" fmla="*/ 1219200 h 2187031"/>
                  <a:gd name="connsiteX31" fmla="*/ 1193800 w 3619500"/>
                  <a:gd name="connsiteY31" fmla="*/ 1187450 h 2187031"/>
                  <a:gd name="connsiteX32" fmla="*/ 1238250 w 3619500"/>
                  <a:gd name="connsiteY32" fmla="*/ 1130300 h 2187031"/>
                  <a:gd name="connsiteX33" fmla="*/ 1263650 w 3619500"/>
                  <a:gd name="connsiteY33" fmla="*/ 1098550 h 2187031"/>
                  <a:gd name="connsiteX34" fmla="*/ 1289050 w 3619500"/>
                  <a:gd name="connsiteY34" fmla="*/ 1066800 h 2187031"/>
                  <a:gd name="connsiteX35" fmla="*/ 1339850 w 3619500"/>
                  <a:gd name="connsiteY35" fmla="*/ 977900 h 2187031"/>
                  <a:gd name="connsiteX36" fmla="*/ 1358900 w 3619500"/>
                  <a:gd name="connsiteY36" fmla="*/ 952500 h 2187031"/>
                  <a:gd name="connsiteX37" fmla="*/ 1403350 w 3619500"/>
                  <a:gd name="connsiteY37" fmla="*/ 908050 h 2187031"/>
                  <a:gd name="connsiteX38" fmla="*/ 1435100 w 3619500"/>
                  <a:gd name="connsiteY38" fmla="*/ 857250 h 2187031"/>
                  <a:gd name="connsiteX39" fmla="*/ 1466850 w 3619500"/>
                  <a:gd name="connsiteY39" fmla="*/ 831850 h 2187031"/>
                  <a:gd name="connsiteX40" fmla="*/ 1492250 w 3619500"/>
                  <a:gd name="connsiteY40" fmla="*/ 793750 h 2187031"/>
                  <a:gd name="connsiteX41" fmla="*/ 1549400 w 3619500"/>
                  <a:gd name="connsiteY41" fmla="*/ 736600 h 2187031"/>
                  <a:gd name="connsiteX42" fmla="*/ 1593850 w 3619500"/>
                  <a:gd name="connsiteY42" fmla="*/ 679450 h 2187031"/>
                  <a:gd name="connsiteX43" fmla="*/ 1638300 w 3619500"/>
                  <a:gd name="connsiteY43" fmla="*/ 647700 h 2187031"/>
                  <a:gd name="connsiteX44" fmla="*/ 1644650 w 3619500"/>
                  <a:gd name="connsiteY44" fmla="*/ 628650 h 2187031"/>
                  <a:gd name="connsiteX45" fmla="*/ 1670050 w 3619500"/>
                  <a:gd name="connsiteY45" fmla="*/ 615950 h 2187031"/>
                  <a:gd name="connsiteX46" fmla="*/ 1714500 w 3619500"/>
                  <a:gd name="connsiteY46" fmla="*/ 584200 h 2187031"/>
                  <a:gd name="connsiteX47" fmla="*/ 1739900 w 3619500"/>
                  <a:gd name="connsiteY47" fmla="*/ 558800 h 2187031"/>
                  <a:gd name="connsiteX48" fmla="*/ 1758950 w 3619500"/>
                  <a:gd name="connsiteY48" fmla="*/ 552450 h 2187031"/>
                  <a:gd name="connsiteX49" fmla="*/ 1790700 w 3619500"/>
                  <a:gd name="connsiteY49" fmla="*/ 533400 h 2187031"/>
                  <a:gd name="connsiteX50" fmla="*/ 1828800 w 3619500"/>
                  <a:gd name="connsiteY50" fmla="*/ 508000 h 2187031"/>
                  <a:gd name="connsiteX51" fmla="*/ 1873250 w 3619500"/>
                  <a:gd name="connsiteY51" fmla="*/ 476250 h 2187031"/>
                  <a:gd name="connsiteX52" fmla="*/ 1898650 w 3619500"/>
                  <a:gd name="connsiteY52" fmla="*/ 469900 h 2187031"/>
                  <a:gd name="connsiteX53" fmla="*/ 1930400 w 3619500"/>
                  <a:gd name="connsiteY53" fmla="*/ 450850 h 2187031"/>
                  <a:gd name="connsiteX54" fmla="*/ 1949450 w 3619500"/>
                  <a:gd name="connsiteY54" fmla="*/ 444500 h 2187031"/>
                  <a:gd name="connsiteX55" fmla="*/ 1993900 w 3619500"/>
                  <a:gd name="connsiteY55" fmla="*/ 419100 h 2187031"/>
                  <a:gd name="connsiteX56" fmla="*/ 2019300 w 3619500"/>
                  <a:gd name="connsiteY56" fmla="*/ 412750 h 2187031"/>
                  <a:gd name="connsiteX57" fmla="*/ 2070100 w 3619500"/>
                  <a:gd name="connsiteY57" fmla="*/ 393700 h 2187031"/>
                  <a:gd name="connsiteX58" fmla="*/ 2108200 w 3619500"/>
                  <a:gd name="connsiteY58" fmla="*/ 368300 h 2187031"/>
                  <a:gd name="connsiteX59" fmla="*/ 2133600 w 3619500"/>
                  <a:gd name="connsiteY59" fmla="*/ 361950 h 2187031"/>
                  <a:gd name="connsiteX60" fmla="*/ 2178050 w 3619500"/>
                  <a:gd name="connsiteY60" fmla="*/ 336550 h 2187031"/>
                  <a:gd name="connsiteX61" fmla="*/ 2197100 w 3619500"/>
                  <a:gd name="connsiteY61" fmla="*/ 330200 h 2187031"/>
                  <a:gd name="connsiteX62" fmla="*/ 2228850 w 3619500"/>
                  <a:gd name="connsiteY62" fmla="*/ 311150 h 2187031"/>
                  <a:gd name="connsiteX63" fmla="*/ 2266950 w 3619500"/>
                  <a:gd name="connsiteY63" fmla="*/ 292100 h 2187031"/>
                  <a:gd name="connsiteX64" fmla="*/ 2298700 w 3619500"/>
                  <a:gd name="connsiteY64" fmla="*/ 260350 h 2187031"/>
                  <a:gd name="connsiteX65" fmla="*/ 2368550 w 3619500"/>
                  <a:gd name="connsiteY65" fmla="*/ 215900 h 2187031"/>
                  <a:gd name="connsiteX66" fmla="*/ 2387600 w 3619500"/>
                  <a:gd name="connsiteY66" fmla="*/ 196850 h 2187031"/>
                  <a:gd name="connsiteX67" fmla="*/ 2413000 w 3619500"/>
                  <a:gd name="connsiteY67" fmla="*/ 184150 h 2187031"/>
                  <a:gd name="connsiteX68" fmla="*/ 2451100 w 3619500"/>
                  <a:gd name="connsiteY68" fmla="*/ 158750 h 2187031"/>
                  <a:gd name="connsiteX69" fmla="*/ 2508250 w 3619500"/>
                  <a:gd name="connsiteY69" fmla="*/ 114300 h 2187031"/>
                  <a:gd name="connsiteX70" fmla="*/ 2533650 w 3619500"/>
                  <a:gd name="connsiteY70" fmla="*/ 95250 h 2187031"/>
                  <a:gd name="connsiteX71" fmla="*/ 2559050 w 3619500"/>
                  <a:gd name="connsiteY71" fmla="*/ 82550 h 2187031"/>
                  <a:gd name="connsiteX72" fmla="*/ 2597150 w 3619500"/>
                  <a:gd name="connsiteY72" fmla="*/ 57150 h 2187031"/>
                  <a:gd name="connsiteX73" fmla="*/ 2635250 w 3619500"/>
                  <a:gd name="connsiteY73" fmla="*/ 50800 h 2187031"/>
                  <a:gd name="connsiteX74" fmla="*/ 2660650 w 3619500"/>
                  <a:gd name="connsiteY74" fmla="*/ 38100 h 2187031"/>
                  <a:gd name="connsiteX75" fmla="*/ 2692400 w 3619500"/>
                  <a:gd name="connsiteY75" fmla="*/ 31750 h 2187031"/>
                  <a:gd name="connsiteX76" fmla="*/ 2768600 w 3619500"/>
                  <a:gd name="connsiteY76" fmla="*/ 19050 h 2187031"/>
                  <a:gd name="connsiteX77" fmla="*/ 2851150 w 3619500"/>
                  <a:gd name="connsiteY77" fmla="*/ 6350 h 2187031"/>
                  <a:gd name="connsiteX78" fmla="*/ 2882900 w 3619500"/>
                  <a:gd name="connsiteY78" fmla="*/ 0 h 2187031"/>
                  <a:gd name="connsiteX79" fmla="*/ 3060700 w 3619500"/>
                  <a:gd name="connsiteY79" fmla="*/ 6350 h 2187031"/>
                  <a:gd name="connsiteX80" fmla="*/ 3162300 w 3619500"/>
                  <a:gd name="connsiteY80" fmla="*/ 19050 h 2187031"/>
                  <a:gd name="connsiteX81" fmla="*/ 3213100 w 3619500"/>
                  <a:gd name="connsiteY81" fmla="*/ 31750 h 2187031"/>
                  <a:gd name="connsiteX82" fmla="*/ 3238500 w 3619500"/>
                  <a:gd name="connsiteY82" fmla="*/ 38100 h 2187031"/>
                  <a:gd name="connsiteX83" fmla="*/ 3257550 w 3619500"/>
                  <a:gd name="connsiteY83" fmla="*/ 44450 h 2187031"/>
                  <a:gd name="connsiteX84" fmla="*/ 3295650 w 3619500"/>
                  <a:gd name="connsiteY84" fmla="*/ 50800 h 2187031"/>
                  <a:gd name="connsiteX85" fmla="*/ 3321050 w 3619500"/>
                  <a:gd name="connsiteY85" fmla="*/ 63500 h 2187031"/>
                  <a:gd name="connsiteX86" fmla="*/ 3371850 w 3619500"/>
                  <a:gd name="connsiteY86" fmla="*/ 76200 h 2187031"/>
                  <a:gd name="connsiteX87" fmla="*/ 3390900 w 3619500"/>
                  <a:gd name="connsiteY87" fmla="*/ 88900 h 2187031"/>
                  <a:gd name="connsiteX88" fmla="*/ 3429000 w 3619500"/>
                  <a:gd name="connsiteY88" fmla="*/ 101600 h 2187031"/>
                  <a:gd name="connsiteX89" fmla="*/ 3479800 w 3619500"/>
                  <a:gd name="connsiteY89" fmla="*/ 127000 h 2187031"/>
                  <a:gd name="connsiteX90" fmla="*/ 3530600 w 3619500"/>
                  <a:gd name="connsiteY90" fmla="*/ 139700 h 2187031"/>
                  <a:gd name="connsiteX91" fmla="*/ 3549650 w 3619500"/>
                  <a:gd name="connsiteY91" fmla="*/ 152400 h 2187031"/>
                  <a:gd name="connsiteX92" fmla="*/ 3581400 w 3619500"/>
                  <a:gd name="connsiteY92" fmla="*/ 165100 h 2187031"/>
                  <a:gd name="connsiteX93" fmla="*/ 3619500 w 3619500"/>
                  <a:gd name="connsiteY93" fmla="*/ 184150 h 2187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</a:cxnLst>
                <a:rect l="l" t="t" r="r" b="b"/>
                <a:pathLst>
                  <a:path w="3619500" h="2187031">
                    <a:moveTo>
                      <a:pt x="0" y="2171700"/>
                    </a:moveTo>
                    <a:cubicBezTo>
                      <a:pt x="193971" y="2199410"/>
                      <a:pt x="65173" y="2183353"/>
                      <a:pt x="508000" y="2171700"/>
                    </a:cubicBezTo>
                    <a:cubicBezTo>
                      <a:pt x="514691" y="2171524"/>
                      <a:pt x="520516" y="2166802"/>
                      <a:pt x="527050" y="2165350"/>
                    </a:cubicBezTo>
                    <a:cubicBezTo>
                      <a:pt x="539619" y="2162557"/>
                      <a:pt x="552710" y="2162317"/>
                      <a:pt x="565150" y="2159000"/>
                    </a:cubicBezTo>
                    <a:cubicBezTo>
                      <a:pt x="584552" y="2153826"/>
                      <a:pt x="622300" y="2139950"/>
                      <a:pt x="622300" y="2139950"/>
                    </a:cubicBezTo>
                    <a:cubicBezTo>
                      <a:pt x="630767" y="2133600"/>
                      <a:pt x="638725" y="2126509"/>
                      <a:pt x="647700" y="2120900"/>
                    </a:cubicBezTo>
                    <a:cubicBezTo>
                      <a:pt x="655727" y="2115883"/>
                      <a:pt x="665224" y="2113451"/>
                      <a:pt x="673100" y="2108200"/>
                    </a:cubicBezTo>
                    <a:cubicBezTo>
                      <a:pt x="744078" y="2060882"/>
                      <a:pt x="668871" y="2105139"/>
                      <a:pt x="730250" y="2057400"/>
                    </a:cubicBezTo>
                    <a:cubicBezTo>
                      <a:pt x="739992" y="2049823"/>
                      <a:pt x="751417" y="2044700"/>
                      <a:pt x="762000" y="2038350"/>
                    </a:cubicBezTo>
                    <a:cubicBezTo>
                      <a:pt x="764117" y="2032000"/>
                      <a:pt x="764169" y="2024527"/>
                      <a:pt x="768350" y="2019300"/>
                    </a:cubicBezTo>
                    <a:cubicBezTo>
                      <a:pt x="773118" y="2013341"/>
                      <a:pt x="781190" y="2011036"/>
                      <a:pt x="787400" y="2006600"/>
                    </a:cubicBezTo>
                    <a:cubicBezTo>
                      <a:pt x="796012" y="2000449"/>
                      <a:pt x="805964" y="1995629"/>
                      <a:pt x="812800" y="1987550"/>
                    </a:cubicBezTo>
                    <a:cubicBezTo>
                      <a:pt x="829489" y="1967826"/>
                      <a:pt x="842543" y="1945293"/>
                      <a:pt x="857250" y="1924050"/>
                    </a:cubicBezTo>
                    <a:cubicBezTo>
                      <a:pt x="861594" y="1917775"/>
                      <a:pt x="865371" y="1911105"/>
                      <a:pt x="869950" y="1905000"/>
                    </a:cubicBezTo>
                    <a:cubicBezTo>
                      <a:pt x="876300" y="1896533"/>
                      <a:pt x="883391" y="1888575"/>
                      <a:pt x="889000" y="1879600"/>
                    </a:cubicBezTo>
                    <a:cubicBezTo>
                      <a:pt x="894017" y="1871573"/>
                      <a:pt x="897103" y="1862475"/>
                      <a:pt x="901700" y="1854200"/>
                    </a:cubicBezTo>
                    <a:cubicBezTo>
                      <a:pt x="907694" y="1843411"/>
                      <a:pt x="915495" y="1833617"/>
                      <a:pt x="920750" y="1822450"/>
                    </a:cubicBezTo>
                    <a:cubicBezTo>
                      <a:pt x="932467" y="1797552"/>
                      <a:pt x="943798" y="1772355"/>
                      <a:pt x="952500" y="1746250"/>
                    </a:cubicBezTo>
                    <a:cubicBezTo>
                      <a:pt x="954617" y="1739900"/>
                      <a:pt x="955857" y="1733187"/>
                      <a:pt x="958850" y="1727200"/>
                    </a:cubicBezTo>
                    <a:cubicBezTo>
                      <a:pt x="962263" y="1720374"/>
                      <a:pt x="968137" y="1714976"/>
                      <a:pt x="971550" y="1708150"/>
                    </a:cubicBezTo>
                    <a:cubicBezTo>
                      <a:pt x="974543" y="1702163"/>
                      <a:pt x="974907" y="1695087"/>
                      <a:pt x="977900" y="1689100"/>
                    </a:cubicBezTo>
                    <a:cubicBezTo>
                      <a:pt x="1018762" y="1607377"/>
                      <a:pt x="958770" y="1744844"/>
                      <a:pt x="1003300" y="1644650"/>
                    </a:cubicBezTo>
                    <a:cubicBezTo>
                      <a:pt x="1007929" y="1634234"/>
                      <a:pt x="1012395" y="1623714"/>
                      <a:pt x="1016000" y="1612900"/>
                    </a:cubicBezTo>
                    <a:cubicBezTo>
                      <a:pt x="1028527" y="1575318"/>
                      <a:pt x="1027172" y="1565920"/>
                      <a:pt x="1041400" y="1530350"/>
                    </a:cubicBezTo>
                    <a:cubicBezTo>
                      <a:pt x="1053374" y="1500416"/>
                      <a:pt x="1070236" y="1472330"/>
                      <a:pt x="1079500" y="1441450"/>
                    </a:cubicBezTo>
                    <a:cubicBezTo>
                      <a:pt x="1085850" y="1420283"/>
                      <a:pt x="1091250" y="1398808"/>
                      <a:pt x="1098550" y="1377950"/>
                    </a:cubicBezTo>
                    <a:cubicBezTo>
                      <a:pt x="1106081" y="1356433"/>
                      <a:pt x="1113755" y="1334840"/>
                      <a:pt x="1123950" y="1314450"/>
                    </a:cubicBezTo>
                    <a:cubicBezTo>
                      <a:pt x="1128183" y="1305983"/>
                      <a:pt x="1133326" y="1297913"/>
                      <a:pt x="1136650" y="1289050"/>
                    </a:cubicBezTo>
                    <a:cubicBezTo>
                      <a:pt x="1139714" y="1280878"/>
                      <a:pt x="1138670" y="1271227"/>
                      <a:pt x="1143000" y="1263650"/>
                    </a:cubicBezTo>
                    <a:cubicBezTo>
                      <a:pt x="1147455" y="1255853"/>
                      <a:pt x="1156830" y="1251908"/>
                      <a:pt x="1162050" y="1244600"/>
                    </a:cubicBezTo>
                    <a:cubicBezTo>
                      <a:pt x="1167552" y="1236897"/>
                      <a:pt x="1170153" y="1227475"/>
                      <a:pt x="1174750" y="1219200"/>
                    </a:cubicBezTo>
                    <a:cubicBezTo>
                      <a:pt x="1180744" y="1208411"/>
                      <a:pt x="1186626" y="1197493"/>
                      <a:pt x="1193800" y="1187450"/>
                    </a:cubicBezTo>
                    <a:cubicBezTo>
                      <a:pt x="1207827" y="1167812"/>
                      <a:pt x="1223340" y="1149277"/>
                      <a:pt x="1238250" y="1130300"/>
                    </a:cubicBezTo>
                    <a:cubicBezTo>
                      <a:pt x="1246624" y="1119643"/>
                      <a:pt x="1255183" y="1109133"/>
                      <a:pt x="1263650" y="1098550"/>
                    </a:cubicBezTo>
                    <a:cubicBezTo>
                      <a:pt x="1272117" y="1087967"/>
                      <a:pt x="1282989" y="1078922"/>
                      <a:pt x="1289050" y="1066800"/>
                    </a:cubicBezTo>
                    <a:cubicBezTo>
                      <a:pt x="1310143" y="1024613"/>
                      <a:pt x="1312924" y="1013802"/>
                      <a:pt x="1339850" y="977900"/>
                    </a:cubicBezTo>
                    <a:cubicBezTo>
                      <a:pt x="1346200" y="969433"/>
                      <a:pt x="1351781" y="960331"/>
                      <a:pt x="1358900" y="952500"/>
                    </a:cubicBezTo>
                    <a:cubicBezTo>
                      <a:pt x="1372995" y="936995"/>
                      <a:pt x="1392244" y="925819"/>
                      <a:pt x="1403350" y="908050"/>
                    </a:cubicBezTo>
                    <a:cubicBezTo>
                      <a:pt x="1413933" y="891117"/>
                      <a:pt x="1422316" y="872590"/>
                      <a:pt x="1435100" y="857250"/>
                    </a:cubicBezTo>
                    <a:cubicBezTo>
                      <a:pt x="1443777" y="846838"/>
                      <a:pt x="1457783" y="841924"/>
                      <a:pt x="1466850" y="831850"/>
                    </a:cubicBezTo>
                    <a:cubicBezTo>
                      <a:pt x="1477061" y="820505"/>
                      <a:pt x="1482253" y="805284"/>
                      <a:pt x="1492250" y="793750"/>
                    </a:cubicBezTo>
                    <a:cubicBezTo>
                      <a:pt x="1509894" y="773391"/>
                      <a:pt x="1532860" y="757866"/>
                      <a:pt x="1549400" y="736600"/>
                    </a:cubicBezTo>
                    <a:cubicBezTo>
                      <a:pt x="1564217" y="717550"/>
                      <a:pt x="1573770" y="692837"/>
                      <a:pt x="1593850" y="679450"/>
                    </a:cubicBezTo>
                    <a:cubicBezTo>
                      <a:pt x="1621706" y="660879"/>
                      <a:pt x="1606795" y="671329"/>
                      <a:pt x="1638300" y="647700"/>
                    </a:cubicBezTo>
                    <a:cubicBezTo>
                      <a:pt x="1640417" y="641350"/>
                      <a:pt x="1639917" y="633383"/>
                      <a:pt x="1644650" y="628650"/>
                    </a:cubicBezTo>
                    <a:cubicBezTo>
                      <a:pt x="1651343" y="621957"/>
                      <a:pt x="1661831" y="620646"/>
                      <a:pt x="1670050" y="615950"/>
                    </a:cubicBezTo>
                    <a:cubicBezTo>
                      <a:pt x="1679812" y="610372"/>
                      <a:pt x="1708086" y="589812"/>
                      <a:pt x="1714500" y="584200"/>
                    </a:cubicBezTo>
                    <a:cubicBezTo>
                      <a:pt x="1723511" y="576315"/>
                      <a:pt x="1730157" y="565760"/>
                      <a:pt x="1739900" y="558800"/>
                    </a:cubicBezTo>
                    <a:cubicBezTo>
                      <a:pt x="1745347" y="554909"/>
                      <a:pt x="1752963" y="555443"/>
                      <a:pt x="1758950" y="552450"/>
                    </a:cubicBezTo>
                    <a:cubicBezTo>
                      <a:pt x="1769989" y="546930"/>
                      <a:pt x="1780287" y="540026"/>
                      <a:pt x="1790700" y="533400"/>
                    </a:cubicBezTo>
                    <a:cubicBezTo>
                      <a:pt x="1803577" y="525205"/>
                      <a:pt x="1816589" y="517158"/>
                      <a:pt x="1828800" y="508000"/>
                    </a:cubicBezTo>
                    <a:cubicBezTo>
                      <a:pt x="1831691" y="505832"/>
                      <a:pt x="1866028" y="479345"/>
                      <a:pt x="1873250" y="476250"/>
                    </a:cubicBezTo>
                    <a:cubicBezTo>
                      <a:pt x="1881272" y="472812"/>
                      <a:pt x="1890183" y="472017"/>
                      <a:pt x="1898650" y="469900"/>
                    </a:cubicBezTo>
                    <a:cubicBezTo>
                      <a:pt x="1909233" y="463550"/>
                      <a:pt x="1919361" y="456370"/>
                      <a:pt x="1930400" y="450850"/>
                    </a:cubicBezTo>
                    <a:cubicBezTo>
                      <a:pt x="1936387" y="447857"/>
                      <a:pt x="1943463" y="447493"/>
                      <a:pt x="1949450" y="444500"/>
                    </a:cubicBezTo>
                    <a:cubicBezTo>
                      <a:pt x="1986296" y="426077"/>
                      <a:pt x="1949370" y="435799"/>
                      <a:pt x="1993900" y="419100"/>
                    </a:cubicBezTo>
                    <a:cubicBezTo>
                      <a:pt x="2002072" y="416036"/>
                      <a:pt x="2010909" y="415148"/>
                      <a:pt x="2019300" y="412750"/>
                    </a:cubicBezTo>
                    <a:cubicBezTo>
                      <a:pt x="2031204" y="409349"/>
                      <a:pt x="2062719" y="397726"/>
                      <a:pt x="2070100" y="393700"/>
                    </a:cubicBezTo>
                    <a:cubicBezTo>
                      <a:pt x="2083500" y="386391"/>
                      <a:pt x="2093392" y="372002"/>
                      <a:pt x="2108200" y="368300"/>
                    </a:cubicBezTo>
                    <a:cubicBezTo>
                      <a:pt x="2116667" y="366183"/>
                      <a:pt x="2125428" y="365014"/>
                      <a:pt x="2133600" y="361950"/>
                    </a:cubicBezTo>
                    <a:cubicBezTo>
                      <a:pt x="2178130" y="345251"/>
                      <a:pt x="2141204" y="354973"/>
                      <a:pt x="2178050" y="336550"/>
                    </a:cubicBezTo>
                    <a:cubicBezTo>
                      <a:pt x="2184037" y="333557"/>
                      <a:pt x="2191113" y="333193"/>
                      <a:pt x="2197100" y="330200"/>
                    </a:cubicBezTo>
                    <a:cubicBezTo>
                      <a:pt x="2208139" y="324680"/>
                      <a:pt x="2218015" y="317060"/>
                      <a:pt x="2228850" y="311150"/>
                    </a:cubicBezTo>
                    <a:cubicBezTo>
                      <a:pt x="2241315" y="304351"/>
                      <a:pt x="2255467" y="300451"/>
                      <a:pt x="2266950" y="292100"/>
                    </a:cubicBezTo>
                    <a:cubicBezTo>
                      <a:pt x="2279054" y="283297"/>
                      <a:pt x="2287013" y="269700"/>
                      <a:pt x="2298700" y="260350"/>
                    </a:cubicBezTo>
                    <a:cubicBezTo>
                      <a:pt x="2323190" y="240758"/>
                      <a:pt x="2345345" y="239105"/>
                      <a:pt x="2368550" y="215900"/>
                    </a:cubicBezTo>
                    <a:cubicBezTo>
                      <a:pt x="2374900" y="209550"/>
                      <a:pt x="2380292" y="202070"/>
                      <a:pt x="2387600" y="196850"/>
                    </a:cubicBezTo>
                    <a:cubicBezTo>
                      <a:pt x="2395303" y="191348"/>
                      <a:pt x="2405297" y="189652"/>
                      <a:pt x="2413000" y="184150"/>
                    </a:cubicBezTo>
                    <a:cubicBezTo>
                      <a:pt x="2454620" y="154421"/>
                      <a:pt x="2410235" y="172372"/>
                      <a:pt x="2451100" y="158750"/>
                    </a:cubicBezTo>
                    <a:lnTo>
                      <a:pt x="2508250" y="114300"/>
                    </a:lnTo>
                    <a:cubicBezTo>
                      <a:pt x="2516639" y="107847"/>
                      <a:pt x="2524184" y="99983"/>
                      <a:pt x="2533650" y="95250"/>
                    </a:cubicBezTo>
                    <a:cubicBezTo>
                      <a:pt x="2542117" y="91017"/>
                      <a:pt x="2550933" y="87420"/>
                      <a:pt x="2559050" y="82550"/>
                    </a:cubicBezTo>
                    <a:cubicBezTo>
                      <a:pt x="2572138" y="74697"/>
                      <a:pt x="2583061" y="63021"/>
                      <a:pt x="2597150" y="57150"/>
                    </a:cubicBezTo>
                    <a:cubicBezTo>
                      <a:pt x="2609035" y="52198"/>
                      <a:pt x="2622550" y="52917"/>
                      <a:pt x="2635250" y="50800"/>
                    </a:cubicBezTo>
                    <a:cubicBezTo>
                      <a:pt x="2643717" y="46567"/>
                      <a:pt x="2651670" y="41093"/>
                      <a:pt x="2660650" y="38100"/>
                    </a:cubicBezTo>
                    <a:cubicBezTo>
                      <a:pt x="2670889" y="34687"/>
                      <a:pt x="2681929" y="34368"/>
                      <a:pt x="2692400" y="31750"/>
                    </a:cubicBezTo>
                    <a:cubicBezTo>
                      <a:pt x="2751974" y="16857"/>
                      <a:pt x="2640825" y="33247"/>
                      <a:pt x="2768600" y="19050"/>
                    </a:cubicBezTo>
                    <a:cubicBezTo>
                      <a:pt x="2811510" y="4747"/>
                      <a:pt x="2769296" y="17264"/>
                      <a:pt x="2851150" y="6350"/>
                    </a:cubicBezTo>
                    <a:cubicBezTo>
                      <a:pt x="2861848" y="4924"/>
                      <a:pt x="2872317" y="2117"/>
                      <a:pt x="2882900" y="0"/>
                    </a:cubicBezTo>
                    <a:cubicBezTo>
                      <a:pt x="2942167" y="2117"/>
                      <a:pt x="3001533" y="2316"/>
                      <a:pt x="3060700" y="6350"/>
                    </a:cubicBezTo>
                    <a:cubicBezTo>
                      <a:pt x="3094751" y="8672"/>
                      <a:pt x="3162300" y="19050"/>
                      <a:pt x="3162300" y="19050"/>
                    </a:cubicBezTo>
                    <a:cubicBezTo>
                      <a:pt x="3196341" y="30397"/>
                      <a:pt x="3167124" y="21533"/>
                      <a:pt x="3213100" y="31750"/>
                    </a:cubicBezTo>
                    <a:cubicBezTo>
                      <a:pt x="3221619" y="33643"/>
                      <a:pt x="3230109" y="35702"/>
                      <a:pt x="3238500" y="38100"/>
                    </a:cubicBezTo>
                    <a:cubicBezTo>
                      <a:pt x="3244936" y="39939"/>
                      <a:pt x="3251016" y="42998"/>
                      <a:pt x="3257550" y="44450"/>
                    </a:cubicBezTo>
                    <a:cubicBezTo>
                      <a:pt x="3270119" y="47243"/>
                      <a:pt x="3282950" y="48683"/>
                      <a:pt x="3295650" y="50800"/>
                    </a:cubicBezTo>
                    <a:cubicBezTo>
                      <a:pt x="3304117" y="55033"/>
                      <a:pt x="3312070" y="60507"/>
                      <a:pt x="3321050" y="63500"/>
                    </a:cubicBezTo>
                    <a:cubicBezTo>
                      <a:pt x="3342787" y="70746"/>
                      <a:pt x="3352841" y="66696"/>
                      <a:pt x="3371850" y="76200"/>
                    </a:cubicBezTo>
                    <a:cubicBezTo>
                      <a:pt x="3378676" y="79613"/>
                      <a:pt x="3383926" y="85800"/>
                      <a:pt x="3390900" y="88900"/>
                    </a:cubicBezTo>
                    <a:cubicBezTo>
                      <a:pt x="3403133" y="94337"/>
                      <a:pt x="3416695" y="96327"/>
                      <a:pt x="3429000" y="101600"/>
                    </a:cubicBezTo>
                    <a:cubicBezTo>
                      <a:pt x="3446401" y="109058"/>
                      <a:pt x="3461236" y="123287"/>
                      <a:pt x="3479800" y="127000"/>
                    </a:cubicBezTo>
                    <a:cubicBezTo>
                      <a:pt x="3491876" y="129415"/>
                      <a:pt x="3517583" y="133191"/>
                      <a:pt x="3530600" y="139700"/>
                    </a:cubicBezTo>
                    <a:cubicBezTo>
                      <a:pt x="3537426" y="143113"/>
                      <a:pt x="3542824" y="148987"/>
                      <a:pt x="3549650" y="152400"/>
                    </a:cubicBezTo>
                    <a:cubicBezTo>
                      <a:pt x="3559845" y="157498"/>
                      <a:pt x="3570984" y="160471"/>
                      <a:pt x="3581400" y="165100"/>
                    </a:cubicBezTo>
                    <a:cubicBezTo>
                      <a:pt x="3594375" y="170867"/>
                      <a:pt x="3606800" y="177800"/>
                      <a:pt x="3619500" y="184150"/>
                    </a:cubicBezTo>
                  </a:path>
                </a:pathLst>
              </a:cu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C8D8EA-E66B-1EC1-F9CF-4A95DABD3D25}"/>
                  </a:ext>
                </a:extLst>
              </p:cNvPr>
              <p:cNvSpPr txBox="1"/>
              <p:nvPr/>
            </p:nvSpPr>
            <p:spPr>
              <a:xfrm>
                <a:off x="6395706" y="1661160"/>
                <a:ext cx="1910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accent3"/>
                    </a:solidFill>
                  </a:rPr>
                  <a:t>T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D8015A-2F32-C29D-AB2D-C7BC5BAE6FFA}"/>
                  </a:ext>
                </a:extLst>
              </p:cNvPr>
              <p:cNvSpPr txBox="1"/>
              <p:nvPr/>
            </p:nvSpPr>
            <p:spPr>
              <a:xfrm>
                <a:off x="11050951" y="4211366"/>
                <a:ext cx="1910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accent3"/>
                    </a:solidFill>
                  </a:rPr>
                  <a:t>A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3A5DCA-BDBB-0057-5752-3F547AF2E427}"/>
                  </a:ext>
                </a:extLst>
              </p:cNvPr>
              <p:cNvSpPr txBox="1"/>
              <p:nvPr/>
            </p:nvSpPr>
            <p:spPr>
              <a:xfrm>
                <a:off x="6501811" y="4060665"/>
                <a:ext cx="215897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chemeClr val="accent3"/>
                    </a:solidFill>
                  </a:rPr>
                  <a:t>0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D7D21EA-AA78-18E9-24C9-F58E60D7EA55}"/>
                </a:ext>
              </a:extLst>
            </p:cNvPr>
            <p:cNvSpPr/>
            <p:nvPr/>
          </p:nvSpPr>
          <p:spPr>
            <a:xfrm>
              <a:off x="4275370" y="3252099"/>
              <a:ext cx="1120140" cy="2082387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solidFill>
                <a:srgbClr val="00AF8E"/>
              </a:solidFill>
              <a:prstDash val="lg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53F0BC2-20F1-B680-2E42-EE0CC113E06A}"/>
                </a:ext>
              </a:extLst>
            </p:cNvPr>
            <p:cNvSpPr/>
            <p:nvPr/>
          </p:nvSpPr>
          <p:spPr>
            <a:xfrm>
              <a:off x="6031856" y="3059523"/>
              <a:ext cx="1120140" cy="583324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solidFill>
                <a:srgbClr val="00AF8E"/>
              </a:solidFill>
              <a:prstDash val="lgDash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202094-9853-FC35-86AE-D28FE9600814}"/>
                </a:ext>
              </a:extLst>
            </p:cNvPr>
            <p:cNvSpPr/>
            <p:nvPr/>
          </p:nvSpPr>
          <p:spPr>
            <a:xfrm>
              <a:off x="3422270" y="2949433"/>
              <a:ext cx="3794420" cy="2928594"/>
            </a:xfrm>
            <a:prstGeom prst="rect">
              <a:avLst/>
            </a:prstGeom>
            <a:solidFill>
              <a:srgbClr val="EF0137">
                <a:alpha val="0"/>
              </a:srgbClr>
            </a:solidFill>
            <a:ln>
              <a:solidFill>
                <a:srgbClr val="EC6602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algn="l"/>
              <a:endParaRPr lang="en-US" dirty="0"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71E65907-7EFA-29F4-7425-29DA77752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593" y="2536944"/>
            <a:ext cx="4620468" cy="346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0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D6EB-2D9A-F1DB-3EF6-FD61DF68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B584-8913-F2EE-945A-EA2402657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6255E-B565-4E6B-E024-A911EF358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E2CDD-8E77-69BD-8D61-950A912C37F7}"/>
              </a:ext>
            </a:extLst>
          </p:cNvPr>
          <p:cNvSpPr txBox="1"/>
          <p:nvPr/>
        </p:nvSpPr>
        <p:spPr>
          <a:xfrm>
            <a:off x="690664" y="1054800"/>
            <a:ext cx="9404882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</a:rPr>
              <a:t>2.</a:t>
            </a:r>
            <a:r>
              <a:rPr lang="zh-CN" altLang="en-US" dirty="0">
                <a:solidFill>
                  <a:schemeClr val="tx1"/>
                </a:solidFill>
              </a:rPr>
              <a:t>替换窗口内监控算法（需验证）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举例：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更换为</a:t>
            </a:r>
            <a:r>
              <a:rPr lang="en-US" altLang="zh-CN" sz="1400" dirty="0">
                <a:solidFill>
                  <a:schemeClr val="tx1"/>
                </a:solidFill>
              </a:rPr>
              <a:t>LCSS</a:t>
            </a:r>
            <a:r>
              <a:rPr lang="zh-CN" altLang="en-US" sz="1400" dirty="0">
                <a:solidFill>
                  <a:schemeClr val="tx1"/>
                </a:solidFill>
              </a:rPr>
              <a:t>（最长共同距离）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其他算法（如</a:t>
            </a:r>
            <a:r>
              <a:rPr lang="en-US" altLang="zh-CN" sz="1400" dirty="0">
                <a:solidFill>
                  <a:schemeClr val="tx1"/>
                </a:solidFill>
              </a:rPr>
              <a:t>DTW</a:t>
            </a:r>
            <a:r>
              <a:rPr lang="zh-CN" altLang="en-US" sz="1400" dirty="0">
                <a:solidFill>
                  <a:schemeClr val="tx1"/>
                </a:solidFill>
              </a:rPr>
              <a:t>）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845501-3F40-2B91-4B7E-251E63F1B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905" y="2042746"/>
            <a:ext cx="5013939" cy="3760454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8CA7A6F2-237E-E26C-F931-557E65641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64" y="2042746"/>
            <a:ext cx="5013938" cy="376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544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D6EB-2D9A-F1DB-3EF6-FD61DF68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B584-8913-F2EE-945A-EA2402657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6255E-B565-4E6B-E024-A911EF358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E2CDD-8E77-69BD-8D61-950A912C37F7}"/>
              </a:ext>
            </a:extLst>
          </p:cNvPr>
          <p:cNvSpPr txBox="1"/>
          <p:nvPr/>
        </p:nvSpPr>
        <p:spPr>
          <a:xfrm>
            <a:off x="690664" y="1054800"/>
            <a:ext cx="9404882" cy="18158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</a:rPr>
              <a:t>3.</a:t>
            </a:r>
            <a:r>
              <a:rPr lang="zh-CN" altLang="en-US" dirty="0">
                <a:solidFill>
                  <a:schemeClr val="tx1"/>
                </a:solidFill>
              </a:rPr>
              <a:t>使用多维信息与多种策略结合进行监控</a:t>
            </a:r>
            <a:endParaRPr lang="en-US" altLang="zh-CN" dirty="0">
              <a:solidFill>
                <a:schemeClr val="tx1"/>
              </a:solidFill>
            </a:endParaRPr>
          </a:p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举例：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在</a:t>
            </a:r>
            <a:r>
              <a:rPr lang="en-US" altLang="zh-CN" sz="1400" dirty="0">
                <a:solidFill>
                  <a:schemeClr val="tx1"/>
                </a:solidFill>
              </a:rPr>
              <a:t>TA</a:t>
            </a:r>
            <a:r>
              <a:rPr lang="zh-CN" altLang="en-US" sz="1400" dirty="0">
                <a:solidFill>
                  <a:schemeClr val="tx1"/>
                </a:solidFill>
              </a:rPr>
              <a:t>曲线基础上，增加以时域为横轴，同时监控和显示</a:t>
            </a:r>
            <a:r>
              <a:rPr lang="en-US" altLang="zh-CN" sz="1400" dirty="0">
                <a:solidFill>
                  <a:schemeClr val="tx1"/>
                </a:solidFill>
              </a:rPr>
              <a:t>Torque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Angle</a:t>
            </a:r>
            <a:r>
              <a:rPr lang="zh-CN" altLang="en-US" sz="1400" dirty="0">
                <a:solidFill>
                  <a:schemeClr val="tx1"/>
                </a:solidFill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</a:rPr>
              <a:t>Torque/Angle</a:t>
            </a:r>
          </a:p>
          <a:p>
            <a:pPr marL="342900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根据不同拧紧站点的具体工艺，探索分别使用</a:t>
            </a:r>
            <a:r>
              <a:rPr lang="en-US" altLang="zh-CN" sz="1400" dirty="0">
                <a:solidFill>
                  <a:schemeClr val="tx1"/>
                </a:solidFill>
              </a:rPr>
              <a:t>TA</a:t>
            </a:r>
            <a:r>
              <a:rPr lang="zh-CN" altLang="en-US" sz="1400" dirty="0">
                <a:solidFill>
                  <a:schemeClr val="tx1"/>
                </a:solidFill>
              </a:rPr>
              <a:t>控制法或屈服点控制法等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dirty="0" err="1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69CED49-30EA-4335-8405-ED02D1DB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60" y="2140575"/>
            <a:ext cx="68580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4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D6EB-2D9A-F1DB-3EF6-FD61DF684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New method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6B584-8913-F2EE-945A-EA2402657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6255E-B565-4E6B-E024-A911EF358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E2CDD-8E77-69BD-8D61-950A912C37F7}"/>
              </a:ext>
            </a:extLst>
          </p:cNvPr>
          <p:cNvSpPr txBox="1"/>
          <p:nvPr/>
        </p:nvSpPr>
        <p:spPr>
          <a:xfrm>
            <a:off x="690664" y="1054800"/>
            <a:ext cx="9404882" cy="12003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dirty="0">
                <a:solidFill>
                  <a:schemeClr val="tx1"/>
                </a:solidFill>
              </a:rPr>
              <a:t>4.</a:t>
            </a:r>
            <a:r>
              <a:rPr lang="zh-CN" altLang="en-US" dirty="0">
                <a:solidFill>
                  <a:schemeClr val="tx1"/>
                </a:solidFill>
              </a:rPr>
              <a:t>增加（关键）失效模式</a:t>
            </a:r>
            <a:r>
              <a:rPr lang="en-US" altLang="zh-CN" dirty="0">
                <a:solidFill>
                  <a:schemeClr val="tx1"/>
                </a:solidFill>
              </a:rPr>
              <a:t>matching</a:t>
            </a:r>
          </a:p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举例：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根据关键性失效或周期性</a:t>
            </a:r>
            <a:r>
              <a:rPr lang="en-US" altLang="zh-CN" sz="1400" dirty="0">
                <a:solidFill>
                  <a:schemeClr val="tx1"/>
                </a:solidFill>
              </a:rPr>
              <a:t>Pareto</a:t>
            </a:r>
            <a:r>
              <a:rPr lang="zh-CN" altLang="en-US" sz="1400" dirty="0">
                <a:solidFill>
                  <a:schemeClr val="tx1"/>
                </a:solidFill>
              </a:rPr>
              <a:t>失效模式的图形</a:t>
            </a:r>
            <a:r>
              <a:rPr lang="en-US" altLang="zh-CN" sz="1400" dirty="0">
                <a:solidFill>
                  <a:schemeClr val="tx1"/>
                </a:solidFill>
              </a:rPr>
              <a:t>pattern</a:t>
            </a:r>
            <a:r>
              <a:rPr lang="zh-CN" altLang="en-US" sz="1400" dirty="0">
                <a:solidFill>
                  <a:schemeClr val="tx1"/>
                </a:solidFill>
              </a:rPr>
              <a:t>，进行曲线相似度比较，快速定位失效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sz="1400" dirty="0">
                <a:solidFill>
                  <a:schemeClr val="tx1"/>
                </a:solidFill>
              </a:rPr>
              <a:t>引入随机森林等</a:t>
            </a:r>
            <a:r>
              <a:rPr lang="en-US" altLang="zh-CN" sz="1400" dirty="0">
                <a:solidFill>
                  <a:schemeClr val="tx1"/>
                </a:solidFill>
              </a:rPr>
              <a:t>AI</a:t>
            </a:r>
            <a:r>
              <a:rPr lang="zh-CN" altLang="en-US" sz="1400" dirty="0">
                <a:solidFill>
                  <a:schemeClr val="tx1"/>
                </a:solidFill>
              </a:rPr>
              <a:t>，进行快速比对分类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dirty="0" err="1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6CF1B0-3AAD-1178-7449-C7C6E83CFEFC}"/>
              </a:ext>
            </a:extLst>
          </p:cNvPr>
          <p:cNvGrpSpPr/>
          <p:nvPr/>
        </p:nvGrpSpPr>
        <p:grpSpPr>
          <a:xfrm>
            <a:off x="2293430" y="2315682"/>
            <a:ext cx="6747462" cy="3995118"/>
            <a:chOff x="2486599" y="2315682"/>
            <a:chExt cx="6747462" cy="39951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3F24A9A-7DDD-DEB9-7824-4595AE8C76DA}"/>
                </a:ext>
              </a:extLst>
            </p:cNvPr>
            <p:cNvGrpSpPr/>
            <p:nvPr/>
          </p:nvGrpSpPr>
          <p:grpSpPr>
            <a:xfrm>
              <a:off x="2486599" y="2315682"/>
              <a:ext cx="6747462" cy="3995118"/>
              <a:chOff x="2486599" y="2315682"/>
              <a:chExt cx="6747462" cy="399511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F112745-01E4-62EA-F4A7-67E72F3CDAB7}"/>
                  </a:ext>
                </a:extLst>
              </p:cNvPr>
              <p:cNvGrpSpPr/>
              <p:nvPr/>
            </p:nvGrpSpPr>
            <p:grpSpPr>
              <a:xfrm>
                <a:off x="2486599" y="2315682"/>
                <a:ext cx="6747462" cy="3995118"/>
                <a:chOff x="6096000" y="1352145"/>
                <a:chExt cx="5267325" cy="3393591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6E852EFA-5685-6778-3F60-0428369581CC}"/>
                    </a:ext>
                  </a:extLst>
                </p:cNvPr>
                <p:cNvSpPr/>
                <p:nvPr/>
              </p:nvSpPr>
              <p:spPr>
                <a:xfrm>
                  <a:off x="6096000" y="1352145"/>
                  <a:ext cx="5267325" cy="3393591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72000" rIns="108000" bIns="72000" rtlCol="0" anchor="t" anchorCtr="0"/>
                <a:lstStyle/>
                <a:p>
                  <a:pPr algn="l"/>
                  <a:endParaRPr lang="en-US" dirty="0"/>
                </a:p>
              </p:txBody>
            </p: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63234E38-2B60-2015-6BCA-0F86AE4B70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73952" y="4507992"/>
                  <a:ext cx="4717923" cy="0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A7C50314-47DA-AD7F-1082-083A19701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611112" y="1600200"/>
                  <a:ext cx="0" cy="3035808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AFEFAADF-296C-EF03-E412-8765CEEB8227}"/>
                    </a:ext>
                  </a:extLst>
                </p:cNvPr>
                <p:cNvSpPr/>
                <p:nvPr/>
              </p:nvSpPr>
              <p:spPr>
                <a:xfrm>
                  <a:off x="6601968" y="2075094"/>
                  <a:ext cx="4050792" cy="2113586"/>
                </a:xfrm>
                <a:custGeom>
                  <a:avLst/>
                  <a:gdLst>
                    <a:gd name="connsiteX0" fmla="*/ 0 w 4050792"/>
                    <a:gd name="connsiteY0" fmla="*/ 2094570 h 2113586"/>
                    <a:gd name="connsiteX1" fmla="*/ 859536 w 4050792"/>
                    <a:gd name="connsiteY1" fmla="*/ 1893402 h 2113586"/>
                    <a:gd name="connsiteX2" fmla="*/ 1737360 w 4050792"/>
                    <a:gd name="connsiteY2" fmla="*/ 530946 h 2113586"/>
                    <a:gd name="connsiteX3" fmla="*/ 2962656 w 4050792"/>
                    <a:gd name="connsiteY3" fmla="*/ 55458 h 2113586"/>
                    <a:gd name="connsiteX4" fmla="*/ 4041648 w 4050792"/>
                    <a:gd name="connsiteY4" fmla="*/ 9738 h 2113586"/>
                    <a:gd name="connsiteX5" fmla="*/ 4041648 w 4050792"/>
                    <a:gd name="connsiteY5" fmla="*/ 9738 h 2113586"/>
                    <a:gd name="connsiteX6" fmla="*/ 4050792 w 4050792"/>
                    <a:gd name="connsiteY6" fmla="*/ 777834 h 2113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0792" h="2113586">
                      <a:moveTo>
                        <a:pt x="0" y="2094570"/>
                      </a:moveTo>
                      <a:cubicBezTo>
                        <a:pt x="284988" y="2124288"/>
                        <a:pt x="569976" y="2154006"/>
                        <a:pt x="859536" y="1893402"/>
                      </a:cubicBezTo>
                      <a:cubicBezTo>
                        <a:pt x="1149096" y="1632798"/>
                        <a:pt x="1386840" y="837270"/>
                        <a:pt x="1737360" y="530946"/>
                      </a:cubicBezTo>
                      <a:cubicBezTo>
                        <a:pt x="2087880" y="224622"/>
                        <a:pt x="2578608" y="142326"/>
                        <a:pt x="2962656" y="55458"/>
                      </a:cubicBezTo>
                      <a:cubicBezTo>
                        <a:pt x="3346704" y="-31410"/>
                        <a:pt x="4041648" y="9738"/>
                        <a:pt x="4041648" y="9738"/>
                      </a:cubicBezTo>
                      <a:lnTo>
                        <a:pt x="4041648" y="9738"/>
                      </a:lnTo>
                      <a:lnTo>
                        <a:pt x="4050792" y="777834"/>
                      </a:lnTo>
                    </a:path>
                  </a:pathLst>
                </a:cu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DC8D8EA-E66B-1EC1-F9CF-4A95DABD3D25}"/>
                    </a:ext>
                  </a:extLst>
                </p:cNvPr>
                <p:cNvSpPr txBox="1"/>
                <p:nvPr/>
              </p:nvSpPr>
              <p:spPr>
                <a:xfrm>
                  <a:off x="6395706" y="1661160"/>
                  <a:ext cx="191086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:r>
                    <a:rPr lang="en-US" dirty="0">
                      <a:solidFill>
                        <a:schemeClr val="accent3"/>
                      </a:solidFill>
                    </a:rPr>
                    <a:t>T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6D8015A-2F32-C29D-AB2D-C7BC5BAE6FFA}"/>
                    </a:ext>
                  </a:extLst>
                </p:cNvPr>
                <p:cNvSpPr txBox="1"/>
                <p:nvPr/>
              </p:nvSpPr>
              <p:spPr>
                <a:xfrm>
                  <a:off x="11050951" y="4211366"/>
                  <a:ext cx="191086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:r>
                    <a:rPr lang="en-US" dirty="0">
                      <a:solidFill>
                        <a:schemeClr val="accent3"/>
                      </a:solidFill>
                    </a:rPr>
                    <a:t>A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43A5DCA-BDBB-0057-5752-3F547AF2E427}"/>
                    </a:ext>
                  </a:extLst>
                </p:cNvPr>
                <p:cNvSpPr txBox="1"/>
                <p:nvPr/>
              </p:nvSpPr>
              <p:spPr>
                <a:xfrm>
                  <a:off x="6501811" y="4060665"/>
                  <a:ext cx="215897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/>
                  <a:r>
                    <a:rPr lang="en-US" sz="1400" dirty="0">
                      <a:solidFill>
                        <a:schemeClr val="accent3"/>
                      </a:solidFill>
                    </a:rPr>
                    <a:t>0</a:t>
                  </a:r>
                </a:p>
              </p:txBody>
            </p:sp>
          </p:grp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0AF05BF9-6A15-F327-74F8-CD80D339D874}"/>
                  </a:ext>
                </a:extLst>
              </p:cNvPr>
              <p:cNvSpPr/>
              <p:nvPr/>
            </p:nvSpPr>
            <p:spPr>
              <a:xfrm>
                <a:off x="2978870" y="3937577"/>
                <a:ext cx="3619893" cy="1720552"/>
              </a:xfrm>
              <a:custGeom>
                <a:avLst/>
                <a:gdLst>
                  <a:gd name="connsiteX0" fmla="*/ 0 w 3619893"/>
                  <a:gd name="connsiteY0" fmla="*/ 1709079 h 1720552"/>
                  <a:gd name="connsiteX1" fmla="*/ 329938 w 3619893"/>
                  <a:gd name="connsiteY1" fmla="*/ 1709079 h 1720552"/>
                  <a:gd name="connsiteX2" fmla="*/ 358219 w 3619893"/>
                  <a:gd name="connsiteY2" fmla="*/ 1690225 h 1720552"/>
                  <a:gd name="connsiteX3" fmla="*/ 386499 w 3619893"/>
                  <a:gd name="connsiteY3" fmla="*/ 1680798 h 1720552"/>
                  <a:gd name="connsiteX4" fmla="*/ 433633 w 3619893"/>
                  <a:gd name="connsiteY4" fmla="*/ 1661945 h 1720552"/>
                  <a:gd name="connsiteX5" fmla="*/ 509048 w 3619893"/>
                  <a:gd name="connsiteY5" fmla="*/ 1586530 h 1720552"/>
                  <a:gd name="connsiteX6" fmla="*/ 556182 w 3619893"/>
                  <a:gd name="connsiteY6" fmla="*/ 1548823 h 1720552"/>
                  <a:gd name="connsiteX7" fmla="*/ 622169 w 3619893"/>
                  <a:gd name="connsiteY7" fmla="*/ 1482835 h 1720552"/>
                  <a:gd name="connsiteX8" fmla="*/ 641023 w 3619893"/>
                  <a:gd name="connsiteY8" fmla="*/ 1445128 h 1720552"/>
                  <a:gd name="connsiteX9" fmla="*/ 669303 w 3619893"/>
                  <a:gd name="connsiteY9" fmla="*/ 1407421 h 1720552"/>
                  <a:gd name="connsiteX10" fmla="*/ 754144 w 3619893"/>
                  <a:gd name="connsiteY10" fmla="*/ 1303726 h 1720552"/>
                  <a:gd name="connsiteX11" fmla="*/ 801278 w 3619893"/>
                  <a:gd name="connsiteY11" fmla="*/ 1247165 h 1720552"/>
                  <a:gd name="connsiteX12" fmla="*/ 838986 w 3619893"/>
                  <a:gd name="connsiteY12" fmla="*/ 1181178 h 1720552"/>
                  <a:gd name="connsiteX13" fmla="*/ 867266 w 3619893"/>
                  <a:gd name="connsiteY13" fmla="*/ 1124617 h 1720552"/>
                  <a:gd name="connsiteX14" fmla="*/ 914400 w 3619893"/>
                  <a:gd name="connsiteY14" fmla="*/ 1077483 h 1720552"/>
                  <a:gd name="connsiteX15" fmla="*/ 999241 w 3619893"/>
                  <a:gd name="connsiteY15" fmla="*/ 945508 h 1720552"/>
                  <a:gd name="connsiteX16" fmla="*/ 1046375 w 3619893"/>
                  <a:gd name="connsiteY16" fmla="*/ 879520 h 1720552"/>
                  <a:gd name="connsiteX17" fmla="*/ 1112363 w 3619893"/>
                  <a:gd name="connsiteY17" fmla="*/ 775825 h 1720552"/>
                  <a:gd name="connsiteX18" fmla="*/ 1150070 w 3619893"/>
                  <a:gd name="connsiteY18" fmla="*/ 728691 h 1720552"/>
                  <a:gd name="connsiteX19" fmla="*/ 1187777 w 3619893"/>
                  <a:gd name="connsiteY19" fmla="*/ 672130 h 1720552"/>
                  <a:gd name="connsiteX20" fmla="*/ 1216058 w 3619893"/>
                  <a:gd name="connsiteY20" fmla="*/ 634423 h 1720552"/>
                  <a:gd name="connsiteX21" fmla="*/ 1244338 w 3619893"/>
                  <a:gd name="connsiteY21" fmla="*/ 587289 h 1720552"/>
                  <a:gd name="connsiteX22" fmla="*/ 1282045 w 3619893"/>
                  <a:gd name="connsiteY22" fmla="*/ 530728 h 1720552"/>
                  <a:gd name="connsiteX23" fmla="*/ 1348033 w 3619893"/>
                  <a:gd name="connsiteY23" fmla="*/ 427033 h 1720552"/>
                  <a:gd name="connsiteX24" fmla="*/ 1376314 w 3619893"/>
                  <a:gd name="connsiteY24" fmla="*/ 389326 h 1720552"/>
                  <a:gd name="connsiteX25" fmla="*/ 1395167 w 3619893"/>
                  <a:gd name="connsiteY25" fmla="*/ 342192 h 1720552"/>
                  <a:gd name="connsiteX26" fmla="*/ 1461155 w 3619893"/>
                  <a:gd name="connsiteY26" fmla="*/ 229070 h 1720552"/>
                  <a:gd name="connsiteX27" fmla="*/ 1480008 w 3619893"/>
                  <a:gd name="connsiteY27" fmla="*/ 191363 h 1720552"/>
                  <a:gd name="connsiteX28" fmla="*/ 1517716 w 3619893"/>
                  <a:gd name="connsiteY28" fmla="*/ 163083 h 1720552"/>
                  <a:gd name="connsiteX29" fmla="*/ 1555423 w 3619893"/>
                  <a:gd name="connsiteY29" fmla="*/ 172510 h 1720552"/>
                  <a:gd name="connsiteX30" fmla="*/ 1659118 w 3619893"/>
                  <a:gd name="connsiteY30" fmla="*/ 181936 h 1720552"/>
                  <a:gd name="connsiteX31" fmla="*/ 1706252 w 3619893"/>
                  <a:gd name="connsiteY31" fmla="*/ 115949 h 1720552"/>
                  <a:gd name="connsiteX32" fmla="*/ 1772239 w 3619893"/>
                  <a:gd name="connsiteY32" fmla="*/ 285631 h 1720552"/>
                  <a:gd name="connsiteX33" fmla="*/ 1875934 w 3619893"/>
                  <a:gd name="connsiteY33" fmla="*/ 40534 h 1720552"/>
                  <a:gd name="connsiteX34" fmla="*/ 1894788 w 3619893"/>
                  <a:gd name="connsiteY34" fmla="*/ 2827 h 1720552"/>
                  <a:gd name="connsiteX35" fmla="*/ 1904215 w 3619893"/>
                  <a:gd name="connsiteY35" fmla="*/ 134802 h 1720552"/>
                  <a:gd name="connsiteX36" fmla="*/ 1923068 w 3619893"/>
                  <a:gd name="connsiteY36" fmla="*/ 68815 h 1720552"/>
                  <a:gd name="connsiteX37" fmla="*/ 1951349 w 3619893"/>
                  <a:gd name="connsiteY37" fmla="*/ 87668 h 1720552"/>
                  <a:gd name="connsiteX38" fmla="*/ 1979629 w 3619893"/>
                  <a:gd name="connsiteY38" fmla="*/ 144229 h 1720552"/>
                  <a:gd name="connsiteX39" fmla="*/ 2017336 w 3619893"/>
                  <a:gd name="connsiteY39" fmla="*/ 59388 h 1720552"/>
                  <a:gd name="connsiteX40" fmla="*/ 2026763 w 3619893"/>
                  <a:gd name="connsiteY40" fmla="*/ 97095 h 1720552"/>
                  <a:gd name="connsiteX41" fmla="*/ 2064470 w 3619893"/>
                  <a:gd name="connsiteY41" fmla="*/ 106522 h 1720552"/>
                  <a:gd name="connsiteX42" fmla="*/ 2243579 w 3619893"/>
                  <a:gd name="connsiteY42" fmla="*/ 97095 h 1720552"/>
                  <a:gd name="connsiteX43" fmla="*/ 2271860 w 3619893"/>
                  <a:gd name="connsiteY43" fmla="*/ 115949 h 1720552"/>
                  <a:gd name="connsiteX44" fmla="*/ 2328421 w 3619893"/>
                  <a:gd name="connsiteY44" fmla="*/ 115949 h 1720552"/>
                  <a:gd name="connsiteX45" fmla="*/ 2366128 w 3619893"/>
                  <a:gd name="connsiteY45" fmla="*/ 134802 h 1720552"/>
                  <a:gd name="connsiteX46" fmla="*/ 2403835 w 3619893"/>
                  <a:gd name="connsiteY46" fmla="*/ 87668 h 1720552"/>
                  <a:gd name="connsiteX47" fmla="*/ 2479250 w 3619893"/>
                  <a:gd name="connsiteY47" fmla="*/ 181936 h 1720552"/>
                  <a:gd name="connsiteX48" fmla="*/ 2507530 w 3619893"/>
                  <a:gd name="connsiteY48" fmla="*/ 191363 h 1720552"/>
                  <a:gd name="connsiteX49" fmla="*/ 2705493 w 3619893"/>
                  <a:gd name="connsiteY49" fmla="*/ 577862 h 1720552"/>
                  <a:gd name="connsiteX50" fmla="*/ 2724346 w 3619893"/>
                  <a:gd name="connsiteY50" fmla="*/ 662703 h 1720552"/>
                  <a:gd name="connsiteX51" fmla="*/ 2743200 w 3619893"/>
                  <a:gd name="connsiteY51" fmla="*/ 690984 h 1720552"/>
                  <a:gd name="connsiteX52" fmla="*/ 2762054 w 3619893"/>
                  <a:gd name="connsiteY52" fmla="*/ 738118 h 1720552"/>
                  <a:gd name="connsiteX53" fmla="*/ 2790334 w 3619893"/>
                  <a:gd name="connsiteY53" fmla="*/ 775825 h 1720552"/>
                  <a:gd name="connsiteX54" fmla="*/ 2818615 w 3619893"/>
                  <a:gd name="connsiteY54" fmla="*/ 822959 h 1720552"/>
                  <a:gd name="connsiteX55" fmla="*/ 2875175 w 3619893"/>
                  <a:gd name="connsiteY55" fmla="*/ 898374 h 1720552"/>
                  <a:gd name="connsiteX56" fmla="*/ 2894029 w 3619893"/>
                  <a:gd name="connsiteY56" fmla="*/ 926654 h 1720552"/>
                  <a:gd name="connsiteX57" fmla="*/ 2950590 w 3619893"/>
                  <a:gd name="connsiteY57" fmla="*/ 1011495 h 1720552"/>
                  <a:gd name="connsiteX58" fmla="*/ 3007151 w 3619893"/>
                  <a:gd name="connsiteY58" fmla="*/ 1039776 h 1720552"/>
                  <a:gd name="connsiteX59" fmla="*/ 3091992 w 3619893"/>
                  <a:gd name="connsiteY59" fmla="*/ 1105763 h 1720552"/>
                  <a:gd name="connsiteX60" fmla="*/ 3205114 w 3619893"/>
                  <a:gd name="connsiteY60" fmla="*/ 1181178 h 1720552"/>
                  <a:gd name="connsiteX61" fmla="*/ 3280528 w 3619893"/>
                  <a:gd name="connsiteY61" fmla="*/ 1228312 h 1720552"/>
                  <a:gd name="connsiteX62" fmla="*/ 3355942 w 3619893"/>
                  <a:gd name="connsiteY62" fmla="*/ 1266019 h 1720552"/>
                  <a:gd name="connsiteX63" fmla="*/ 3403076 w 3619893"/>
                  <a:gd name="connsiteY63" fmla="*/ 1275446 h 1720552"/>
                  <a:gd name="connsiteX64" fmla="*/ 3469064 w 3619893"/>
                  <a:gd name="connsiteY64" fmla="*/ 1294299 h 1720552"/>
                  <a:gd name="connsiteX65" fmla="*/ 3553905 w 3619893"/>
                  <a:gd name="connsiteY65" fmla="*/ 1313153 h 1720552"/>
                  <a:gd name="connsiteX66" fmla="*/ 3591612 w 3619893"/>
                  <a:gd name="connsiteY66" fmla="*/ 1332007 h 1720552"/>
                  <a:gd name="connsiteX67" fmla="*/ 3619893 w 3619893"/>
                  <a:gd name="connsiteY67" fmla="*/ 1341433 h 1720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619893" h="1720552">
                    <a:moveTo>
                      <a:pt x="0" y="1709079"/>
                    </a:moveTo>
                    <a:cubicBezTo>
                      <a:pt x="137018" y="1720496"/>
                      <a:pt x="167460" y="1727826"/>
                      <a:pt x="329938" y="1709079"/>
                    </a:cubicBezTo>
                    <a:cubicBezTo>
                      <a:pt x="341193" y="1707780"/>
                      <a:pt x="348085" y="1695292"/>
                      <a:pt x="358219" y="1690225"/>
                    </a:cubicBezTo>
                    <a:cubicBezTo>
                      <a:pt x="367107" y="1685781"/>
                      <a:pt x="377195" y="1684287"/>
                      <a:pt x="386499" y="1680798"/>
                    </a:cubicBezTo>
                    <a:cubicBezTo>
                      <a:pt x="402343" y="1674856"/>
                      <a:pt x="417922" y="1668229"/>
                      <a:pt x="433633" y="1661945"/>
                    </a:cubicBezTo>
                    <a:cubicBezTo>
                      <a:pt x="458771" y="1636807"/>
                      <a:pt x="481287" y="1608738"/>
                      <a:pt x="509048" y="1586530"/>
                    </a:cubicBezTo>
                    <a:cubicBezTo>
                      <a:pt x="524759" y="1573961"/>
                      <a:pt x="541350" y="1562419"/>
                      <a:pt x="556182" y="1548823"/>
                    </a:cubicBezTo>
                    <a:cubicBezTo>
                      <a:pt x="579112" y="1527803"/>
                      <a:pt x="608257" y="1510658"/>
                      <a:pt x="622169" y="1482835"/>
                    </a:cubicBezTo>
                    <a:cubicBezTo>
                      <a:pt x="628454" y="1470266"/>
                      <a:pt x="633575" y="1457045"/>
                      <a:pt x="641023" y="1445128"/>
                    </a:cubicBezTo>
                    <a:cubicBezTo>
                      <a:pt x="649350" y="1431805"/>
                      <a:pt x="659488" y="1419689"/>
                      <a:pt x="669303" y="1407421"/>
                    </a:cubicBezTo>
                    <a:cubicBezTo>
                      <a:pt x="697202" y="1372547"/>
                      <a:pt x="725753" y="1338200"/>
                      <a:pt x="754144" y="1303726"/>
                    </a:cubicBezTo>
                    <a:cubicBezTo>
                      <a:pt x="769745" y="1284781"/>
                      <a:pt x="789102" y="1268473"/>
                      <a:pt x="801278" y="1247165"/>
                    </a:cubicBezTo>
                    <a:cubicBezTo>
                      <a:pt x="813847" y="1225169"/>
                      <a:pt x="826975" y="1203484"/>
                      <a:pt x="838986" y="1181178"/>
                    </a:cubicBezTo>
                    <a:cubicBezTo>
                      <a:pt x="848980" y="1162619"/>
                      <a:pt x="854868" y="1141664"/>
                      <a:pt x="867266" y="1124617"/>
                    </a:cubicBezTo>
                    <a:cubicBezTo>
                      <a:pt x="880335" y="1106648"/>
                      <a:pt x="901220" y="1095371"/>
                      <a:pt x="914400" y="1077483"/>
                    </a:cubicBezTo>
                    <a:cubicBezTo>
                      <a:pt x="945423" y="1035380"/>
                      <a:pt x="968844" y="988064"/>
                      <a:pt x="999241" y="945508"/>
                    </a:cubicBezTo>
                    <a:cubicBezTo>
                      <a:pt x="1014952" y="923512"/>
                      <a:pt x="1031381" y="902011"/>
                      <a:pt x="1046375" y="879520"/>
                    </a:cubicBezTo>
                    <a:cubicBezTo>
                      <a:pt x="1069101" y="845431"/>
                      <a:pt x="1089152" y="809586"/>
                      <a:pt x="1112363" y="775825"/>
                    </a:cubicBezTo>
                    <a:cubicBezTo>
                      <a:pt x="1123762" y="759245"/>
                      <a:pt x="1138236" y="744963"/>
                      <a:pt x="1150070" y="728691"/>
                    </a:cubicBezTo>
                    <a:cubicBezTo>
                      <a:pt x="1163397" y="710366"/>
                      <a:pt x="1174783" y="690693"/>
                      <a:pt x="1187777" y="672130"/>
                    </a:cubicBezTo>
                    <a:cubicBezTo>
                      <a:pt x="1196787" y="659259"/>
                      <a:pt x="1207343" y="647496"/>
                      <a:pt x="1216058" y="634423"/>
                    </a:cubicBezTo>
                    <a:cubicBezTo>
                      <a:pt x="1226221" y="619178"/>
                      <a:pt x="1234501" y="602747"/>
                      <a:pt x="1244338" y="587289"/>
                    </a:cubicBezTo>
                    <a:cubicBezTo>
                      <a:pt x="1256503" y="568172"/>
                      <a:pt x="1269735" y="549752"/>
                      <a:pt x="1282045" y="530728"/>
                    </a:cubicBezTo>
                    <a:cubicBezTo>
                      <a:pt x="1304302" y="496331"/>
                      <a:pt x="1323450" y="459809"/>
                      <a:pt x="1348033" y="427033"/>
                    </a:cubicBezTo>
                    <a:cubicBezTo>
                      <a:pt x="1357460" y="414464"/>
                      <a:pt x="1368684" y="403060"/>
                      <a:pt x="1376314" y="389326"/>
                    </a:cubicBezTo>
                    <a:cubicBezTo>
                      <a:pt x="1384532" y="374534"/>
                      <a:pt x="1387250" y="357147"/>
                      <a:pt x="1395167" y="342192"/>
                    </a:cubicBezTo>
                    <a:cubicBezTo>
                      <a:pt x="1415592" y="303611"/>
                      <a:pt x="1441633" y="268115"/>
                      <a:pt x="1461155" y="229070"/>
                    </a:cubicBezTo>
                    <a:cubicBezTo>
                      <a:pt x="1467439" y="216501"/>
                      <a:pt x="1470863" y="202032"/>
                      <a:pt x="1480008" y="191363"/>
                    </a:cubicBezTo>
                    <a:cubicBezTo>
                      <a:pt x="1490233" y="179434"/>
                      <a:pt x="1505147" y="172510"/>
                      <a:pt x="1517716" y="163083"/>
                    </a:cubicBezTo>
                    <a:cubicBezTo>
                      <a:pt x="1530285" y="166225"/>
                      <a:pt x="1546991" y="162673"/>
                      <a:pt x="1555423" y="172510"/>
                    </a:cubicBezTo>
                    <a:cubicBezTo>
                      <a:pt x="1615467" y="242562"/>
                      <a:pt x="1506502" y="266722"/>
                      <a:pt x="1659118" y="181936"/>
                    </a:cubicBezTo>
                    <a:cubicBezTo>
                      <a:pt x="1674829" y="159940"/>
                      <a:pt x="1686326" y="97684"/>
                      <a:pt x="1706252" y="115949"/>
                    </a:cubicBezTo>
                    <a:cubicBezTo>
                      <a:pt x="1750988" y="156957"/>
                      <a:pt x="1772239" y="285631"/>
                      <a:pt x="1772239" y="285631"/>
                    </a:cubicBezTo>
                    <a:cubicBezTo>
                      <a:pt x="1806804" y="203932"/>
                      <a:pt x="1840662" y="121930"/>
                      <a:pt x="1875934" y="40534"/>
                    </a:cubicBezTo>
                    <a:cubicBezTo>
                      <a:pt x="1881521" y="27640"/>
                      <a:pt x="1890750" y="-10633"/>
                      <a:pt x="1894788" y="2827"/>
                    </a:cubicBezTo>
                    <a:cubicBezTo>
                      <a:pt x="1907461" y="45071"/>
                      <a:pt x="1901073" y="90810"/>
                      <a:pt x="1904215" y="134802"/>
                    </a:cubicBezTo>
                    <a:cubicBezTo>
                      <a:pt x="1910499" y="112806"/>
                      <a:pt x="1906892" y="84991"/>
                      <a:pt x="1923068" y="68815"/>
                    </a:cubicBezTo>
                    <a:cubicBezTo>
                      <a:pt x="1931079" y="60804"/>
                      <a:pt x="1944551" y="78604"/>
                      <a:pt x="1951349" y="87668"/>
                    </a:cubicBezTo>
                    <a:cubicBezTo>
                      <a:pt x="1963996" y="104531"/>
                      <a:pt x="1970202" y="125375"/>
                      <a:pt x="1979629" y="144229"/>
                    </a:cubicBezTo>
                    <a:cubicBezTo>
                      <a:pt x="1992198" y="115949"/>
                      <a:pt x="1995453" y="81271"/>
                      <a:pt x="2017336" y="59388"/>
                    </a:cubicBezTo>
                    <a:cubicBezTo>
                      <a:pt x="2026497" y="50227"/>
                      <a:pt x="2017602" y="87934"/>
                      <a:pt x="2026763" y="97095"/>
                    </a:cubicBezTo>
                    <a:cubicBezTo>
                      <a:pt x="2035924" y="106256"/>
                      <a:pt x="2051901" y="103380"/>
                      <a:pt x="2064470" y="106522"/>
                    </a:cubicBezTo>
                    <a:cubicBezTo>
                      <a:pt x="2121349" y="99412"/>
                      <a:pt x="2187590" y="69100"/>
                      <a:pt x="2243579" y="97095"/>
                    </a:cubicBezTo>
                    <a:cubicBezTo>
                      <a:pt x="2253713" y="102162"/>
                      <a:pt x="2262433" y="109664"/>
                      <a:pt x="2271860" y="115949"/>
                    </a:cubicBezTo>
                    <a:cubicBezTo>
                      <a:pt x="2302698" y="38855"/>
                      <a:pt x="2274779" y="69012"/>
                      <a:pt x="2328421" y="115949"/>
                    </a:cubicBezTo>
                    <a:cubicBezTo>
                      <a:pt x="2338997" y="125203"/>
                      <a:pt x="2353559" y="128518"/>
                      <a:pt x="2366128" y="134802"/>
                    </a:cubicBezTo>
                    <a:cubicBezTo>
                      <a:pt x="2378697" y="119091"/>
                      <a:pt x="2385262" y="79929"/>
                      <a:pt x="2403835" y="87668"/>
                    </a:cubicBezTo>
                    <a:cubicBezTo>
                      <a:pt x="2440980" y="103145"/>
                      <a:pt x="2450795" y="153481"/>
                      <a:pt x="2479250" y="181936"/>
                    </a:cubicBezTo>
                    <a:cubicBezTo>
                      <a:pt x="2486276" y="188962"/>
                      <a:pt x="2498103" y="188221"/>
                      <a:pt x="2507530" y="191363"/>
                    </a:cubicBezTo>
                    <a:cubicBezTo>
                      <a:pt x="2607994" y="320530"/>
                      <a:pt x="2659968" y="372992"/>
                      <a:pt x="2705493" y="577862"/>
                    </a:cubicBezTo>
                    <a:cubicBezTo>
                      <a:pt x="2711777" y="606142"/>
                      <a:pt x="2715185" y="635219"/>
                      <a:pt x="2724346" y="662703"/>
                    </a:cubicBezTo>
                    <a:cubicBezTo>
                      <a:pt x="2727929" y="673451"/>
                      <a:pt x="2738133" y="680850"/>
                      <a:pt x="2743200" y="690984"/>
                    </a:cubicBezTo>
                    <a:cubicBezTo>
                      <a:pt x="2750768" y="706119"/>
                      <a:pt x="2753836" y="723326"/>
                      <a:pt x="2762054" y="738118"/>
                    </a:cubicBezTo>
                    <a:cubicBezTo>
                      <a:pt x="2769684" y="751852"/>
                      <a:pt x="2781619" y="762753"/>
                      <a:pt x="2790334" y="775825"/>
                    </a:cubicBezTo>
                    <a:cubicBezTo>
                      <a:pt x="2800498" y="791070"/>
                      <a:pt x="2808186" y="807894"/>
                      <a:pt x="2818615" y="822959"/>
                    </a:cubicBezTo>
                    <a:cubicBezTo>
                      <a:pt x="2836501" y="848795"/>
                      <a:pt x="2857744" y="872229"/>
                      <a:pt x="2875175" y="898374"/>
                    </a:cubicBezTo>
                    <a:cubicBezTo>
                      <a:pt x="2881460" y="907801"/>
                      <a:pt x="2888962" y="916521"/>
                      <a:pt x="2894029" y="926654"/>
                    </a:cubicBezTo>
                    <a:cubicBezTo>
                      <a:pt x="2918763" y="976121"/>
                      <a:pt x="2878457" y="952477"/>
                      <a:pt x="2950590" y="1011495"/>
                    </a:cubicBezTo>
                    <a:cubicBezTo>
                      <a:pt x="2966904" y="1024843"/>
                      <a:pt x="2989612" y="1028083"/>
                      <a:pt x="3007151" y="1039776"/>
                    </a:cubicBezTo>
                    <a:cubicBezTo>
                      <a:pt x="3036961" y="1059649"/>
                      <a:pt x="3062182" y="1085890"/>
                      <a:pt x="3091992" y="1105763"/>
                    </a:cubicBezTo>
                    <a:cubicBezTo>
                      <a:pt x="3091997" y="1105766"/>
                      <a:pt x="3205110" y="1181174"/>
                      <a:pt x="3205114" y="1181178"/>
                    </a:cubicBezTo>
                    <a:cubicBezTo>
                      <a:pt x="3251982" y="1228046"/>
                      <a:pt x="3225577" y="1214574"/>
                      <a:pt x="3280528" y="1228312"/>
                    </a:cubicBezTo>
                    <a:cubicBezTo>
                      <a:pt x="3312360" y="1249533"/>
                      <a:pt x="3314014" y="1253440"/>
                      <a:pt x="3355942" y="1266019"/>
                    </a:cubicBezTo>
                    <a:cubicBezTo>
                      <a:pt x="3371289" y="1270623"/>
                      <a:pt x="3387532" y="1271560"/>
                      <a:pt x="3403076" y="1275446"/>
                    </a:cubicBezTo>
                    <a:cubicBezTo>
                      <a:pt x="3425269" y="1280994"/>
                      <a:pt x="3446871" y="1288751"/>
                      <a:pt x="3469064" y="1294299"/>
                    </a:cubicBezTo>
                    <a:cubicBezTo>
                      <a:pt x="3486981" y="1298778"/>
                      <a:pt x="3534552" y="1305895"/>
                      <a:pt x="3553905" y="1313153"/>
                    </a:cubicBezTo>
                    <a:cubicBezTo>
                      <a:pt x="3567063" y="1318087"/>
                      <a:pt x="3578696" y="1326471"/>
                      <a:pt x="3591612" y="1332007"/>
                    </a:cubicBezTo>
                    <a:cubicBezTo>
                      <a:pt x="3600745" y="1335921"/>
                      <a:pt x="3610466" y="1338291"/>
                      <a:pt x="3619893" y="1341433"/>
                    </a:cubicBezTo>
                  </a:path>
                </a:pathLst>
              </a:custGeom>
              <a:noFill/>
              <a:ln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2FDA7F3-BE8D-0695-AF08-2B3C08E678B0}"/>
                </a:ext>
              </a:extLst>
            </p:cNvPr>
            <p:cNvSpPr/>
            <p:nvPr/>
          </p:nvSpPr>
          <p:spPr>
            <a:xfrm>
              <a:off x="2969443" y="4053526"/>
              <a:ext cx="3657600" cy="1621410"/>
            </a:xfrm>
            <a:custGeom>
              <a:avLst/>
              <a:gdLst>
                <a:gd name="connsiteX0" fmla="*/ 0 w 3657600"/>
                <a:gd name="connsiteY0" fmla="*/ 1621410 h 1621410"/>
                <a:gd name="connsiteX1" fmla="*/ 377072 w 3657600"/>
                <a:gd name="connsiteY1" fmla="*/ 1611983 h 1621410"/>
                <a:gd name="connsiteX2" fmla="*/ 433633 w 3657600"/>
                <a:gd name="connsiteY2" fmla="*/ 1593130 h 1621410"/>
                <a:gd name="connsiteX3" fmla="*/ 480767 w 3657600"/>
                <a:gd name="connsiteY3" fmla="*/ 1583703 h 1621410"/>
                <a:gd name="connsiteX4" fmla="*/ 546755 w 3657600"/>
                <a:gd name="connsiteY4" fmla="*/ 1555422 h 1621410"/>
                <a:gd name="connsiteX5" fmla="*/ 650450 w 3657600"/>
                <a:gd name="connsiteY5" fmla="*/ 1442301 h 1621410"/>
                <a:gd name="connsiteX6" fmla="*/ 716437 w 3657600"/>
                <a:gd name="connsiteY6" fmla="*/ 1357460 h 1621410"/>
                <a:gd name="connsiteX7" fmla="*/ 772998 w 3657600"/>
                <a:gd name="connsiteY7" fmla="*/ 1282045 h 1621410"/>
                <a:gd name="connsiteX8" fmla="*/ 820132 w 3657600"/>
                <a:gd name="connsiteY8" fmla="*/ 1216058 h 1621410"/>
                <a:gd name="connsiteX9" fmla="*/ 829559 w 3657600"/>
                <a:gd name="connsiteY9" fmla="*/ 1187777 h 1621410"/>
                <a:gd name="connsiteX10" fmla="*/ 857839 w 3657600"/>
                <a:gd name="connsiteY10" fmla="*/ 1150070 h 1621410"/>
                <a:gd name="connsiteX11" fmla="*/ 904973 w 3657600"/>
                <a:gd name="connsiteY11" fmla="*/ 1093509 h 1621410"/>
                <a:gd name="connsiteX12" fmla="*/ 914400 w 3657600"/>
                <a:gd name="connsiteY12" fmla="*/ 1065229 h 1621410"/>
                <a:gd name="connsiteX13" fmla="*/ 970961 w 3657600"/>
                <a:gd name="connsiteY13" fmla="*/ 961534 h 1621410"/>
                <a:gd name="connsiteX14" fmla="*/ 980388 w 3657600"/>
                <a:gd name="connsiteY14" fmla="*/ 914400 h 1621410"/>
                <a:gd name="connsiteX15" fmla="*/ 1027522 w 3657600"/>
                <a:gd name="connsiteY15" fmla="*/ 820132 h 1621410"/>
                <a:gd name="connsiteX16" fmla="*/ 1046376 w 3657600"/>
                <a:gd name="connsiteY16" fmla="*/ 772998 h 1621410"/>
                <a:gd name="connsiteX17" fmla="*/ 1065229 w 3657600"/>
                <a:gd name="connsiteY17" fmla="*/ 735290 h 1621410"/>
                <a:gd name="connsiteX18" fmla="*/ 1093510 w 3657600"/>
                <a:gd name="connsiteY18" fmla="*/ 641022 h 1621410"/>
                <a:gd name="connsiteX19" fmla="*/ 1102936 w 3657600"/>
                <a:gd name="connsiteY19" fmla="*/ 612742 h 1621410"/>
                <a:gd name="connsiteX20" fmla="*/ 1121790 w 3657600"/>
                <a:gd name="connsiteY20" fmla="*/ 537328 h 1621410"/>
                <a:gd name="connsiteX21" fmla="*/ 1131217 w 3657600"/>
                <a:gd name="connsiteY21" fmla="*/ 509047 h 1621410"/>
                <a:gd name="connsiteX22" fmla="*/ 1168924 w 3657600"/>
                <a:gd name="connsiteY22" fmla="*/ 386499 h 1621410"/>
                <a:gd name="connsiteX23" fmla="*/ 1197204 w 3657600"/>
                <a:gd name="connsiteY23" fmla="*/ 348792 h 1621410"/>
                <a:gd name="connsiteX24" fmla="*/ 1225485 w 3657600"/>
                <a:gd name="connsiteY24" fmla="*/ 292231 h 1621410"/>
                <a:gd name="connsiteX25" fmla="*/ 1244338 w 3657600"/>
                <a:gd name="connsiteY25" fmla="*/ 235670 h 1621410"/>
                <a:gd name="connsiteX26" fmla="*/ 1263192 w 3657600"/>
                <a:gd name="connsiteY26" fmla="*/ 207389 h 1621410"/>
                <a:gd name="connsiteX27" fmla="*/ 1282046 w 3657600"/>
                <a:gd name="connsiteY27" fmla="*/ 160255 h 1621410"/>
                <a:gd name="connsiteX28" fmla="*/ 1338606 w 3657600"/>
                <a:gd name="connsiteY28" fmla="*/ 84841 h 1621410"/>
                <a:gd name="connsiteX29" fmla="*/ 1376314 w 3657600"/>
                <a:gd name="connsiteY29" fmla="*/ 56561 h 1621410"/>
                <a:gd name="connsiteX30" fmla="*/ 1423448 w 3657600"/>
                <a:gd name="connsiteY30" fmla="*/ 47134 h 1621410"/>
                <a:gd name="connsiteX31" fmla="*/ 1461155 w 3657600"/>
                <a:gd name="connsiteY31" fmla="*/ 28280 h 1621410"/>
                <a:gd name="connsiteX32" fmla="*/ 1545996 w 3657600"/>
                <a:gd name="connsiteY32" fmla="*/ 9427 h 1621410"/>
                <a:gd name="connsiteX33" fmla="*/ 1574277 w 3657600"/>
                <a:gd name="connsiteY33" fmla="*/ 0 h 1621410"/>
                <a:gd name="connsiteX34" fmla="*/ 1602557 w 3657600"/>
                <a:gd name="connsiteY34" fmla="*/ 84841 h 1621410"/>
                <a:gd name="connsiteX35" fmla="*/ 1630837 w 3657600"/>
                <a:gd name="connsiteY35" fmla="*/ 169682 h 1621410"/>
                <a:gd name="connsiteX36" fmla="*/ 1687398 w 3657600"/>
                <a:gd name="connsiteY36" fmla="*/ 37707 h 1621410"/>
                <a:gd name="connsiteX37" fmla="*/ 1734532 w 3657600"/>
                <a:gd name="connsiteY37" fmla="*/ 150829 h 1621410"/>
                <a:gd name="connsiteX38" fmla="*/ 1772239 w 3657600"/>
                <a:gd name="connsiteY38" fmla="*/ 56561 h 1621410"/>
                <a:gd name="connsiteX39" fmla="*/ 1781666 w 3657600"/>
                <a:gd name="connsiteY39" fmla="*/ 28280 h 1621410"/>
                <a:gd name="connsiteX40" fmla="*/ 1800520 w 3657600"/>
                <a:gd name="connsiteY40" fmla="*/ 103695 h 1621410"/>
                <a:gd name="connsiteX41" fmla="*/ 1809947 w 3657600"/>
                <a:gd name="connsiteY41" fmla="*/ 131975 h 1621410"/>
                <a:gd name="connsiteX42" fmla="*/ 1857081 w 3657600"/>
                <a:gd name="connsiteY42" fmla="*/ 28280 h 1621410"/>
                <a:gd name="connsiteX43" fmla="*/ 1885361 w 3657600"/>
                <a:gd name="connsiteY43" fmla="*/ 65987 h 1621410"/>
                <a:gd name="connsiteX44" fmla="*/ 1941922 w 3657600"/>
                <a:gd name="connsiteY44" fmla="*/ 9427 h 1621410"/>
                <a:gd name="connsiteX45" fmla="*/ 1960776 w 3657600"/>
                <a:gd name="connsiteY45" fmla="*/ 56561 h 1621410"/>
                <a:gd name="connsiteX46" fmla="*/ 2073897 w 3657600"/>
                <a:gd name="connsiteY46" fmla="*/ 141402 h 1621410"/>
                <a:gd name="connsiteX47" fmla="*/ 2092751 w 3657600"/>
                <a:gd name="connsiteY47" fmla="*/ 103695 h 1621410"/>
                <a:gd name="connsiteX48" fmla="*/ 2102178 w 3657600"/>
                <a:gd name="connsiteY48" fmla="*/ 65987 h 1621410"/>
                <a:gd name="connsiteX49" fmla="*/ 2130458 w 3657600"/>
                <a:gd name="connsiteY49" fmla="*/ 37707 h 1621410"/>
                <a:gd name="connsiteX50" fmla="*/ 2196446 w 3657600"/>
                <a:gd name="connsiteY50" fmla="*/ 47134 h 1621410"/>
                <a:gd name="connsiteX51" fmla="*/ 2318994 w 3657600"/>
                <a:gd name="connsiteY51" fmla="*/ 56561 h 1621410"/>
                <a:gd name="connsiteX52" fmla="*/ 2347275 w 3657600"/>
                <a:gd name="connsiteY52" fmla="*/ 65987 h 1621410"/>
                <a:gd name="connsiteX53" fmla="*/ 2394409 w 3657600"/>
                <a:gd name="connsiteY53" fmla="*/ 75414 h 1621410"/>
                <a:gd name="connsiteX54" fmla="*/ 2460396 w 3657600"/>
                <a:gd name="connsiteY54" fmla="*/ 84841 h 1621410"/>
                <a:gd name="connsiteX55" fmla="*/ 2516957 w 3657600"/>
                <a:gd name="connsiteY55" fmla="*/ 94268 h 1621410"/>
                <a:gd name="connsiteX56" fmla="*/ 2620652 w 3657600"/>
                <a:gd name="connsiteY56" fmla="*/ 169682 h 1621410"/>
                <a:gd name="connsiteX57" fmla="*/ 2658359 w 3657600"/>
                <a:gd name="connsiteY57" fmla="*/ 207389 h 1621410"/>
                <a:gd name="connsiteX58" fmla="*/ 2714920 w 3657600"/>
                <a:gd name="connsiteY58" fmla="*/ 282804 h 1621410"/>
                <a:gd name="connsiteX59" fmla="*/ 2733773 w 3657600"/>
                <a:gd name="connsiteY59" fmla="*/ 311084 h 1621410"/>
                <a:gd name="connsiteX60" fmla="*/ 2780908 w 3657600"/>
                <a:gd name="connsiteY60" fmla="*/ 395926 h 1621410"/>
                <a:gd name="connsiteX61" fmla="*/ 2818615 w 3657600"/>
                <a:gd name="connsiteY61" fmla="*/ 471340 h 1621410"/>
                <a:gd name="connsiteX62" fmla="*/ 2865749 w 3657600"/>
                <a:gd name="connsiteY62" fmla="*/ 565608 h 1621410"/>
                <a:gd name="connsiteX63" fmla="*/ 2884602 w 3657600"/>
                <a:gd name="connsiteY63" fmla="*/ 603315 h 1621410"/>
                <a:gd name="connsiteX64" fmla="*/ 2922310 w 3657600"/>
                <a:gd name="connsiteY64" fmla="*/ 659876 h 1621410"/>
                <a:gd name="connsiteX65" fmla="*/ 2941163 w 3657600"/>
                <a:gd name="connsiteY65" fmla="*/ 688156 h 1621410"/>
                <a:gd name="connsiteX66" fmla="*/ 3007151 w 3657600"/>
                <a:gd name="connsiteY66" fmla="*/ 754144 h 1621410"/>
                <a:gd name="connsiteX67" fmla="*/ 3120272 w 3657600"/>
                <a:gd name="connsiteY67" fmla="*/ 886119 h 1621410"/>
                <a:gd name="connsiteX68" fmla="*/ 3148553 w 3657600"/>
                <a:gd name="connsiteY68" fmla="*/ 914400 h 1621410"/>
                <a:gd name="connsiteX69" fmla="*/ 3186260 w 3657600"/>
                <a:gd name="connsiteY69" fmla="*/ 942680 h 1621410"/>
                <a:gd name="connsiteX70" fmla="*/ 3242821 w 3657600"/>
                <a:gd name="connsiteY70" fmla="*/ 980387 h 1621410"/>
                <a:gd name="connsiteX71" fmla="*/ 3299382 w 3657600"/>
                <a:gd name="connsiteY71" fmla="*/ 1027521 h 1621410"/>
                <a:gd name="connsiteX72" fmla="*/ 3384223 w 3657600"/>
                <a:gd name="connsiteY72" fmla="*/ 1084082 h 1621410"/>
                <a:gd name="connsiteX73" fmla="*/ 3478491 w 3657600"/>
                <a:gd name="connsiteY73" fmla="*/ 1159497 h 1621410"/>
                <a:gd name="connsiteX74" fmla="*/ 3553905 w 3657600"/>
                <a:gd name="connsiteY74" fmla="*/ 1225484 h 1621410"/>
                <a:gd name="connsiteX75" fmla="*/ 3582186 w 3657600"/>
                <a:gd name="connsiteY75" fmla="*/ 1244338 h 1621410"/>
                <a:gd name="connsiteX76" fmla="*/ 3648173 w 3657600"/>
                <a:gd name="connsiteY76" fmla="*/ 1282045 h 1621410"/>
                <a:gd name="connsiteX77" fmla="*/ 3657600 w 3657600"/>
                <a:gd name="connsiteY77" fmla="*/ 1282045 h 162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3657600" h="1621410">
                  <a:moveTo>
                    <a:pt x="0" y="1621410"/>
                  </a:moveTo>
                  <a:cubicBezTo>
                    <a:pt x="125691" y="1618268"/>
                    <a:pt x="251609" y="1620165"/>
                    <a:pt x="377072" y="1611983"/>
                  </a:cubicBezTo>
                  <a:cubicBezTo>
                    <a:pt x="396903" y="1610690"/>
                    <a:pt x="414146" y="1597028"/>
                    <a:pt x="433633" y="1593130"/>
                  </a:cubicBezTo>
                  <a:cubicBezTo>
                    <a:pt x="449344" y="1589988"/>
                    <a:pt x="465223" y="1587589"/>
                    <a:pt x="480767" y="1583703"/>
                  </a:cubicBezTo>
                  <a:cubicBezTo>
                    <a:pt x="502151" y="1578357"/>
                    <a:pt x="528767" y="1566664"/>
                    <a:pt x="546755" y="1555422"/>
                  </a:cubicBezTo>
                  <a:cubicBezTo>
                    <a:pt x="616272" y="1511974"/>
                    <a:pt x="567637" y="1525114"/>
                    <a:pt x="650450" y="1442301"/>
                  </a:cubicBezTo>
                  <a:cubicBezTo>
                    <a:pt x="719267" y="1373484"/>
                    <a:pt x="660299" y="1438549"/>
                    <a:pt x="716437" y="1357460"/>
                  </a:cubicBezTo>
                  <a:cubicBezTo>
                    <a:pt x="734323" y="1331624"/>
                    <a:pt x="758945" y="1310150"/>
                    <a:pt x="772998" y="1282045"/>
                  </a:cubicBezTo>
                  <a:cubicBezTo>
                    <a:pt x="797814" y="1232414"/>
                    <a:pt x="781915" y="1254275"/>
                    <a:pt x="820132" y="1216058"/>
                  </a:cubicBezTo>
                  <a:cubicBezTo>
                    <a:pt x="823274" y="1206631"/>
                    <a:pt x="824629" y="1196405"/>
                    <a:pt x="829559" y="1187777"/>
                  </a:cubicBezTo>
                  <a:cubicBezTo>
                    <a:pt x="837354" y="1174136"/>
                    <a:pt x="848707" y="1162855"/>
                    <a:pt x="857839" y="1150070"/>
                  </a:cubicBezTo>
                  <a:cubicBezTo>
                    <a:pt x="890649" y="1104135"/>
                    <a:pt x="860961" y="1137521"/>
                    <a:pt x="904973" y="1093509"/>
                  </a:cubicBezTo>
                  <a:cubicBezTo>
                    <a:pt x="908115" y="1084082"/>
                    <a:pt x="910288" y="1074275"/>
                    <a:pt x="914400" y="1065229"/>
                  </a:cubicBezTo>
                  <a:cubicBezTo>
                    <a:pt x="944953" y="998013"/>
                    <a:pt x="941445" y="1005809"/>
                    <a:pt x="970961" y="961534"/>
                  </a:cubicBezTo>
                  <a:cubicBezTo>
                    <a:pt x="974103" y="945823"/>
                    <a:pt x="974437" y="929277"/>
                    <a:pt x="980388" y="914400"/>
                  </a:cubicBezTo>
                  <a:cubicBezTo>
                    <a:pt x="993436" y="881781"/>
                    <a:pt x="1014474" y="852751"/>
                    <a:pt x="1027522" y="820132"/>
                  </a:cubicBezTo>
                  <a:cubicBezTo>
                    <a:pt x="1033807" y="804421"/>
                    <a:pt x="1039504" y="788461"/>
                    <a:pt x="1046376" y="772998"/>
                  </a:cubicBezTo>
                  <a:cubicBezTo>
                    <a:pt x="1052083" y="760156"/>
                    <a:pt x="1060010" y="748338"/>
                    <a:pt x="1065229" y="735290"/>
                  </a:cubicBezTo>
                  <a:cubicBezTo>
                    <a:pt x="1087631" y="679284"/>
                    <a:pt x="1079621" y="689635"/>
                    <a:pt x="1093510" y="641022"/>
                  </a:cubicBezTo>
                  <a:cubicBezTo>
                    <a:pt x="1096240" y="631468"/>
                    <a:pt x="1100322" y="622328"/>
                    <a:pt x="1102936" y="612742"/>
                  </a:cubicBezTo>
                  <a:cubicBezTo>
                    <a:pt x="1109754" y="587743"/>
                    <a:pt x="1113596" y="561910"/>
                    <a:pt x="1121790" y="537328"/>
                  </a:cubicBezTo>
                  <a:cubicBezTo>
                    <a:pt x="1124932" y="527901"/>
                    <a:pt x="1128362" y="518565"/>
                    <a:pt x="1131217" y="509047"/>
                  </a:cubicBezTo>
                  <a:cubicBezTo>
                    <a:pt x="1132533" y="504660"/>
                    <a:pt x="1162814" y="394645"/>
                    <a:pt x="1168924" y="386499"/>
                  </a:cubicBezTo>
                  <a:lnTo>
                    <a:pt x="1197204" y="348792"/>
                  </a:lnTo>
                  <a:cubicBezTo>
                    <a:pt x="1231587" y="245644"/>
                    <a:pt x="1176751" y="401884"/>
                    <a:pt x="1225485" y="292231"/>
                  </a:cubicBezTo>
                  <a:cubicBezTo>
                    <a:pt x="1233556" y="274070"/>
                    <a:pt x="1233314" y="252206"/>
                    <a:pt x="1244338" y="235670"/>
                  </a:cubicBezTo>
                  <a:cubicBezTo>
                    <a:pt x="1250623" y="226243"/>
                    <a:pt x="1258125" y="217523"/>
                    <a:pt x="1263192" y="207389"/>
                  </a:cubicBezTo>
                  <a:cubicBezTo>
                    <a:pt x="1270760" y="192254"/>
                    <a:pt x="1274478" y="175390"/>
                    <a:pt x="1282046" y="160255"/>
                  </a:cubicBezTo>
                  <a:cubicBezTo>
                    <a:pt x="1299852" y="124643"/>
                    <a:pt x="1309982" y="109376"/>
                    <a:pt x="1338606" y="84841"/>
                  </a:cubicBezTo>
                  <a:cubicBezTo>
                    <a:pt x="1350535" y="74616"/>
                    <a:pt x="1361957" y="62942"/>
                    <a:pt x="1376314" y="56561"/>
                  </a:cubicBezTo>
                  <a:cubicBezTo>
                    <a:pt x="1390956" y="50054"/>
                    <a:pt x="1407737" y="50276"/>
                    <a:pt x="1423448" y="47134"/>
                  </a:cubicBezTo>
                  <a:cubicBezTo>
                    <a:pt x="1436017" y="40849"/>
                    <a:pt x="1447997" y="33214"/>
                    <a:pt x="1461155" y="28280"/>
                  </a:cubicBezTo>
                  <a:cubicBezTo>
                    <a:pt x="1480516" y="21019"/>
                    <a:pt x="1528069" y="13908"/>
                    <a:pt x="1545996" y="9427"/>
                  </a:cubicBezTo>
                  <a:cubicBezTo>
                    <a:pt x="1555636" y="7017"/>
                    <a:pt x="1564850" y="3142"/>
                    <a:pt x="1574277" y="0"/>
                  </a:cubicBezTo>
                  <a:cubicBezTo>
                    <a:pt x="1615614" y="103345"/>
                    <a:pt x="1575495" y="-3110"/>
                    <a:pt x="1602557" y="84841"/>
                  </a:cubicBezTo>
                  <a:cubicBezTo>
                    <a:pt x="1611324" y="113333"/>
                    <a:pt x="1630837" y="169682"/>
                    <a:pt x="1630837" y="169682"/>
                  </a:cubicBezTo>
                  <a:cubicBezTo>
                    <a:pt x="1649691" y="125690"/>
                    <a:pt x="1648188" y="65154"/>
                    <a:pt x="1687398" y="37707"/>
                  </a:cubicBezTo>
                  <a:cubicBezTo>
                    <a:pt x="1713430" y="19485"/>
                    <a:pt x="1732548" y="140910"/>
                    <a:pt x="1734532" y="150829"/>
                  </a:cubicBezTo>
                  <a:cubicBezTo>
                    <a:pt x="1747101" y="119406"/>
                    <a:pt x="1760090" y="88148"/>
                    <a:pt x="1772239" y="56561"/>
                  </a:cubicBezTo>
                  <a:cubicBezTo>
                    <a:pt x="1775806" y="47286"/>
                    <a:pt x="1776553" y="19759"/>
                    <a:pt x="1781666" y="28280"/>
                  </a:cubicBezTo>
                  <a:cubicBezTo>
                    <a:pt x="1794998" y="50499"/>
                    <a:pt x="1793702" y="78696"/>
                    <a:pt x="1800520" y="103695"/>
                  </a:cubicBezTo>
                  <a:cubicBezTo>
                    <a:pt x="1803135" y="113281"/>
                    <a:pt x="1806805" y="122548"/>
                    <a:pt x="1809947" y="131975"/>
                  </a:cubicBezTo>
                  <a:cubicBezTo>
                    <a:pt x="1825658" y="97410"/>
                    <a:pt x="1828507" y="53282"/>
                    <a:pt x="1857081" y="28280"/>
                  </a:cubicBezTo>
                  <a:cubicBezTo>
                    <a:pt x="1868905" y="17934"/>
                    <a:pt x="1870024" y="69395"/>
                    <a:pt x="1885361" y="65987"/>
                  </a:cubicBezTo>
                  <a:cubicBezTo>
                    <a:pt x="1911389" y="60203"/>
                    <a:pt x="1923068" y="28280"/>
                    <a:pt x="1941922" y="9427"/>
                  </a:cubicBezTo>
                  <a:cubicBezTo>
                    <a:pt x="1948207" y="25138"/>
                    <a:pt x="1949846" y="43643"/>
                    <a:pt x="1960776" y="56561"/>
                  </a:cubicBezTo>
                  <a:cubicBezTo>
                    <a:pt x="2021189" y="127958"/>
                    <a:pt x="2018086" y="122798"/>
                    <a:pt x="2073897" y="141402"/>
                  </a:cubicBezTo>
                  <a:cubicBezTo>
                    <a:pt x="2080182" y="128833"/>
                    <a:pt x="2087817" y="116853"/>
                    <a:pt x="2092751" y="103695"/>
                  </a:cubicBezTo>
                  <a:cubicBezTo>
                    <a:pt x="2097300" y="91564"/>
                    <a:pt x="2095750" y="77236"/>
                    <a:pt x="2102178" y="65987"/>
                  </a:cubicBezTo>
                  <a:cubicBezTo>
                    <a:pt x="2108792" y="54412"/>
                    <a:pt x="2121031" y="47134"/>
                    <a:pt x="2130458" y="37707"/>
                  </a:cubicBezTo>
                  <a:cubicBezTo>
                    <a:pt x="2152454" y="40849"/>
                    <a:pt x="2174337" y="44923"/>
                    <a:pt x="2196446" y="47134"/>
                  </a:cubicBezTo>
                  <a:cubicBezTo>
                    <a:pt x="2237213" y="51211"/>
                    <a:pt x="2278340" y="51479"/>
                    <a:pt x="2318994" y="56561"/>
                  </a:cubicBezTo>
                  <a:cubicBezTo>
                    <a:pt x="2328854" y="57793"/>
                    <a:pt x="2337635" y="63577"/>
                    <a:pt x="2347275" y="65987"/>
                  </a:cubicBezTo>
                  <a:cubicBezTo>
                    <a:pt x="2362819" y="69873"/>
                    <a:pt x="2378605" y="72780"/>
                    <a:pt x="2394409" y="75414"/>
                  </a:cubicBezTo>
                  <a:cubicBezTo>
                    <a:pt x="2416326" y="79067"/>
                    <a:pt x="2438435" y="81462"/>
                    <a:pt x="2460396" y="84841"/>
                  </a:cubicBezTo>
                  <a:cubicBezTo>
                    <a:pt x="2479287" y="87747"/>
                    <a:pt x="2498103" y="91126"/>
                    <a:pt x="2516957" y="94268"/>
                  </a:cubicBezTo>
                  <a:cubicBezTo>
                    <a:pt x="2561056" y="123667"/>
                    <a:pt x="2581755" y="135107"/>
                    <a:pt x="2620652" y="169682"/>
                  </a:cubicBezTo>
                  <a:cubicBezTo>
                    <a:pt x="2633937" y="181491"/>
                    <a:pt x="2646980" y="193734"/>
                    <a:pt x="2658359" y="207389"/>
                  </a:cubicBezTo>
                  <a:cubicBezTo>
                    <a:pt x="2678475" y="231529"/>
                    <a:pt x="2697490" y="256658"/>
                    <a:pt x="2714920" y="282804"/>
                  </a:cubicBezTo>
                  <a:cubicBezTo>
                    <a:pt x="2721204" y="292231"/>
                    <a:pt x="2728706" y="300951"/>
                    <a:pt x="2733773" y="311084"/>
                  </a:cubicBezTo>
                  <a:cubicBezTo>
                    <a:pt x="2776977" y="397493"/>
                    <a:pt x="2725283" y="321759"/>
                    <a:pt x="2780908" y="395926"/>
                  </a:cubicBezTo>
                  <a:cubicBezTo>
                    <a:pt x="2808199" y="477803"/>
                    <a:pt x="2762964" y="348906"/>
                    <a:pt x="2818615" y="471340"/>
                  </a:cubicBezTo>
                  <a:cubicBezTo>
                    <a:pt x="2896806" y="643360"/>
                    <a:pt x="2782561" y="432508"/>
                    <a:pt x="2865749" y="565608"/>
                  </a:cubicBezTo>
                  <a:cubicBezTo>
                    <a:pt x="2873197" y="577524"/>
                    <a:pt x="2877372" y="591265"/>
                    <a:pt x="2884602" y="603315"/>
                  </a:cubicBezTo>
                  <a:cubicBezTo>
                    <a:pt x="2896260" y="622745"/>
                    <a:pt x="2909741" y="641022"/>
                    <a:pt x="2922310" y="659876"/>
                  </a:cubicBezTo>
                  <a:cubicBezTo>
                    <a:pt x="2928594" y="669303"/>
                    <a:pt x="2933152" y="680145"/>
                    <a:pt x="2941163" y="688156"/>
                  </a:cubicBezTo>
                  <a:cubicBezTo>
                    <a:pt x="2963159" y="710152"/>
                    <a:pt x="2991147" y="727470"/>
                    <a:pt x="3007151" y="754144"/>
                  </a:cubicBezTo>
                  <a:cubicBezTo>
                    <a:pt x="3056008" y="835573"/>
                    <a:pt x="3022475" y="788322"/>
                    <a:pt x="3120272" y="886119"/>
                  </a:cubicBezTo>
                  <a:cubicBezTo>
                    <a:pt x="3129699" y="895546"/>
                    <a:pt x="3137888" y="906401"/>
                    <a:pt x="3148553" y="914400"/>
                  </a:cubicBezTo>
                  <a:cubicBezTo>
                    <a:pt x="3161122" y="923827"/>
                    <a:pt x="3173389" y="933670"/>
                    <a:pt x="3186260" y="942680"/>
                  </a:cubicBezTo>
                  <a:cubicBezTo>
                    <a:pt x="3204823" y="955674"/>
                    <a:pt x="3225414" y="965881"/>
                    <a:pt x="3242821" y="980387"/>
                  </a:cubicBezTo>
                  <a:cubicBezTo>
                    <a:pt x="3261675" y="996098"/>
                    <a:pt x="3279534" y="1013086"/>
                    <a:pt x="3299382" y="1027521"/>
                  </a:cubicBezTo>
                  <a:cubicBezTo>
                    <a:pt x="3348973" y="1063587"/>
                    <a:pt x="3341303" y="1045064"/>
                    <a:pt x="3384223" y="1084082"/>
                  </a:cubicBezTo>
                  <a:cubicBezTo>
                    <a:pt x="3468766" y="1160939"/>
                    <a:pt x="3417018" y="1139005"/>
                    <a:pt x="3478491" y="1159497"/>
                  </a:cubicBezTo>
                  <a:cubicBezTo>
                    <a:pt x="3587947" y="1241589"/>
                    <a:pt x="3440002" y="1127853"/>
                    <a:pt x="3553905" y="1225484"/>
                  </a:cubicBezTo>
                  <a:cubicBezTo>
                    <a:pt x="3562507" y="1232857"/>
                    <a:pt x="3572967" y="1237753"/>
                    <a:pt x="3582186" y="1244338"/>
                  </a:cubicBezTo>
                  <a:cubicBezTo>
                    <a:pt x="3619098" y="1270703"/>
                    <a:pt x="3610519" y="1272631"/>
                    <a:pt x="3648173" y="1282045"/>
                  </a:cubicBezTo>
                  <a:cubicBezTo>
                    <a:pt x="3651222" y="1282807"/>
                    <a:pt x="3654458" y="1282045"/>
                    <a:pt x="3657600" y="1282045"/>
                  </a:cubicBezTo>
                </a:path>
              </a:pathLst>
            </a:custGeom>
            <a:noFill/>
            <a:ln>
              <a:solidFill>
                <a:schemeClr val="dk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218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D460-2915-F09F-3B4E-050045FA5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需要的输入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A069B-A7FB-0C5E-369A-2533E61CE8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4FB8A-6813-88B1-A341-6D7986F39C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0AEB6-E1C8-3EDA-E5F5-C618ED39D501}"/>
              </a:ext>
            </a:extLst>
          </p:cNvPr>
          <p:cNvSpPr txBox="1"/>
          <p:nvPr/>
        </p:nvSpPr>
        <p:spPr>
          <a:xfrm>
            <a:off x="603115" y="1361872"/>
            <a:ext cx="8492247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AutoNum type="arabicPeriod"/>
            </a:pPr>
            <a:r>
              <a:rPr lang="en-US" altLang="zh-CN" dirty="0">
                <a:solidFill>
                  <a:schemeClr val="tx1"/>
                </a:solidFill>
              </a:rPr>
              <a:t>BBA</a:t>
            </a:r>
            <a:r>
              <a:rPr lang="zh-CN" altLang="en-US" dirty="0">
                <a:solidFill>
                  <a:schemeClr val="tx1"/>
                </a:solidFill>
              </a:rPr>
              <a:t>用的是哪种控制方法：扭矩转角控制法（</a:t>
            </a:r>
            <a:r>
              <a:rPr lang="en-US" altLang="zh-CN" dirty="0">
                <a:solidFill>
                  <a:schemeClr val="tx1"/>
                </a:solidFill>
              </a:rPr>
              <a:t>T-A</a:t>
            </a:r>
            <a:r>
              <a:rPr lang="zh-CN" altLang="en-US" dirty="0">
                <a:solidFill>
                  <a:schemeClr val="tx1"/>
                </a:solidFill>
              </a:rPr>
              <a:t>）？有无其他控制策略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实际生产时拧紧工艺介绍（多步？存在反松？控制策略？）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实际生产数据，包含</a:t>
            </a:r>
            <a:r>
              <a:rPr lang="en-US" altLang="zh-CN" dirty="0">
                <a:solidFill>
                  <a:schemeClr val="tx1"/>
                </a:solidFill>
              </a:rPr>
              <a:t>pass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failed</a:t>
            </a:r>
            <a:r>
              <a:rPr lang="zh-CN" altLang="en-US" dirty="0">
                <a:solidFill>
                  <a:schemeClr val="tx1"/>
                </a:solidFill>
              </a:rPr>
              <a:t>的样本</a:t>
            </a:r>
            <a:endParaRPr lang="en-US" altLang="zh-CN" dirty="0">
              <a:solidFill>
                <a:schemeClr val="tx1"/>
              </a:solidFill>
            </a:endParaRPr>
          </a:p>
          <a:p>
            <a:pPr marL="342900" indent="-342900" algn="l">
              <a:buAutoNum type="arabicPeriod"/>
            </a:pPr>
            <a:endParaRPr lang="en-US" altLang="zh-CN" dirty="0">
              <a:solidFill>
                <a:schemeClr val="tx1"/>
              </a:solidFill>
            </a:endParaRPr>
          </a:p>
          <a:p>
            <a:pPr algn="l"/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062366"/>
      </p:ext>
    </p:extLst>
  </p:cSld>
  <p:clrMapOvr>
    <a:masterClrMapping/>
  </p:clrMapOvr>
</p:sld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Light Petrol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cd9a0e1-5699-4f31-8de9-7cb9800e9168">
      <UserInfo>
        <DisplayName>Zhang, Ling (T CED INW-CN)</DisplayName>
        <AccountId>61</AccountId>
        <AccountType/>
      </UserInfo>
    </SharedWithUsers>
    <lcf76f155ced4ddcb4097134ff3c332f xmlns="7dbd69c8-eea9-4f34-98f8-35eb9d02cc04">
      <Terms xmlns="http://schemas.microsoft.com/office/infopath/2007/PartnerControls"/>
    </lcf76f155ced4ddcb4097134ff3c332f>
    <TaxCatchAll xmlns="56810815-8df0-4f10-8da7-34164765fbe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5A0EA4EF017646A7E08F97FB0021F0" ma:contentTypeVersion="17" ma:contentTypeDescription="Create a new document." ma:contentTypeScope="" ma:versionID="97a04177730ad39d567013eee87f6780">
  <xsd:schema xmlns:xsd="http://www.w3.org/2001/XMLSchema" xmlns:xs="http://www.w3.org/2001/XMLSchema" xmlns:p="http://schemas.microsoft.com/office/2006/metadata/properties" xmlns:ns2="7dbd69c8-eea9-4f34-98f8-35eb9d02cc04" xmlns:ns3="1cd9a0e1-5699-4f31-8de9-7cb9800e9168" xmlns:ns4="56810815-8df0-4f10-8da7-34164765fbe3" targetNamespace="http://schemas.microsoft.com/office/2006/metadata/properties" ma:root="true" ma:fieldsID="e67e1765e53aab510bf045672004a697" ns2:_="" ns3:_="" ns4:_="">
    <xsd:import namespace="7dbd69c8-eea9-4f34-98f8-35eb9d02cc04"/>
    <xsd:import namespace="1cd9a0e1-5699-4f31-8de9-7cb9800e9168"/>
    <xsd:import namespace="56810815-8df0-4f10-8da7-34164765fb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d69c8-eea9-4f34-98f8-35eb9d02c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63edab7-d5f1-4c02-989a-0e8ed7c6c3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d9a0e1-5699-4f31-8de9-7cb9800e916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10815-8df0-4f10-8da7-34164765fbe3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6e4b5190-d085-4e9b-a26f-e9a692cecc16}" ma:internalName="TaxCatchAll" ma:showField="CatchAllData" ma:web="1cd9a0e1-5699-4f31-8de9-7cb9800e91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1B56C1-0A02-4ED6-8F06-D0230C8C559A}">
  <ds:schemaRefs>
    <ds:schemaRef ds:uri="http://schemas.microsoft.com/office/2006/metadata/properties"/>
    <ds:schemaRef ds:uri="http://schemas.microsoft.com/office/infopath/2007/PartnerControls"/>
    <ds:schemaRef ds:uri="1cd9a0e1-5699-4f31-8de9-7cb9800e9168"/>
    <ds:schemaRef ds:uri="7dbd69c8-eea9-4f34-98f8-35eb9d02cc04"/>
    <ds:schemaRef ds:uri="56810815-8df0-4f10-8da7-34164765fbe3"/>
  </ds:schemaRefs>
</ds:datastoreItem>
</file>

<file path=customXml/itemProps2.xml><?xml version="1.0" encoding="utf-8"?>
<ds:datastoreItem xmlns:ds="http://schemas.openxmlformats.org/officeDocument/2006/customXml" ds:itemID="{6045AC04-3DF2-413D-BDDE-8D2E265FEA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352863-A3ED-4760-80C2-22D179D526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bd69c8-eea9-4f34-98f8-35eb9d02cc04"/>
    <ds:schemaRef ds:uri="1cd9a0e1-5699-4f31-8de9-7cb9800e9168"/>
    <ds:schemaRef ds:uri="56810815-8df0-4f10-8da7-34164765fb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2641</TotalTime>
  <Words>556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Siemens 2022</vt:lpstr>
      <vt:lpstr>Retrofits on current solution</vt:lpstr>
      <vt:lpstr>New method</vt:lpstr>
      <vt:lpstr>New method</vt:lpstr>
      <vt:lpstr>New method</vt:lpstr>
      <vt:lpstr>New method</vt:lpstr>
      <vt:lpstr>需要的输入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AG PowerPoint Presentation</dc:title>
  <cp:keywords>Template</cp:keywords>
  <dc:description>Version 3.4.3
December 2022</dc:description>
  <cp:lastModifiedBy>Yang, Shao Peng (T CED INW-CN)</cp:lastModifiedBy>
  <cp:revision>15</cp:revision>
  <dcterms:created xsi:type="dcterms:W3CDTF">2020-07-27T12:43:17Z</dcterms:created>
  <dcterms:modified xsi:type="dcterms:W3CDTF">2023-11-15T02:40:25Z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number">
    <vt:lpwstr>4.0.0</vt:lpwstr>
  </property>
  <property fmtid="{D5CDD505-2E9C-101B-9397-08002B2CF9AE}" pid="3" name="Language">
    <vt:lpwstr>English</vt:lpwstr>
  </property>
  <property fmtid="{D5CDD505-2E9C-101B-9397-08002B2CF9AE}" pid="4" name="MSIP_Label_9d258917-277f-42cd-a3cd-14c4e9ee58bc_Enabled">
    <vt:lpwstr>true</vt:lpwstr>
  </property>
  <property fmtid="{D5CDD505-2E9C-101B-9397-08002B2CF9AE}" pid="5" name="MSIP_Label_9d258917-277f-42cd-a3cd-14c4e9ee58bc_SetDate">
    <vt:lpwstr>2023-02-21T02:46:45Z</vt:lpwstr>
  </property>
  <property fmtid="{D5CDD505-2E9C-101B-9397-08002B2CF9AE}" pid="6" name="MSIP_Label_9d258917-277f-42cd-a3cd-14c4e9ee58bc_Method">
    <vt:lpwstr>Standard</vt:lpwstr>
  </property>
  <property fmtid="{D5CDD505-2E9C-101B-9397-08002B2CF9AE}" pid="7" name="MSIP_Label_9d258917-277f-42cd-a3cd-14c4e9ee58bc_Name">
    <vt:lpwstr>restricted</vt:lpwstr>
  </property>
  <property fmtid="{D5CDD505-2E9C-101B-9397-08002B2CF9AE}" pid="8" name="MSIP_Label_9d258917-277f-42cd-a3cd-14c4e9ee58bc_SiteId">
    <vt:lpwstr>38ae3bcd-9579-4fd4-adda-b42e1495d55a</vt:lpwstr>
  </property>
  <property fmtid="{D5CDD505-2E9C-101B-9397-08002B2CF9AE}" pid="9" name="MSIP_Label_9d258917-277f-42cd-a3cd-14c4e9ee58bc_ActionId">
    <vt:lpwstr>bebad7c8-eb07-406d-be2a-fa0c82b9d6c4</vt:lpwstr>
  </property>
  <property fmtid="{D5CDD505-2E9C-101B-9397-08002B2CF9AE}" pid="10" name="MSIP_Label_9d258917-277f-42cd-a3cd-14c4e9ee58bc_ContentBits">
    <vt:lpwstr>0</vt:lpwstr>
  </property>
  <property fmtid="{D5CDD505-2E9C-101B-9397-08002B2CF9AE}" pid="11" name="Document_Confidentiality">
    <vt:lpwstr>Restricted</vt:lpwstr>
  </property>
  <property fmtid="{D5CDD505-2E9C-101B-9397-08002B2CF9AE}" pid="12" name="ContentTypeId">
    <vt:lpwstr>0x010100035A0EA4EF017646A7E08F97FB0021F0</vt:lpwstr>
  </property>
</Properties>
</file>