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8581" r:id="rId5"/>
    <p:sldId id="8596" r:id="rId6"/>
    <p:sldId id="8597" r:id="rId7"/>
    <p:sldId id="8588" r:id="rId8"/>
  </p:sldIdLst>
  <p:sldSz cx="12192000" cy="6858000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aS Internal" id="{DB952CA2-F37E-4B72-9E03-5C01D6602214}">
          <p14:sldIdLst>
            <p14:sldId id="8581"/>
            <p14:sldId id="8596"/>
            <p14:sldId id="8597"/>
            <p14:sldId id="8588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ny Welle" initials="DW" lastIdx="1" clrIdx="0">
    <p:extLst>
      <p:ext uri="{19B8F6BF-5375-455C-9EA6-DF929625EA0E}">
        <p15:presenceInfo xmlns:p15="http://schemas.microsoft.com/office/powerpoint/2012/main" userId="S::denwelle1@publicisgroupe.net::08b00602-60fa-48c3-96fb-06a947b67cd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  <a:insideH>
            <a:ln w="12700" cmpd="sng">
              <a:solidFill>
                <a:schemeClr val="accent6">
                  <a:alpha val="15000"/>
                </a:schemeClr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  <a:fill>
          <a:solidFill>
            <a:schemeClr val="accent6">
              <a:alpha val="5000"/>
            </a:schemeClr>
          </a:solidFill>
        </a:fill>
      </a:tcStyle>
    </a:band1H>
    <a:band2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</a:tcStyle>
    </a:band2H>
    <a:band1V>
      <a:tcStyle>
        <a:tcBdr/>
        <a:fill>
          <a:solidFill>
            <a:schemeClr val="accent6">
              <a:alpha val="5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84" autoAdjust="0"/>
    <p:restoredTop sz="97461" autoAdjust="0"/>
  </p:normalViewPr>
  <p:slideViewPr>
    <p:cSldViewPr snapToGrid="0" showGuides="1">
      <p:cViewPr varScale="1">
        <p:scale>
          <a:sx n="108" d="100"/>
          <a:sy n="108" d="100"/>
        </p:scale>
        <p:origin x="918" y="9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47" d="100"/>
          <a:sy n="47" d="100"/>
        </p:scale>
        <p:origin x="2784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>
            <a:extLst>
              <a:ext uri="{FF2B5EF4-FFF2-40B4-BE49-F238E27FC236}">
                <a16:creationId xmlns:a16="http://schemas.microsoft.com/office/drawing/2014/main" id="{9A8492AF-21D1-4EA9-B88E-2B2469E5B0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6315530" cy="2676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50" b="1" dirty="0"/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F2C5CF11-9AB8-4366-83D6-4A911EAE67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362908" y="1"/>
            <a:ext cx="2563730" cy="2676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1F2B9-B350-4061-A6D1-2A3340A8623F}" type="datetimeFigureOut">
              <a:rPr lang="en-US" sz="1050" smtClean="0"/>
              <a:t>8/11/2022</a:t>
            </a:fld>
            <a:endParaRPr lang="en-US" sz="1050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797856F-D8D3-4EDB-AD63-B3F8432142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30050"/>
            <a:ext cx="6315530" cy="2676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50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A566997-7A2F-418F-AC55-BAC678F9F1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362908" y="6530050"/>
            <a:ext cx="2563730" cy="2676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sz="1050" b="1" dirty="0">
                <a:solidFill>
                  <a:schemeClr val="accent2"/>
                </a:solidFill>
              </a:rPr>
              <a:t>Hand out</a:t>
            </a:r>
            <a:r>
              <a:rPr lang="en-US" sz="1050" dirty="0">
                <a:solidFill>
                  <a:schemeClr val="accent2"/>
                </a:solidFill>
              </a:rPr>
              <a:t> </a:t>
            </a:r>
            <a:fld id="{C92BABF8-1341-4DCB-864A-D83C08BEEAE4}" type="slidenum">
              <a:rPr lang="en-US" sz="1050" smtClean="0"/>
              <a:t>‹#›</a:t>
            </a:fld>
            <a:endParaRPr lang="en-US" sz="1050" dirty="0"/>
          </a:p>
        </p:txBody>
      </p:sp>
      <p:pic>
        <p:nvPicPr>
          <p:cNvPr id="6" name="Siemens logo">
            <a:extLst>
              <a:ext uri="{FF2B5EF4-FFF2-40B4-BE49-F238E27FC236}">
                <a16:creationId xmlns:a16="http://schemas.microsoft.com/office/drawing/2014/main" id="{C5A460D9-E760-498F-8A06-286EB0B001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29586" y="409467"/>
            <a:ext cx="1667467" cy="13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83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xfrm>
            <a:off x="0" y="1"/>
            <a:ext cx="6315530" cy="2676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50" b="1"/>
            </a:lvl1pPr>
          </a:lstStyle>
          <a:p>
            <a:endParaRPr lang="en-US" dirty="0"/>
          </a:p>
        </p:txBody>
      </p:sp>
      <p:sp>
        <p:nvSpPr>
          <p:cNvPr id="3" name="Date"/>
          <p:cNvSpPr>
            <a:spLocks noGrp="1"/>
          </p:cNvSpPr>
          <p:nvPr>
            <p:ph type="dt" idx="1"/>
          </p:nvPr>
        </p:nvSpPr>
        <p:spPr>
          <a:xfrm>
            <a:off x="7362908" y="1"/>
            <a:ext cx="2563730" cy="2676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50"/>
            </a:lvl1pPr>
          </a:lstStyle>
          <a:p>
            <a:fld id="{76FBC1AF-E4C9-412F-9B6D-66CD520F95DB}" type="datetimeFigureOut">
              <a:rPr lang="en-US" smtClean="0"/>
              <a:pPr/>
              <a:t>8/11/2022</a:t>
            </a:fld>
            <a:endParaRPr lang="en-US" dirty="0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2717800" y="460375"/>
            <a:ext cx="4495800" cy="25288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xfrm>
            <a:off x="588825" y="3401514"/>
            <a:ext cx="8754200" cy="2943875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xfrm>
            <a:off x="0" y="6530050"/>
            <a:ext cx="6315530" cy="2676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50"/>
            </a:lvl1pPr>
          </a:lstStyle>
          <a:p>
            <a:endParaRPr lang="en-US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7362908" y="6530050"/>
            <a:ext cx="2563730" cy="2676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/>
            </a:lvl1pPr>
          </a:lstStyle>
          <a:p>
            <a:r>
              <a:rPr lang="en-US" b="1" dirty="0">
                <a:solidFill>
                  <a:schemeClr val="accent2"/>
                </a:solidFill>
              </a:rPr>
              <a:t>Notes</a:t>
            </a:r>
            <a:r>
              <a:rPr lang="en-US" dirty="0"/>
              <a:t> </a:t>
            </a:r>
            <a:fld id="{E76C657F-0E32-4130-ADDA-66B81138A7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30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6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720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86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00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15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8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1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8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1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A picture containing fireworks, star, table, sky&#10;&#10;Description automatically generated">
            <a:extLst>
              <a:ext uri="{FF2B5EF4-FFF2-40B4-BE49-F238E27FC236}">
                <a16:creationId xmlns:a16="http://schemas.microsoft.com/office/drawing/2014/main" id="{591CD5A4-BDEB-4734-8FA5-5C3B4A08A4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250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A close up of a light&#10;&#10;Description automatically generated">
            <a:extLst>
              <a:ext uri="{FF2B5EF4-FFF2-40B4-BE49-F238E27FC236}">
                <a16:creationId xmlns:a16="http://schemas.microsoft.com/office/drawing/2014/main" id="{F50DEF7C-D243-494F-A738-41FC9AF515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M3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117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A picture containing light, star&#10;&#10;Description automatically generated">
            <a:extLst>
              <a:ext uri="{FF2B5EF4-FFF2-40B4-BE49-F238E27FC236}">
                <a16:creationId xmlns:a16="http://schemas.microsoft.com/office/drawing/2014/main" id="{AA220E05-4C1E-4F58-BFC0-57C07A95F7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9288000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9615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8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Background pattern&#10;&#10;Description automatically generated">
            <a:extLst>
              <a:ext uri="{FF2B5EF4-FFF2-40B4-BE49-F238E27FC236}">
                <a16:creationId xmlns:a16="http://schemas.microsoft.com/office/drawing/2014/main" id="{70837433-2C09-4518-AF0D-697A97CAC3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591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6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Background pattern&#10;&#10;Description automatically generated">
            <a:extLst>
              <a:ext uri="{FF2B5EF4-FFF2-40B4-BE49-F238E27FC236}">
                <a16:creationId xmlns:a16="http://schemas.microsoft.com/office/drawing/2014/main" id="{DF3DAF0E-BB8A-4082-8CE7-1BBCE61C8C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769989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3"/>
            <a:ext cx="9288000" cy="16226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426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4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DE598EC2-770B-4F85-A209-57F0E77094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9288000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533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078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475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428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46D369A7-07BD-4B91-9E53-807AAAF0C3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665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DC2D4109-C5C2-42BB-B5A0-2F6793388E2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892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98AE3DB-A74B-4AD6-A37C-FBCFB647B93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6047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8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23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0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377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36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824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48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325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40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361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36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Subline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889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48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911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40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1962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36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475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48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6734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40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25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36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486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46221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9905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859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2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46221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4FC1DCA2-253A-4E87-91E4-D402488C8D7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111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1"/>
            <a:ext cx="9288000" cy="16226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543E2CC-A901-4194-A712-51CE520302B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902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399" y="1414463"/>
            <a:ext cx="11370437" cy="246221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2A2349A4-4A97-42CC-AE59-7EDEE385EDF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036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gnisphere" descr="A picture containing chart&#10;&#10;Description automatically generated">
            <a:extLst>
              <a:ext uri="{FF2B5EF4-FFF2-40B4-BE49-F238E27FC236}">
                <a16:creationId xmlns:a16="http://schemas.microsoft.com/office/drawing/2014/main" id="{FEC69F24-2876-47B9-A4B6-0ADE800ECD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5904675" cy="57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1163" y="1414463"/>
            <a:ext cx="5903912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902325" algn="r"/>
              </a:tabLst>
              <a:defRPr/>
            </a:lvl1pPr>
            <a:lvl2pPr>
              <a:spcAft>
                <a:spcPts val="900"/>
              </a:spcAft>
              <a:tabLst>
                <a:tab pos="5902325" algn="r"/>
              </a:tabLst>
              <a:defRPr/>
            </a:lvl2pPr>
            <a:lvl3pPr marL="180000">
              <a:spcAft>
                <a:spcPts val="900"/>
              </a:spcAft>
              <a:tabLst>
                <a:tab pos="5902325" algn="r"/>
              </a:tabLst>
              <a:defRPr b="1"/>
            </a:lvl3pPr>
            <a:lvl4pPr marL="360000">
              <a:spcAft>
                <a:spcPts val="900"/>
              </a:spcAft>
              <a:tabLst>
                <a:tab pos="5902325" algn="r"/>
              </a:tabLst>
              <a:defRPr/>
            </a:lvl4pPr>
            <a:lvl5pPr marL="360000">
              <a:spcAft>
                <a:spcPts val="900"/>
              </a:spcAft>
              <a:tabLst>
                <a:tab pos="5902325" algn="r"/>
              </a:tabLst>
              <a:defRPr b="1"/>
            </a:lvl5pPr>
            <a:lvl6pPr marL="180000">
              <a:spcAft>
                <a:spcPts val="600"/>
              </a:spcAft>
              <a:tabLst>
                <a:tab pos="5902325" algn="r"/>
              </a:tabLst>
              <a:defRPr sz="1600"/>
            </a:lvl6pPr>
            <a:lvl7pPr marL="180000">
              <a:spcAft>
                <a:spcPts val="600"/>
              </a:spcAft>
              <a:tabLst>
                <a:tab pos="5902325" algn="r"/>
              </a:tabLst>
              <a:defRPr sz="1600" b="1"/>
            </a:lvl7pPr>
            <a:lvl8pPr marL="360000">
              <a:spcAft>
                <a:spcPts val="600"/>
              </a:spcAft>
              <a:tabLst>
                <a:tab pos="5902325" algn="r"/>
              </a:tabLst>
              <a:defRPr sz="1600"/>
            </a:lvl8pPr>
            <a:lvl9pPr marL="360000">
              <a:spcAft>
                <a:spcPts val="600"/>
              </a:spcAft>
              <a:tabLst>
                <a:tab pos="5902325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747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5" pos="3978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19" pos="4248">
          <p15:clr>
            <a:srgbClr val="65CEF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/ 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823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002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 withou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626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2000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Full size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400" y="1054100"/>
            <a:ext cx="9252000" cy="149186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199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(Text 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7611160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FFC798E-B633-4D30-A7C1-DC796BD88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400" y="1054100"/>
            <a:ext cx="6156275" cy="2215991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42400" y="1054100"/>
            <a:ext cx="3744000" cy="5113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279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522" userDrawn="1">
          <p15:clr>
            <a:srgbClr val="65CEFF"/>
          </p15:clr>
        </p15:guide>
        <p15:guide id="3" pos="4794" userDrawn="1">
          <p15:clr>
            <a:srgbClr val="65CEFF"/>
          </p15:clr>
        </p15:guide>
        <p15:guide id="4" pos="5066" userDrawn="1">
          <p15:clr>
            <a:srgbClr val="65CEFF"/>
          </p15:clr>
        </p15:guide>
        <p15:guide id="5" pos="6472" userDrawn="1">
          <p15:clr>
            <a:srgbClr val="65CEFF"/>
          </p15:clr>
        </p15:guide>
        <p15:guide id="6" pos="7425" userDrawn="1">
          <p15:clr>
            <a:srgbClr val="65CEFF"/>
          </p15:clr>
        </p15:guide>
        <p15:guide id="7" orient="horz" pos="302" userDrawn="1">
          <p15:clr>
            <a:srgbClr val="65CEFF"/>
          </p15:clr>
        </p15:guide>
        <p15:guide id="8" orient="horz" pos="664" userDrawn="1">
          <p15:clr>
            <a:srgbClr val="65CEFF"/>
          </p15:clr>
        </p15:guide>
        <p15:guide id="9" orient="horz" pos="891" userDrawn="1">
          <p15:clr>
            <a:srgbClr val="65CEFF"/>
          </p15:clr>
        </p15:guide>
        <p15:guide id="10" orient="horz" pos="3658" userDrawn="1">
          <p15:clr>
            <a:srgbClr val="65CEFF"/>
          </p15:clr>
        </p15:guide>
        <p15:guide id="11" orient="horz" pos="3885" userDrawn="1">
          <p15:clr>
            <a:srgbClr val="65CEFF"/>
          </p15:clr>
        </p15:guide>
        <p15:guide id="12" orient="horz" pos="4157" userDrawn="1">
          <p15:clr>
            <a:srgbClr val="65CEF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 (with key visual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gnisphere" descr="A picture containing fish, monitor, keyboard, computer&#10;&#10;Description automatically generated">
            <a:extLst>
              <a:ext uri="{FF2B5EF4-FFF2-40B4-BE49-F238E27FC236}">
                <a16:creationId xmlns:a16="http://schemas.microsoft.com/office/drawing/2014/main" id="{AE83F1C5-95B7-47C3-B837-8191D1E397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491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534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 (with key visual)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gnisphere" descr="A picture containing sky, water, star&#10;&#10;Description automatically generated">
            <a:extLst>
              <a:ext uri="{FF2B5EF4-FFF2-40B4-BE49-F238E27FC236}">
                <a16:creationId xmlns:a16="http://schemas.microsoft.com/office/drawing/2014/main" id="{E2F7C1AE-8376-445B-98CD-DBE6E96E38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8126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3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083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3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42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6472" userDrawn="1">
          <p15:clr>
            <a:srgbClr val="65CEFF"/>
          </p15:clr>
        </p15:guide>
        <p15:guide id="4" pos="7425" userDrawn="1">
          <p15:clr>
            <a:srgbClr val="65CEFF"/>
          </p15:clr>
        </p15:guide>
        <p15:guide id="5" orient="horz" pos="302" userDrawn="1">
          <p15:clr>
            <a:srgbClr val="65CEFF"/>
          </p15:clr>
        </p15:guide>
        <p15:guide id="6" orient="horz" pos="664" userDrawn="1">
          <p15:clr>
            <a:srgbClr val="65CEFF"/>
          </p15:clr>
        </p15:guide>
        <p15:guide id="7" orient="horz" pos="891" userDrawn="1">
          <p15:clr>
            <a:srgbClr val="65CEFF"/>
          </p15:clr>
        </p15:guide>
        <p15:guide id="8" orient="horz" pos="3658" userDrawn="1">
          <p15:clr>
            <a:srgbClr val="65CEFF"/>
          </p15:clr>
        </p15:guide>
        <p15:guide id="9" orient="horz" pos="3885" userDrawn="1">
          <p15:clr>
            <a:srgbClr val="65CEFF"/>
          </p15:clr>
        </p15:guide>
        <p15:guide id="10" orient="horz" pos="4157" userDrawn="1">
          <p15:clr>
            <a:srgbClr val="65CEF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65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302" userDrawn="1">
          <p15:clr>
            <a:srgbClr val="65CEFF"/>
          </p15:clr>
        </p15:guide>
        <p15:guide id="5" orient="horz" pos="664" userDrawn="1">
          <p15:clr>
            <a:srgbClr val="65CEFF"/>
          </p15:clr>
        </p15:guide>
        <p15:guide id="6" orient="horz" pos="891" userDrawn="1">
          <p15:clr>
            <a:srgbClr val="65CEFF"/>
          </p15:clr>
        </p15:guide>
        <p15:guide id="7" orient="horz" pos="3658" userDrawn="1">
          <p15:clr>
            <a:srgbClr val="65CEFF"/>
          </p15:clr>
        </p15:guide>
        <p15:guide id="8" orient="horz" pos="3885" userDrawn="1">
          <p15:clr>
            <a:srgbClr val="65CEFF"/>
          </p15:clr>
        </p15:guide>
        <p15:guide id="9" orient="horz" pos="4157" userDrawn="1">
          <p15:clr>
            <a:srgbClr val="65CEF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4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3705" userDrawn="1">
          <p15:clr>
            <a:srgbClr val="65CEFF"/>
          </p15:clr>
        </p15:guide>
        <p15:guide id="3" pos="3978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3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910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4975" userDrawn="1">
          <p15:clr>
            <a:srgbClr val="65CEFF"/>
          </p15:clr>
        </p15:guide>
        <p15:guide id="5" pos="5157" userDrawn="1">
          <p15:clr>
            <a:srgbClr val="65CEFF"/>
          </p15:clr>
        </p15:guide>
        <p15:guide id="6" pos="6472" userDrawn="1">
          <p15:clr>
            <a:srgbClr val="65CEFF"/>
          </p15:clr>
        </p15:guide>
        <p15:guide id="7" pos="7425" userDrawn="1">
          <p15:clr>
            <a:srgbClr val="65CEFF"/>
          </p15:clr>
        </p15:guide>
        <p15:guide id="8" orient="horz" pos="302" userDrawn="1">
          <p15:clr>
            <a:srgbClr val="65CEFF"/>
          </p15:clr>
        </p15:guide>
        <p15:guide id="9" orient="horz" pos="664" userDrawn="1">
          <p15:clr>
            <a:srgbClr val="65CEFF"/>
          </p15:clr>
        </p15:guide>
        <p15:guide id="10" orient="horz" pos="891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2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3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py 4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860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3705" userDrawn="1">
          <p15:clr>
            <a:srgbClr val="65CEFF"/>
          </p15:clr>
        </p15:guide>
        <p15:guide id="3" pos="3978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2206" userDrawn="1">
          <p15:clr>
            <a:srgbClr val="65CEFF"/>
          </p15:clr>
        </p15:guide>
        <p15:guide id="10" orient="horz" pos="2343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161" y="1414800"/>
            <a:ext cx="7199313" cy="4752000"/>
          </a:xfrm>
          <a:solidFill>
            <a:schemeClr val="bg2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48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5066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out logo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0C7B869-3095-4D4F-B832-8B6077991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299C05E6-AE55-4C36-8543-1DA3751542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163" y="1414800"/>
            <a:ext cx="7199311" cy="4752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BA12055-C879-45E9-A105-2B26D233C9D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9AD82E40-8759-4AAC-B9F2-63E0F2C4CC7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610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5066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able Placeholder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04812" y="1414461"/>
            <a:ext cx="11376026" cy="43920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428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302" userDrawn="1">
          <p15:clr>
            <a:srgbClr val="65CEFF"/>
          </p15:clr>
        </p15:guide>
        <p15:guide id="5" orient="horz" pos="664" userDrawn="1">
          <p15:clr>
            <a:srgbClr val="65CEFF"/>
          </p15:clr>
        </p15:guide>
        <p15:guide id="6" orient="horz" pos="891" userDrawn="1">
          <p15:clr>
            <a:srgbClr val="65CEFF"/>
          </p15:clr>
        </p15:guide>
        <p15:guide id="7" orient="horz" pos="3658" userDrawn="1">
          <p15:clr>
            <a:srgbClr val="65CEFF"/>
          </p15:clr>
        </p15:guide>
        <p15:guide id="8" orient="horz" pos="3885" userDrawn="1">
          <p15:clr>
            <a:srgbClr val="65CEFF"/>
          </p15:clr>
        </p15:guide>
        <p15:guide id="9" orient="horz" pos="4157" userDrawn="1">
          <p15:clr>
            <a:srgbClr val="65CEFF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py 2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py 3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87189" y="1414462"/>
            <a:ext cx="3600000" cy="4392000"/>
          </a:xfrm>
          <a:prstGeom prst="rect">
            <a:avLst/>
          </a:prstGeom>
          <a:solidFill>
            <a:schemeClr val="tx2"/>
          </a:solidFill>
          <a:ln w="19050">
            <a:solidFill>
              <a:schemeClr val="tx1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accent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accent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accent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accent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E5DDD55C-5C17-4BCD-A9BB-FE8A69DC48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58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4975" userDrawn="1">
          <p15:clr>
            <a:srgbClr val="65CEFF"/>
          </p15:clr>
        </p15:guide>
        <p15:guide id="5" pos="5157" userDrawn="1">
          <p15:clr>
            <a:srgbClr val="65CEFF"/>
          </p15:clr>
        </p15:guide>
        <p15:guide id="6" pos="6472" userDrawn="1">
          <p15:clr>
            <a:srgbClr val="65CEFF"/>
          </p15:clr>
        </p15:guide>
        <p15:guide id="7" pos="7425" userDrawn="1">
          <p15:clr>
            <a:srgbClr val="65CEFF"/>
          </p15:clr>
        </p15:guide>
        <p15:guide id="8" orient="horz" pos="302" userDrawn="1">
          <p15:clr>
            <a:srgbClr val="65CEFF"/>
          </p15:clr>
        </p15:guide>
        <p15:guide id="9" orient="horz" pos="664" userDrawn="1">
          <p15:clr>
            <a:srgbClr val="65CEFF"/>
          </p15:clr>
        </p15:guide>
        <p15:guide id="10" orient="horz" pos="891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2400" y="1702799"/>
            <a:ext cx="925276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</a:extLst>
          </p:cNvPr>
          <p:cNvSpPr/>
          <p:nvPr/>
        </p:nvSpPr>
        <p:spPr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6AEDD147-ACC0-4A9C-9043-90612765C0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419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91" userDrawn="1">
          <p15:clr>
            <a:srgbClr val="65CEFF"/>
          </p15:clr>
        </p15:guide>
        <p15:guide id="5" orient="horz" pos="1073" userDrawn="1">
          <p15:clr>
            <a:srgbClr val="65CEFF"/>
          </p15:clr>
        </p15:guide>
        <p15:guide id="6" orient="horz" pos="2206" userDrawn="1">
          <p15:clr>
            <a:srgbClr val="65CEFF"/>
          </p15:clr>
        </p15:guide>
        <p15:guide id="7" orient="horz" pos="2343" userDrawn="1">
          <p15:clr>
            <a:srgbClr val="65CEFF"/>
          </p15:clr>
        </p15:guide>
        <p15:guide id="8" orient="horz" pos="3658" userDrawn="1">
          <p15:clr>
            <a:srgbClr val="65CEFF"/>
          </p15:clr>
        </p15:guide>
        <p15:guide id="9" orient="horz" pos="3885" userDrawn="1">
          <p15:clr>
            <a:srgbClr val="65CEFF"/>
          </p15:clr>
        </p15:guide>
        <p15:guide id="10" orient="horz" pos="4157" userDrawn="1">
          <p15:clr>
            <a:srgbClr val="65CEFF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2400" y="1702799"/>
            <a:ext cx="925200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1" name="Quote marks">
            <a:extLst>
              <a:ext uri="{FF2B5EF4-FFF2-40B4-BE49-F238E27FC236}">
                <a16:creationId xmlns:a16="http://schemas.microsoft.com/office/drawing/2014/main" id="{916E4245-F21C-4EAB-8B26-FEA21C26067F}"/>
              </a:ext>
            </a:extLst>
          </p:cNvPr>
          <p:cNvSpPr/>
          <p:nvPr userDrawn="1"/>
        </p:nvSpPr>
        <p:spPr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EC4F35EF-AC94-4800-9CB7-CA49CAFDD2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C7FBE7-01B9-4EC8-8BE1-F416F7C5B7A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AF2E271F-5AF7-408E-9752-03D1D6448E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12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91" userDrawn="1">
          <p15:clr>
            <a:srgbClr val="65CEFF"/>
          </p15:clr>
        </p15:guide>
        <p15:guide id="5" orient="horz" pos="1073" userDrawn="1">
          <p15:clr>
            <a:srgbClr val="65CEFF"/>
          </p15:clr>
        </p15:guide>
        <p15:guide id="6" orient="horz" pos="3658" userDrawn="1">
          <p15:clr>
            <a:srgbClr val="65CEFF"/>
          </p15:clr>
        </p15:guide>
        <p15:guide id="7" orient="horz" pos="3885" userDrawn="1">
          <p15:clr>
            <a:srgbClr val="65CEFF"/>
          </p15:clr>
        </p15:guide>
        <p15:guide id="8" orient="horz" pos="4157" userDrawn="1">
          <p15:clr>
            <a:srgbClr val="65CEF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400" y="1271538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9F9E844-3827-4B6C-9CB5-13C9A70DCD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52C2AF7-8539-453F-BD56-35B696DB20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400" y="1270799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9BD8BE5-BFF2-469D-8B93-9556FCC45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9372441-FA7E-4481-BBC2-24CB6D301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0EF6BB07-4F4E-4859-9572-DA63E35B93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4166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01" userDrawn="1">
          <p15:clr>
            <a:srgbClr val="65CEFF"/>
          </p15:clr>
        </p15:guide>
        <p15:guide id="5" orient="horz" pos="3658" userDrawn="1">
          <p15:clr>
            <a:srgbClr val="65CEFF"/>
          </p15:clr>
        </p15:guide>
        <p15:guide id="6" orient="horz" pos="4157" userDrawn="1">
          <p15:clr>
            <a:srgbClr val="65CEFF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163" y="1234800"/>
            <a:ext cx="9863237" cy="1162523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wrap="square" lIns="0" tIns="54000" rIns="0" bIns="0" anchor="t" anchorCtr="0">
            <a:spAutoFit/>
          </a:bodyPr>
          <a:lstStyle>
            <a:lvl1pPr marL="54000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2pPr>
            <a:lvl3pPr marL="18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4pPr>
            <a:lvl5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5pPr>
            <a:lvl6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7pPr>
            <a:lvl8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9pPr>
          </a:lstStyle>
          <a:p>
            <a:pPr lvl="0"/>
            <a:r>
              <a:rPr lang="en-US" dirty="0"/>
              <a:t>Click to edit the contact</a:t>
            </a:r>
          </a:p>
          <a:p>
            <a:pPr lvl="1"/>
            <a:r>
              <a:rPr lang="en-US" dirty="0"/>
              <a:t>Name etc.</a:t>
            </a:r>
          </a:p>
          <a:p>
            <a:pPr lvl="2"/>
            <a:r>
              <a:rPr lang="en-US" dirty="0"/>
              <a:t>Department etc.</a:t>
            </a:r>
          </a:p>
          <a:p>
            <a:pPr lvl="3"/>
            <a:r>
              <a:rPr lang="en-US" dirty="0"/>
              <a:t>subchapter</a:t>
            </a:r>
          </a:p>
          <a:p>
            <a:pPr lvl="4"/>
            <a:r>
              <a:rPr lang="en-US" dirty="0"/>
              <a:t>active subchapter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799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778" userDrawn="1">
          <p15:clr>
            <a:srgbClr val="65CEFF"/>
          </p15:clr>
        </p15:guide>
        <p15:guide id="5" orient="horz" pos="3658" userDrawn="1">
          <p15:clr>
            <a:srgbClr val="65CEFF"/>
          </p15:clr>
        </p15:guide>
        <p15:guide id="6" orient="horz" pos="4157" userDrawn="1">
          <p15:clr>
            <a:srgbClr val="65CEFF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58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  <p:sldLayoutId id="2147483748" r:id="rId19"/>
    <p:sldLayoutId id="2147483749" r:id="rId20"/>
    <p:sldLayoutId id="2147483750" r:id="rId21"/>
    <p:sldLayoutId id="2147483745" r:id="rId22"/>
    <p:sldLayoutId id="2147483746" r:id="rId23"/>
    <p:sldLayoutId id="2147483747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4" r:id="rId31"/>
    <p:sldLayoutId id="2147483708" r:id="rId32"/>
    <p:sldLayoutId id="2147483655" r:id="rId33"/>
    <p:sldLayoutId id="2147483742" r:id="rId34"/>
    <p:sldLayoutId id="2147483677" r:id="rId35"/>
    <p:sldLayoutId id="2147483709" r:id="rId36"/>
    <p:sldLayoutId id="2147483751" r:id="rId37"/>
    <p:sldLayoutId id="2147483691" r:id="rId38"/>
    <p:sldLayoutId id="2147483752" r:id="rId39"/>
    <p:sldLayoutId id="2147483692" r:id="rId40"/>
    <p:sldLayoutId id="2147483650" r:id="rId41"/>
    <p:sldLayoutId id="2147483665" r:id="rId42"/>
    <p:sldLayoutId id="2147483666" r:id="rId43"/>
    <p:sldLayoutId id="2147483697" r:id="rId44"/>
    <p:sldLayoutId id="2147483698" r:id="rId45"/>
    <p:sldLayoutId id="2147483652" r:id="rId46"/>
    <p:sldLayoutId id="2147483680" r:id="rId47"/>
    <p:sldLayoutId id="2147483694" r:id="rId48"/>
    <p:sldLayoutId id="2147483687" r:id="rId49"/>
    <p:sldLayoutId id="2147483681" r:id="rId50"/>
    <p:sldLayoutId id="2147483690" r:id="rId51"/>
    <p:sldLayoutId id="2147483711" r:id="rId52"/>
    <p:sldLayoutId id="2147483682" r:id="rId53"/>
    <p:sldLayoutId id="2147483678" r:id="rId5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3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0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A88A2-DC50-4F4E-86AE-230360255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1414464"/>
            <a:ext cx="11376788" cy="1846659"/>
          </a:xfrm>
        </p:spPr>
        <p:txBody>
          <a:bodyPr/>
          <a:lstStyle/>
          <a:p>
            <a:r>
              <a:rPr lang="en-US" sz="6000" dirty="0">
                <a:latin typeface="+mn-lt"/>
                <a:ea typeface="+mn-ea"/>
                <a:cs typeface="+mn-ea"/>
                <a:sym typeface="+mn-lt"/>
              </a:rPr>
              <a:t>Current data analysis, forecast and proposal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7100E5-230B-4537-8688-2A35E973E5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2400" dirty="0">
                <a:cs typeface="+mn-ea"/>
                <a:sym typeface="+mn-lt"/>
              </a:rPr>
              <a:t>西门子无锡创新中心</a:t>
            </a:r>
            <a:endParaRPr lang="en-US" sz="24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41017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0559BC-E7F9-4750-8FBE-7D46A9AE3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Analysis and Forecast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A49ED80-C7DA-4F82-B672-FC842ED7F80B}"/>
              </a:ext>
            </a:extLst>
          </p:cNvPr>
          <p:cNvSpPr txBox="1"/>
          <p:nvPr/>
        </p:nvSpPr>
        <p:spPr>
          <a:xfrm>
            <a:off x="788437" y="1674845"/>
            <a:ext cx="8266923" cy="38779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AutoNum type="arabicPeriod"/>
            </a:pPr>
            <a:r>
              <a:rPr lang="en-US" altLang="zh-CN" dirty="0"/>
              <a:t>Basic analysis</a:t>
            </a:r>
          </a:p>
          <a:p>
            <a:pPr marL="342900" indent="-342900" algn="l">
              <a:buAutoNum type="arabicPeriod"/>
            </a:pPr>
            <a:endParaRPr lang="en-US" altLang="zh-CN" dirty="0"/>
          </a:p>
          <a:p>
            <a:pPr marL="342900" indent="-342900" algn="l">
              <a:buAutoNum type="arabicPeriod"/>
            </a:pPr>
            <a:endParaRPr lang="en-US" altLang="zh-CN" dirty="0"/>
          </a:p>
          <a:p>
            <a:pPr marL="342900" indent="-342900" algn="l">
              <a:buAutoNum type="arabicPeriod"/>
            </a:pPr>
            <a:endParaRPr lang="en-US" altLang="zh-CN" dirty="0"/>
          </a:p>
          <a:p>
            <a:pPr marL="342900" indent="-342900" algn="l">
              <a:buAutoNum type="arabicPeriod"/>
            </a:pPr>
            <a:r>
              <a:rPr lang="en-US" altLang="zh-CN" dirty="0"/>
              <a:t>Statistical analysis and forecast</a:t>
            </a:r>
          </a:p>
          <a:p>
            <a:pPr marL="342900" indent="-342900" algn="l">
              <a:buAutoNum type="arabicPeriod"/>
            </a:pPr>
            <a:endParaRPr lang="en-US" altLang="zh-CN" dirty="0"/>
          </a:p>
          <a:p>
            <a:pPr marL="342900" indent="-342900" algn="l">
              <a:buAutoNum type="arabicPeriod"/>
            </a:pPr>
            <a:endParaRPr lang="en-US" altLang="zh-CN" dirty="0"/>
          </a:p>
          <a:p>
            <a:pPr marL="342900" indent="-342900" algn="l">
              <a:buAutoNum type="arabicPeriod"/>
            </a:pPr>
            <a:endParaRPr lang="en-US" altLang="zh-CN" dirty="0"/>
          </a:p>
          <a:p>
            <a:pPr marL="342900" indent="-342900" algn="l">
              <a:buAutoNum type="arabicPeriod"/>
            </a:pPr>
            <a:endParaRPr lang="en-US" altLang="zh-CN" dirty="0"/>
          </a:p>
          <a:p>
            <a:pPr marL="342900" indent="-342900" algn="l">
              <a:buAutoNum type="arabicPeriod"/>
            </a:pPr>
            <a:r>
              <a:rPr lang="en-US" altLang="zh-CN" dirty="0"/>
              <a:t>Forecast using deep learning(LSTM)</a:t>
            </a:r>
          </a:p>
          <a:p>
            <a:pPr marL="342900" indent="-342900" algn="l">
              <a:buAutoNum type="arabicPeriod"/>
            </a:pPr>
            <a:endParaRPr lang="en-US" altLang="zh-CN" dirty="0"/>
          </a:p>
          <a:p>
            <a:pPr marL="342900" indent="-342900" algn="l">
              <a:buAutoNum type="arabicPeriod"/>
            </a:pPr>
            <a:endParaRPr lang="en-US" altLang="zh-CN" dirty="0"/>
          </a:p>
          <a:p>
            <a:pPr marL="342900" indent="-342900" algn="l">
              <a:buAutoNum type="arabicPeriod"/>
            </a:pPr>
            <a:endParaRPr lang="en-US" altLang="zh-CN" dirty="0"/>
          </a:p>
          <a:p>
            <a:pPr marL="342900" indent="-342900" algn="l">
              <a:buAutoNum type="arabicPeriod"/>
            </a:pPr>
            <a:endParaRPr lang="zh-CN" altLang="en-US" dirty="0" err="1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F57A09D-DA3D-4A40-B084-71EAB4BE5B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1837442"/>
              </p:ext>
            </p:extLst>
          </p:nvPr>
        </p:nvGraphicFramePr>
        <p:xfrm>
          <a:off x="1552575" y="3321050"/>
          <a:ext cx="1346200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Packager Shell Object" showAsIcon="1" r:id="rId3" imgW="1346040" imgH="297000" progId="Package">
                  <p:embed/>
                </p:oleObj>
              </mc:Choice>
              <mc:Fallback>
                <p:oleObj name="Packager Shell Object" showAsIcon="1" r:id="rId3" imgW="1346040" imgH="2970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52575" y="3321050"/>
                        <a:ext cx="1346200" cy="296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CE5E1F5-6C11-4F1E-901A-1A70FB6E79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9554745"/>
              </p:ext>
            </p:extLst>
          </p:nvPr>
        </p:nvGraphicFramePr>
        <p:xfrm>
          <a:off x="1344613" y="4818063"/>
          <a:ext cx="1763712" cy="29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Packager Shell Object" showAsIcon="1" r:id="rId5" imgW="1763640" imgH="297000" progId="Package">
                  <p:embed/>
                </p:oleObj>
              </mc:Choice>
              <mc:Fallback>
                <p:oleObj name="Packager Shell Object" showAsIcon="1" r:id="rId5" imgW="1763640" imgH="2970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44613" y="4818063"/>
                        <a:ext cx="1763712" cy="296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D371B4F0-35A0-4495-A7ED-B3DC75DF6D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2791592"/>
              </p:ext>
            </p:extLst>
          </p:nvPr>
        </p:nvGraphicFramePr>
        <p:xfrm>
          <a:off x="1877218" y="2201084"/>
          <a:ext cx="696913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Packager Shell Object" showAsIcon="1" r:id="rId7" imgW="697680" imgH="297000" progId="Package">
                  <p:embed/>
                </p:oleObj>
              </mc:Choice>
              <mc:Fallback>
                <p:oleObj name="Packager Shell Object" showAsIcon="1" r:id="rId7" imgW="697680" imgH="2970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77218" y="2201084"/>
                        <a:ext cx="696913" cy="296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0092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7DD0AE-E2FE-44EE-B2CA-9FB74EF87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Proposal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461B8B1-E3BA-4FB3-9759-616EF77F51F3}"/>
              </a:ext>
            </a:extLst>
          </p:cNvPr>
          <p:cNvSpPr txBox="1"/>
          <p:nvPr/>
        </p:nvSpPr>
        <p:spPr>
          <a:xfrm>
            <a:off x="497632" y="1222310"/>
            <a:ext cx="11496869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 dirty="0"/>
              <a:t>Target: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To predict potential failure or defect of the motor before it really crashed.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 dirty="0"/>
              <a:t>Proposal: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Mark ultra high peaks as abnormal point.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Monitor abnormal point occurrence with SPC(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Statistical Process Control,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统计过程控制或统计制程控制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) and statistics. Each point in SPC chart meaning the maximum of each work cycle. If ultra high peaks occur continuously and exceed a certain count(meaning a trend if generated), we consider an urgent maintenance is needed.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latin typeface="Arial" panose="020B0604020202020204" pitchFamily="34" charset="0"/>
              </a:rPr>
              <a:t>For ultra high peak labeling and recognition, we can use 3-sigma or other auto labeling method based on different statistics.</a:t>
            </a:r>
            <a:endParaRPr lang="en-US" altLang="zh-CN" sz="14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sz="1400" dirty="0" err="1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7AF1E53-E092-4F60-BCB0-5D8CE1B7B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8720" y="2925514"/>
            <a:ext cx="3620197" cy="15700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EE2051A-F34F-47FB-8447-F68FB0038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040" y="3104571"/>
            <a:ext cx="3512483" cy="121190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40D07A2-268D-4BAC-8FBC-C137409ABC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2323" y="4598752"/>
            <a:ext cx="3479200" cy="202731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CD0177D-BC48-459C-87B3-5EB9B4D963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6066" y="4598752"/>
            <a:ext cx="3357256" cy="199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967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8D280-1F7B-4637-94A7-77AE26983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28" y="2853000"/>
            <a:ext cx="9863997" cy="576000"/>
          </a:xfrm>
        </p:spPr>
        <p:txBody>
          <a:bodyPr/>
          <a:lstStyle/>
          <a:p>
            <a:pPr algn="ctr"/>
            <a:r>
              <a:rPr lang="zh-CN" altLang="en-US" sz="4800" dirty="0"/>
              <a:t>谢 谢！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884683218"/>
      </p:ext>
    </p:extLst>
  </p:cSld>
  <p:clrMapOvr>
    <a:masterClrMapping/>
  </p:clrMapOvr>
</p:sld>
</file>

<file path=ppt/theme/theme1.xml><?xml version="1.0" encoding="utf-8"?>
<a:theme xmlns:a="http://schemas.openxmlformats.org/drawingml/2006/main" name="Siemens 2020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rgwd4oaf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sie-ppt-O365-16x9-standard-eng-v3-0.pptx" id="{126F423E-7F52-41DE-A20C-756A6822B9A2}" vid="{51365D51-9DD3-491E-AF49-CB2F506BEAC1}"/>
    </a:ext>
  </a:extLst>
</a:theme>
</file>

<file path=ppt/theme/theme2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B174D5FE7DC343B8DB7235E0ED09A9" ma:contentTypeVersion="6" ma:contentTypeDescription="Create a new document." ma:contentTypeScope="" ma:versionID="25a5548619853e2e015bca764fa528c5">
  <xsd:schema xmlns:xsd="http://www.w3.org/2001/XMLSchema" xmlns:xs="http://www.w3.org/2001/XMLSchema" xmlns:p="http://schemas.microsoft.com/office/2006/metadata/properties" xmlns:ns2="c871b2bf-9c29-448e-bcb4-2f3f17144cb5" targetNamespace="http://schemas.microsoft.com/office/2006/metadata/properties" ma:root="true" ma:fieldsID="0eea03751fc4ef6bf140dc2ef857a7aa" ns2:_="">
    <xsd:import namespace="c871b2bf-9c29-448e-bcb4-2f3f17144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71b2bf-9c29-448e-bcb4-2f3f17144c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B60A748-859D-4CC5-B484-786E9D5509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71b2bf-9c29-448e-bcb4-2f3f17144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3A56ABD-608E-44B1-8067-B759FE0DD1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6FA42EB-90FA-4F29-AD7C-D6AA50015DB3}">
  <ds:schemaRefs>
    <ds:schemaRef ds:uri="c871b2bf-9c29-448e-bcb4-2f3f17144cb5"/>
    <ds:schemaRef ds:uri="http://www.w3.org/XML/1998/namespace"/>
    <ds:schemaRef ds:uri="http://purl.org/dc/elements/1.1/"/>
    <ds:schemaRef ds:uri="http://schemas.microsoft.com/office/2006/documentManagement/types"/>
    <ds:schemaRef ds:uri="http://purl.org/dc/dcmitype/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NEW!_sie-ppt-O365-16x9-standard-eng-v3-0</Template>
  <TotalTime>4034</TotalTime>
  <Words>151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Siemens 2020</vt:lpstr>
      <vt:lpstr>Package</vt:lpstr>
      <vt:lpstr>Packager Shell Object</vt:lpstr>
      <vt:lpstr>Current data analysis, forecast and proposal</vt:lpstr>
      <vt:lpstr>Analysis and Forecast</vt:lpstr>
      <vt:lpstr>Proposal</vt:lpstr>
      <vt:lpstr>谢 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chart two-line headline, Arial, 80 pt</dc:title>
  <dc:creator>Yang, Shao Peng</dc:creator>
  <cp:keywords>Template</cp:keywords>
  <dc:description>Version 3.0.8
September 2020</dc:description>
  <cp:lastModifiedBy>Yang, Shao Peng (T CED INW-CN)</cp:lastModifiedBy>
  <cp:revision>86</cp:revision>
  <cp:lastPrinted>2021-08-20T06:23:38Z</cp:lastPrinted>
  <dcterms:created xsi:type="dcterms:W3CDTF">2020-11-27T07:32:20Z</dcterms:created>
  <dcterms:modified xsi:type="dcterms:W3CDTF">2022-08-12T02:04:46Z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0x01010072B174D5FE7DC343B8DB7235E0ED09A9</vt:lpwstr>
  </property>
  <property fmtid="{D5CDD505-2E9C-101B-9397-08002B2CF9AE}" pid="3" name="MSIP_Label_a59b6cd5-d141-4a33-8bf1-0ca04484304f_Enabled">
    <vt:lpwstr>true</vt:lpwstr>
  </property>
  <property fmtid="{D5CDD505-2E9C-101B-9397-08002B2CF9AE}" pid="4" name="MSIP_Label_a59b6cd5-d141-4a33-8bf1-0ca04484304f_SetDate">
    <vt:lpwstr>2021-08-31T08:24:11Z</vt:lpwstr>
  </property>
  <property fmtid="{D5CDD505-2E9C-101B-9397-08002B2CF9AE}" pid="5" name="MSIP_Label_a59b6cd5-d141-4a33-8bf1-0ca04484304f_Method">
    <vt:lpwstr>Standard</vt:lpwstr>
  </property>
  <property fmtid="{D5CDD505-2E9C-101B-9397-08002B2CF9AE}" pid="6" name="MSIP_Label_a59b6cd5-d141-4a33-8bf1-0ca04484304f_Name">
    <vt:lpwstr>restricted-default</vt:lpwstr>
  </property>
  <property fmtid="{D5CDD505-2E9C-101B-9397-08002B2CF9AE}" pid="7" name="MSIP_Label_a59b6cd5-d141-4a33-8bf1-0ca04484304f_SiteId">
    <vt:lpwstr>38ae3bcd-9579-4fd4-adda-b42e1495d55a</vt:lpwstr>
  </property>
  <property fmtid="{D5CDD505-2E9C-101B-9397-08002B2CF9AE}" pid="8" name="MSIP_Label_a59b6cd5-d141-4a33-8bf1-0ca04484304f_ActionId">
    <vt:lpwstr>f925726c-a707-4b58-8df1-0b6731ff310f</vt:lpwstr>
  </property>
  <property fmtid="{D5CDD505-2E9C-101B-9397-08002B2CF9AE}" pid="9" name="MSIP_Label_a59b6cd5-d141-4a33-8bf1-0ca04484304f_ContentBits">
    <vt:lpwstr>0</vt:lpwstr>
  </property>
  <property fmtid="{D5CDD505-2E9C-101B-9397-08002B2CF9AE}" pid="10" name="Document_Confidentiality">
    <vt:lpwstr>Restricted</vt:lpwstr>
  </property>
</Properties>
</file>