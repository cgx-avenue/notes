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8675" r:id="rId5"/>
    <p:sldId id="2813" r:id="rId6"/>
    <p:sldId id="8677" r:id="rId7"/>
    <p:sldId id="8679" r:id="rId8"/>
    <p:sldId id="8683" r:id="rId9"/>
    <p:sldId id="8680" r:id="rId10"/>
    <p:sldId id="8684" r:id="rId11"/>
    <p:sldId id="8690" r:id="rId12"/>
    <p:sldId id="8691" r:id="rId13"/>
    <p:sldId id="8687" r:id="rId14"/>
    <p:sldId id="8686" r:id="rId15"/>
    <p:sldId id="8689" r:id="rId16"/>
    <p:sldId id="8688" r:id="rId17"/>
    <p:sldId id="8692"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1F9E250-1635-4320-BDB1-2D8115529319}">
          <p14:sldIdLst>
            <p14:sldId id="8675"/>
            <p14:sldId id="2813"/>
            <p14:sldId id="8677"/>
            <p14:sldId id="8679"/>
            <p14:sldId id="8683"/>
            <p14:sldId id="8680"/>
            <p14:sldId id="8684"/>
            <p14:sldId id="8690"/>
            <p14:sldId id="8691"/>
            <p14:sldId id="8687"/>
            <p14:sldId id="8686"/>
            <p14:sldId id="8689"/>
            <p14:sldId id="8688"/>
            <p14:sldId id="8692"/>
            <p14:sldId id="268"/>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ny Welle" initials="DW" lastIdx="1" clrIdx="0">
    <p:extLst>
      <p:ext uri="{19B8F6BF-5375-455C-9EA6-DF929625EA0E}">
        <p15:presenceInfo xmlns:p15="http://schemas.microsoft.com/office/powerpoint/2012/main" userId="S::denwelle1@publicisgroupe.net::08b00602-60fa-48c3-96fb-06a947b67cdf" providerId="AD"/>
      </p:ext>
    </p:extLst>
  </p:cmAuthor>
  <p:cmAuthor id="2" name="Zhou, Wen Jing (T RDA IOT INW-CN)" initials="ZWJ(RII" lastIdx="1" clrIdx="1">
    <p:extLst>
      <p:ext uri="{19B8F6BF-5375-455C-9EA6-DF929625EA0E}">
        <p15:presenceInfo xmlns:p15="http://schemas.microsoft.com/office/powerpoint/2012/main" userId="S::zhou.wenjing@siemens.com::f3b98f43-05aa-4729-9efd-14d5d18dc66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E3FDE45-AF77-4B5C-9715-49D594BDF05E}" styleName="Light Style 1 - Accent 2">
    <a:wholeTbl>
      <a:tcTxStyle>
        <a:fontRef idx="minor">
          <a:scrgbClr r="0" g="0" b="0"/>
        </a:fontRef>
        <a:schemeClr val="tx1"/>
      </a:tcTxStyle>
      <a:tcStyle>
        <a:tcBdr>
          <a:left>
            <a:ln>
              <a:noFill/>
            </a:ln>
          </a:left>
          <a:right>
            <a:ln>
              <a:noFill/>
            </a:ln>
          </a:right>
          <a:top>
            <a:ln>
              <a:noFill/>
            </a:ln>
          </a:top>
          <a:bottom>
            <a:ln w="12700" cmpd="sng">
              <a:solidFill>
                <a:schemeClr val="accent6">
                  <a:alpha val="15000"/>
                </a:schemeClr>
              </a:solidFill>
            </a:ln>
          </a:bottom>
          <a:insideH>
            <a:ln w="12700" cmpd="sng">
              <a:solidFill>
                <a:schemeClr val="accent6">
                  <a:alpha val="15000"/>
                </a:schemeClr>
              </a:solidFill>
            </a:ln>
          </a:insideH>
          <a:insideV>
            <a:ln>
              <a:noFill/>
            </a:ln>
          </a:insideV>
        </a:tcBdr>
        <a:fill>
          <a:noFill/>
        </a:fill>
      </a:tcStyle>
    </a:wholeTbl>
    <a:band1H>
      <a:tcStyle>
        <a:tcBdr>
          <a:bottom>
            <a:ln w="12700" cmpd="sng">
              <a:solidFill>
                <a:schemeClr val="accent6">
                  <a:alpha val="15000"/>
                </a:schemeClr>
              </a:solidFill>
            </a:ln>
          </a:bottom>
        </a:tcBdr>
        <a:fill>
          <a:solidFill>
            <a:schemeClr val="accent6">
              <a:alpha val="5000"/>
            </a:schemeClr>
          </a:solidFill>
        </a:fill>
      </a:tcStyle>
    </a:band1H>
    <a:band2H>
      <a:tcStyle>
        <a:tcBdr>
          <a:bottom>
            <a:ln w="12700" cmpd="sng">
              <a:solidFill>
                <a:schemeClr val="accent6">
                  <a:alpha val="15000"/>
                </a:schemeClr>
              </a:solidFill>
            </a:ln>
          </a:bottom>
        </a:tcBdr>
      </a:tcStyle>
    </a:band2H>
    <a:band1V>
      <a:tcStyle>
        <a:tcBdr/>
        <a:fill>
          <a:solidFill>
            <a:schemeClr val="accent6">
              <a:alpha val="5000"/>
            </a:schemeClr>
          </a:solidFill>
        </a:fill>
      </a:tcStyle>
    </a:band1V>
    <a:lastCol>
      <a:tcTxStyle b="on"/>
      <a:tcStyle>
        <a:tcBdr/>
      </a:tcStyle>
    </a:lastCol>
    <a:firstCol>
      <a:tcTxStyle b="on"/>
      <a:tcStyle>
        <a:tcBdr/>
      </a:tcStyle>
    </a:firstCol>
    <a:lastRow>
      <a:tcTxStyle b="on"/>
      <a:tcStyle>
        <a:tcBdr>
          <a:bottom>
            <a:ln w="28575" cmpd="sng">
              <a:solidFill>
                <a:schemeClr val="dk1"/>
              </a:solidFill>
            </a:ln>
          </a:bottom>
        </a:tcBdr>
        <a:fill>
          <a:noFill/>
        </a:fill>
      </a:tcStyle>
    </a:lastRow>
    <a:firstRow>
      <a:tcTxStyle b="on"/>
      <a:tcStyle>
        <a:tcBdr>
          <a:bottom>
            <a:ln w="28575" cmpd="sng">
              <a:solidFill>
                <a:schemeClr val="dk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21" autoAdjust="0"/>
    <p:restoredTop sz="97461" autoAdjust="0"/>
  </p:normalViewPr>
  <p:slideViewPr>
    <p:cSldViewPr snapToGrid="0" showGuides="1">
      <p:cViewPr>
        <p:scale>
          <a:sx n="60" d="100"/>
          <a:sy n="60" d="100"/>
        </p:scale>
        <p:origin x="756" y="200"/>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showGuides="1">
      <p:cViewPr varScale="1">
        <p:scale>
          <a:sx n="47" d="100"/>
          <a:sy n="47" d="100"/>
        </p:scale>
        <p:origin x="2784"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a:extLst>
              <a:ext uri="{FF2B5EF4-FFF2-40B4-BE49-F238E27FC236}">
                <a16:creationId xmlns:a16="http://schemas.microsoft.com/office/drawing/2014/main" id="{9A8492AF-21D1-4EA9-B88E-2B2469E5B0BF}"/>
              </a:ext>
            </a:extLst>
          </p:cNvP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200"/>
            </a:lvl1pPr>
          </a:lstStyle>
          <a:p>
            <a:endParaRPr lang="en-US" sz="1050" b="1" dirty="0"/>
          </a:p>
        </p:txBody>
      </p:sp>
      <p:sp>
        <p:nvSpPr>
          <p:cNvPr id="3" name="Date">
            <a:extLst>
              <a:ext uri="{FF2B5EF4-FFF2-40B4-BE49-F238E27FC236}">
                <a16:creationId xmlns:a16="http://schemas.microsoft.com/office/drawing/2014/main" id="{F2C5CF11-9AB8-4366-83D6-4A911EAE67AA}"/>
              </a:ext>
            </a:extLst>
          </p:cNvPr>
          <p:cNvSpPr>
            <a:spLocks noGrp="1"/>
          </p:cNvSpPr>
          <p:nvPr>
            <p:ph type="dt" sz="quarter" idx="1"/>
          </p:nvPr>
        </p:nvSpPr>
        <p:spPr>
          <a:xfrm>
            <a:off x="5086800" y="0"/>
            <a:ext cx="1771200" cy="360000"/>
          </a:xfrm>
          <a:prstGeom prst="rect">
            <a:avLst/>
          </a:prstGeom>
        </p:spPr>
        <p:txBody>
          <a:bodyPr vert="horz" lIns="91440" tIns="45720" rIns="91440" bIns="45720" rtlCol="0"/>
          <a:lstStyle>
            <a:lvl1pPr algn="r">
              <a:defRPr sz="1200"/>
            </a:lvl1pPr>
          </a:lstStyle>
          <a:p>
            <a:fld id="{FEF1F2B9-B350-4061-A6D1-2A3340A8623F}" type="datetimeFigureOut">
              <a:rPr lang="en-US" sz="1050" smtClean="0"/>
              <a:t>9/6/2021</a:t>
            </a:fld>
            <a:endParaRPr lang="en-US" sz="1050" dirty="0"/>
          </a:p>
        </p:txBody>
      </p:sp>
      <p:sp>
        <p:nvSpPr>
          <p:cNvPr id="4" name="Footer Placeholder">
            <a:extLst>
              <a:ext uri="{FF2B5EF4-FFF2-40B4-BE49-F238E27FC236}">
                <a16:creationId xmlns:a16="http://schemas.microsoft.com/office/drawing/2014/main" id="{9797856F-D8D3-4EDB-AD63-B3F84321424C}"/>
              </a:ext>
            </a:extLst>
          </p:cNvPr>
          <p:cNvSpPr>
            <a:spLocks noGrp="1"/>
          </p:cNvSpPr>
          <p:nvPr>
            <p:ph type="ftr" sz="quarter" idx="2"/>
          </p:nvPr>
        </p:nvSpPr>
        <p:spPr>
          <a:xfrm>
            <a:off x="0" y="8784000"/>
            <a:ext cx="4363200" cy="360000"/>
          </a:xfrm>
          <a:prstGeom prst="rect">
            <a:avLst/>
          </a:prstGeom>
        </p:spPr>
        <p:txBody>
          <a:bodyPr vert="horz" lIns="91440" tIns="45720" rIns="91440" bIns="45720" rtlCol="0" anchor="b"/>
          <a:lstStyle>
            <a:lvl1pPr algn="l">
              <a:defRPr sz="1200"/>
            </a:lvl1pPr>
          </a:lstStyle>
          <a:p>
            <a:endParaRPr lang="en-US" sz="1050" dirty="0"/>
          </a:p>
        </p:txBody>
      </p:sp>
      <p:sp>
        <p:nvSpPr>
          <p:cNvPr id="5" name="Slide Number Placeholder">
            <a:extLst>
              <a:ext uri="{FF2B5EF4-FFF2-40B4-BE49-F238E27FC236}">
                <a16:creationId xmlns:a16="http://schemas.microsoft.com/office/drawing/2014/main" id="{DA566997-7A2F-418F-AC55-BAC678F9F134}"/>
              </a:ext>
            </a:extLst>
          </p:cNvPr>
          <p:cNvSpPr>
            <a:spLocks noGrp="1"/>
          </p:cNvSpPr>
          <p:nvPr>
            <p:ph type="sldNum" sz="quarter" idx="3"/>
          </p:nvPr>
        </p:nvSpPr>
        <p:spPr>
          <a:xfrm>
            <a:off x="5086800" y="8784000"/>
            <a:ext cx="1771200" cy="360000"/>
          </a:xfrm>
          <a:prstGeom prst="rect">
            <a:avLst/>
          </a:prstGeom>
        </p:spPr>
        <p:txBody>
          <a:bodyPr vert="horz" lIns="91440" tIns="45720" rIns="91440" bIns="45720" rtlCol="0" anchor="b"/>
          <a:lstStyle>
            <a:lvl1pPr algn="r">
              <a:defRPr sz="1200"/>
            </a:lvl1pPr>
          </a:lstStyle>
          <a:p>
            <a:r>
              <a:rPr lang="en-US" sz="1050" b="1" dirty="0">
                <a:solidFill>
                  <a:schemeClr val="accent2"/>
                </a:solidFill>
              </a:rPr>
              <a:t>Hand out</a:t>
            </a:r>
            <a:r>
              <a:rPr lang="en-US" sz="1050" dirty="0">
                <a:solidFill>
                  <a:schemeClr val="accent2"/>
                </a:solidFill>
              </a:rPr>
              <a:t> </a:t>
            </a:r>
            <a:fld id="{C92BABF8-1341-4DCB-864A-D83C08BEEAE4}" type="slidenum">
              <a:rPr lang="en-US" sz="1050" smtClean="0"/>
              <a:t>‹#›</a:t>
            </a:fld>
            <a:endParaRPr lang="en-US" sz="1050" dirty="0"/>
          </a:p>
        </p:txBody>
      </p:sp>
      <p:pic>
        <p:nvPicPr>
          <p:cNvPr id="6" name="Siemens logo">
            <a:extLst>
              <a:ext uri="{FF2B5EF4-FFF2-40B4-BE49-F238E27FC236}">
                <a16:creationId xmlns:a16="http://schemas.microsoft.com/office/drawing/2014/main" id="{C5A460D9-E760-498F-8A06-286EB0B001C9}"/>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53000" y="550800"/>
            <a:ext cx="1152000" cy="183168"/>
          </a:xfrm>
          <a:prstGeom prst="rect">
            <a:avLst/>
          </a:prstGeom>
        </p:spPr>
      </p:pic>
    </p:spTree>
    <p:extLst>
      <p:ext uri="{BB962C8B-B14F-4D97-AF65-F5344CB8AC3E}">
        <p14:creationId xmlns:p14="http://schemas.microsoft.com/office/powerpoint/2010/main" val="1359783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050" b="1"/>
            </a:lvl1pPr>
          </a:lstStyle>
          <a:p>
            <a:endParaRPr lang="en-US" dirty="0"/>
          </a:p>
        </p:txBody>
      </p:sp>
      <p:sp>
        <p:nvSpPr>
          <p:cNvPr id="3" name="Date"/>
          <p:cNvSpPr>
            <a:spLocks noGrp="1"/>
          </p:cNvSpPr>
          <p:nvPr>
            <p:ph type="dt" idx="1"/>
          </p:nvPr>
        </p:nvSpPr>
        <p:spPr>
          <a:xfrm>
            <a:off x="5086800" y="0"/>
            <a:ext cx="1771200" cy="360000"/>
          </a:xfrm>
          <a:prstGeom prst="rect">
            <a:avLst/>
          </a:prstGeom>
        </p:spPr>
        <p:txBody>
          <a:bodyPr vert="horz" lIns="91440" tIns="45720" rIns="91440" bIns="45720" rtlCol="0"/>
          <a:lstStyle>
            <a:lvl1pPr algn="r">
              <a:defRPr sz="1050"/>
            </a:lvl1pPr>
          </a:lstStyle>
          <a:p>
            <a:fld id="{76FBC1AF-E4C9-412F-9B6D-66CD520F95DB}" type="datetimeFigureOut">
              <a:rPr lang="en-US" smtClean="0"/>
              <a:pPr/>
              <a:t>9/6/2021</a:t>
            </a:fld>
            <a:endParaRPr lang="en-US" dirty="0"/>
          </a:p>
        </p:txBody>
      </p:sp>
      <p:sp>
        <p:nvSpPr>
          <p:cNvPr id="4" name="Slide Image Placeholder"/>
          <p:cNvSpPr>
            <a:spLocks noGrp="1" noRot="1" noChangeAspect="1"/>
          </p:cNvSpPr>
          <p:nvPr>
            <p:ph type="sldImg" idx="2"/>
          </p:nvPr>
        </p:nvSpPr>
        <p:spPr>
          <a:xfrm>
            <a:off x="406800" y="619200"/>
            <a:ext cx="6048000" cy="3402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p:cNvSpPr>
            <a:spLocks noGrp="1"/>
          </p:cNvSpPr>
          <p:nvPr>
            <p:ph type="body" sz="quarter" idx="3"/>
          </p:nvPr>
        </p:nvSpPr>
        <p:spPr>
          <a:xfrm>
            <a:off x="406800" y="4575600"/>
            <a:ext cx="6048000" cy="39600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 level</a:t>
            </a:r>
          </a:p>
          <a:p>
            <a:pPr lvl="8"/>
            <a:r>
              <a:rPr lang="en-US" dirty="0"/>
              <a:t>Ninth level</a:t>
            </a:r>
          </a:p>
        </p:txBody>
      </p:sp>
      <p:sp>
        <p:nvSpPr>
          <p:cNvPr id="6" name="Footer Placeholder"/>
          <p:cNvSpPr>
            <a:spLocks noGrp="1"/>
          </p:cNvSpPr>
          <p:nvPr>
            <p:ph type="ftr" sz="quarter" idx="4"/>
          </p:nvPr>
        </p:nvSpPr>
        <p:spPr>
          <a:xfrm>
            <a:off x="0" y="8784000"/>
            <a:ext cx="4363200" cy="360000"/>
          </a:xfrm>
          <a:prstGeom prst="rect">
            <a:avLst/>
          </a:prstGeom>
        </p:spPr>
        <p:txBody>
          <a:bodyPr vert="horz" lIns="91440" tIns="45720" rIns="91440" bIns="45720" rtlCol="0" anchor="b"/>
          <a:lstStyle>
            <a:lvl1pPr algn="l">
              <a:defRPr sz="1050"/>
            </a:lvl1pPr>
          </a:lstStyle>
          <a:p>
            <a:endParaRPr lang="en-US" dirty="0"/>
          </a:p>
        </p:txBody>
      </p:sp>
      <p:sp>
        <p:nvSpPr>
          <p:cNvPr id="7" name="Slide Number Placeholder"/>
          <p:cNvSpPr>
            <a:spLocks noGrp="1"/>
          </p:cNvSpPr>
          <p:nvPr>
            <p:ph type="sldNum" sz="quarter" idx="5"/>
          </p:nvPr>
        </p:nvSpPr>
        <p:spPr>
          <a:xfrm>
            <a:off x="5086800" y="8784000"/>
            <a:ext cx="1771200" cy="360000"/>
          </a:xfrm>
          <a:prstGeom prst="rect">
            <a:avLst/>
          </a:prstGeom>
        </p:spPr>
        <p:txBody>
          <a:bodyPr vert="horz" lIns="91440" tIns="45720" rIns="91440" bIns="45720" rtlCol="0" anchor="b"/>
          <a:lstStyle>
            <a:lvl1pPr algn="r">
              <a:defRPr sz="1050"/>
            </a:lvl1pPr>
          </a:lstStyle>
          <a:p>
            <a:r>
              <a:rPr lang="en-US" b="1" dirty="0">
                <a:solidFill>
                  <a:schemeClr val="accent2"/>
                </a:solidFill>
              </a:rPr>
              <a:t>Notes</a:t>
            </a:r>
            <a:r>
              <a:rPr lang="en-US" dirty="0"/>
              <a:t> </a:t>
            </a:r>
            <a:fld id="{E76C657F-0E32-4130-ADDA-66B81138A76A}" type="slidenum">
              <a:rPr lang="en-US" smtClean="0"/>
              <a:pPr/>
              <a:t>‹#›</a:t>
            </a:fld>
            <a:endParaRPr lang="en-US" dirty="0"/>
          </a:p>
        </p:txBody>
      </p:sp>
    </p:spTree>
    <p:extLst>
      <p:ext uri="{BB962C8B-B14F-4D97-AF65-F5344CB8AC3E}">
        <p14:creationId xmlns:p14="http://schemas.microsoft.com/office/powerpoint/2010/main" val="527306072"/>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600"/>
      </a:spcAft>
      <a:defRPr sz="1200" kern="1200">
        <a:solidFill>
          <a:schemeClr val="tx1"/>
        </a:solidFill>
        <a:latin typeface="+mn-lt"/>
        <a:ea typeface="+mn-ea"/>
        <a:cs typeface="+mn-cs"/>
      </a:defRPr>
    </a:lvl1pPr>
    <a:lvl2pPr marL="14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2pPr>
    <a:lvl3pPr marL="28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3pPr>
    <a:lvl4pPr marL="43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576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6pPr>
    <a:lvl7pPr marL="86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7pPr>
    <a:lvl8pPr marL="100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8pPr>
    <a:lvl9pPr marL="115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546826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1.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1.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2.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7.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31.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0.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Deep Blue 80pt">
    <p:bg>
      <p:bgRef idx="1001">
        <a:schemeClr val="bg2"/>
      </p:bgRef>
    </p:bg>
    <p:spTree>
      <p:nvGrpSpPr>
        <p:cNvPr id="1" name=""/>
        <p:cNvGrpSpPr/>
        <p:nvPr/>
      </p:nvGrpSpPr>
      <p:grpSpPr>
        <a:xfrm>
          <a:off x="0" y="0"/>
          <a:ext cx="0" cy="0"/>
          <a:chOff x="0" y="0"/>
          <a:chExt cx="0" cy="0"/>
        </a:xfrm>
      </p:grpSpPr>
      <p:pic>
        <p:nvPicPr>
          <p:cNvPr id="6" name="Cognisphere" descr="A picture containing fireworks, star, table, sky&#10;&#10;Description automatically generated">
            <a:extLst>
              <a:ext uri="{FF2B5EF4-FFF2-40B4-BE49-F238E27FC236}">
                <a16:creationId xmlns:a16="http://schemas.microsoft.com/office/drawing/2014/main" id="{591CD5A4-BDEB-4734-8FA5-5C3B4A08A49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dirty="0"/>
              <a:t>Restricted | © Siemens 20XX | Author | Department | YYYY-MM-DD</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0262505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Deep Blue 60pt">
    <p:bg>
      <p:bgRef idx="1001">
        <a:schemeClr val="bg2"/>
      </p:bgRef>
    </p:bg>
    <p:spTree>
      <p:nvGrpSpPr>
        <p:cNvPr id="1" name=""/>
        <p:cNvGrpSpPr/>
        <p:nvPr/>
      </p:nvGrpSpPr>
      <p:grpSpPr>
        <a:xfrm>
          <a:off x="0" y="0"/>
          <a:ext cx="0" cy="0"/>
          <a:chOff x="0" y="0"/>
          <a:chExt cx="0" cy="0"/>
        </a:xfrm>
      </p:grpSpPr>
      <p:pic>
        <p:nvPicPr>
          <p:cNvPr id="7" name="Cognisphere" descr="A close up of a light&#10;&#10;Description automatically generated">
            <a:extLst>
              <a:ext uri="{FF2B5EF4-FFF2-40B4-BE49-F238E27FC236}">
                <a16:creationId xmlns:a16="http://schemas.microsoft.com/office/drawing/2014/main" id="{F50DEF7C-D243-494F-A738-41FC9AF515A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M3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3"/>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dirty="0"/>
              <a:t>Restricted | © Siemens 20XX | Author | Department | YYYY-MM-DD</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1273117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Deep Blue 40pt">
    <p:bg>
      <p:bgRef idx="1001">
        <a:schemeClr val="bg2"/>
      </p:bgRef>
    </p:bg>
    <p:spTree>
      <p:nvGrpSpPr>
        <p:cNvPr id="1" name=""/>
        <p:cNvGrpSpPr/>
        <p:nvPr/>
      </p:nvGrpSpPr>
      <p:grpSpPr>
        <a:xfrm>
          <a:off x="0" y="0"/>
          <a:ext cx="0" cy="0"/>
          <a:chOff x="0" y="0"/>
          <a:chExt cx="0" cy="0"/>
        </a:xfrm>
      </p:grpSpPr>
      <p:pic>
        <p:nvPicPr>
          <p:cNvPr id="7" name="Cognisphere" descr="A picture containing light, star&#10;&#10;Description automatically generated">
            <a:extLst>
              <a:ext uri="{FF2B5EF4-FFF2-40B4-BE49-F238E27FC236}">
                <a16:creationId xmlns:a16="http://schemas.microsoft.com/office/drawing/2014/main" id="{AA220E05-4C1E-4F58-BFC0-57C07A95F70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9288000" cy="2462213"/>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dirty="0"/>
              <a:t>Restricted | © Siemens 20XX | Author | Department | YYYY-MM-DD</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0249615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Gradient DB–Petrol 8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7" name="Cognisphere" descr="Background pattern&#10;&#10;Description automatically generated">
            <a:extLst>
              <a:ext uri="{FF2B5EF4-FFF2-40B4-BE49-F238E27FC236}">
                <a16:creationId xmlns:a16="http://schemas.microsoft.com/office/drawing/2014/main" id="{70837433-2C09-4518-AF0D-697A97CAC3A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80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dirty="0"/>
              <a:t>Restricted | © Siemens 20XX | Author | Department | YYYY-MM-DD</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8135914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Gradient DB–Petrol 6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Background pattern&#10;&#10;Description automatically generated">
            <a:extLst>
              <a:ext uri="{FF2B5EF4-FFF2-40B4-BE49-F238E27FC236}">
                <a16:creationId xmlns:a16="http://schemas.microsoft.com/office/drawing/2014/main" id="{DF3DAF0E-BB8A-4082-8CE7-1BBCE61C8CD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769989"/>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3"/>
            <a:ext cx="9288000" cy="1622621"/>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dirty="0"/>
              <a:t>Restricted | © Siemens 20XX | Author | Department | YYYY-MM-DD</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1654260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Gradient DB–Petrol 4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A picture containing background pattern&#10;&#10;Description automatically generated">
            <a:extLst>
              <a:ext uri="{FF2B5EF4-FFF2-40B4-BE49-F238E27FC236}">
                <a16:creationId xmlns:a16="http://schemas.microsoft.com/office/drawing/2014/main" id="{DE598EC2-770B-4F85-A209-57F0E77094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9288000" cy="2462213"/>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dirty="0"/>
              <a:t>Restricted | © Siemens 20XX | Author | Department | YYYY-MM-DD</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8455336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en-US" dirty="0"/>
              <a:t>Click to edit </a:t>
            </a:r>
            <a:br>
              <a:rPr lang="en-US" dirty="0"/>
            </a:br>
            <a:r>
              <a:rPr lang="en-US" dirty="0"/>
              <a:t>Master title style 48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40990781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231106"/>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12184751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dark 36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66199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1000" b="500"/>
            </a:stretch>
          </a:blipFill>
        </p:spPr>
        <p:txBody>
          <a:bodyPr rIns="0" bIns="0" anchor="t">
            <a:spAutoFit/>
          </a:bodyPr>
          <a:lstStyle>
            <a:lvl1pPr marL="252000">
              <a:lnSpc>
                <a:spcPct val="100000"/>
              </a:lnSpc>
              <a:defRPr sz="3600">
                <a:solidFill>
                  <a:schemeClr val="tx1"/>
                </a:solidFill>
              </a:defRPr>
            </a:lvl1pPr>
          </a:lstStyle>
          <a:p>
            <a:r>
              <a:rPr lang="en-US" dirty="0"/>
              <a:t>Click to edit </a:t>
            </a:r>
            <a:br>
              <a:rPr lang="en-US" dirty="0"/>
            </a:br>
            <a:r>
              <a:rPr lang="en-US" dirty="0"/>
              <a:t>Master title style </a:t>
            </a:r>
            <a:br>
              <a:rPr lang="en-US" dirty="0"/>
            </a:br>
            <a:r>
              <a:rPr lang="en-US" dirty="0"/>
              <a:t>36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36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19994284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icture light 48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en-US" dirty="0"/>
              <a:t>Click to edit </a:t>
            </a:r>
            <a:br>
              <a:rPr lang="en-US" dirty="0"/>
            </a:br>
            <a:r>
              <a:rPr lang="en-US" dirty="0"/>
              <a:t>Master title style 48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9" name="Siemens Logo">
            <a:extLst>
              <a:ext uri="{FF2B5EF4-FFF2-40B4-BE49-F238E27FC236}">
                <a16:creationId xmlns:a16="http://schemas.microsoft.com/office/drawing/2014/main" id="{46D369A7-07BD-4B91-9E53-807AAAF0C30C}"/>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74400" y="6364800"/>
            <a:ext cx="1512000" cy="240408"/>
          </a:xfrm>
          <a:prstGeom prst="rect">
            <a:avLst/>
          </a:prstGeom>
        </p:spPr>
      </p:pic>
    </p:spTree>
    <p:extLst>
      <p:ext uri="{BB962C8B-B14F-4D97-AF65-F5344CB8AC3E}">
        <p14:creationId xmlns:p14="http://schemas.microsoft.com/office/powerpoint/2010/main" val="9126653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picture light 40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231106"/>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9" name="Siemens Logo">
            <a:extLst>
              <a:ext uri="{FF2B5EF4-FFF2-40B4-BE49-F238E27FC236}">
                <a16:creationId xmlns:a16="http://schemas.microsoft.com/office/drawing/2014/main" id="{DC2D4109-C5C2-42BB-B5A0-2F6793388E2C}"/>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74400" y="6364800"/>
            <a:ext cx="1512000" cy="240408"/>
          </a:xfrm>
          <a:prstGeom prst="rect">
            <a:avLst/>
          </a:prstGeom>
        </p:spPr>
      </p:pic>
    </p:spTree>
    <p:extLst>
      <p:ext uri="{BB962C8B-B14F-4D97-AF65-F5344CB8AC3E}">
        <p14:creationId xmlns:p14="http://schemas.microsoft.com/office/powerpoint/2010/main" val="4848920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icture light 36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66199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1000" b="500"/>
            </a:stretch>
          </a:blipFill>
        </p:spPr>
        <p:txBody>
          <a:bodyPr rIns="0" bIns="0" anchor="t">
            <a:spAutoFit/>
          </a:bodyPr>
          <a:lstStyle>
            <a:lvl1pPr marL="252000">
              <a:lnSpc>
                <a:spcPct val="100000"/>
              </a:lnSpc>
              <a:defRPr sz="3600">
                <a:solidFill>
                  <a:schemeClr val="tx1"/>
                </a:solidFill>
              </a:defRPr>
            </a:lvl1pPr>
          </a:lstStyle>
          <a:p>
            <a:r>
              <a:rPr lang="en-US" dirty="0"/>
              <a:t>Click to edit </a:t>
            </a:r>
            <a:br>
              <a:rPr lang="en-US" dirty="0"/>
            </a:br>
            <a:r>
              <a:rPr lang="en-US" dirty="0"/>
              <a:t>Master title style </a:t>
            </a:r>
            <a:br>
              <a:rPr lang="en-US" dirty="0"/>
            </a:br>
            <a:r>
              <a:rPr lang="en-US" dirty="0"/>
              <a:t>36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36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9" name="Siemens Logo">
            <a:extLst>
              <a:ext uri="{FF2B5EF4-FFF2-40B4-BE49-F238E27FC236}">
                <a16:creationId xmlns:a16="http://schemas.microsoft.com/office/drawing/2014/main" id="{298AE3DB-A74B-4AD6-A37C-FBCFB647B93F}"/>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74400" y="6364800"/>
            <a:ext cx="1512000" cy="240408"/>
          </a:xfrm>
          <a:prstGeom prst="rect">
            <a:avLst/>
          </a:prstGeom>
        </p:spPr>
      </p:pic>
    </p:spTree>
    <p:extLst>
      <p:ext uri="{BB962C8B-B14F-4D97-AF65-F5344CB8AC3E}">
        <p14:creationId xmlns:p14="http://schemas.microsoft.com/office/powerpoint/2010/main" val="11906047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en-US" dirty="0"/>
              <a:t>Click to edit </a:t>
            </a:r>
            <a:br>
              <a:rPr lang="en-US" dirty="0"/>
            </a:br>
            <a:r>
              <a:rPr lang="en-US" dirty="0"/>
              <a:t>Master title style 48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094236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231106"/>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5303777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icture Gradient 36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66199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1000" b="500"/>
            </a:stretch>
          </a:blipFill>
        </p:spPr>
        <p:txBody>
          <a:bodyPr rIns="0" bIns="0" anchor="t">
            <a:spAutoFit/>
          </a:bodyPr>
          <a:lstStyle>
            <a:lvl1pPr marL="252000">
              <a:lnSpc>
                <a:spcPct val="100000"/>
              </a:lnSpc>
              <a:defRPr sz="3600">
                <a:solidFill>
                  <a:schemeClr val="tx1"/>
                </a:solidFill>
              </a:defRPr>
            </a:lvl1pPr>
          </a:lstStyle>
          <a:p>
            <a:r>
              <a:rPr lang="en-US" dirty="0"/>
              <a:t>Click to edit </a:t>
            </a:r>
            <a:br>
              <a:rPr lang="en-US" dirty="0"/>
            </a:br>
            <a:r>
              <a:rPr lang="en-US" dirty="0"/>
              <a:t>Master title style </a:t>
            </a:r>
            <a:br>
              <a:rPr lang="en-US" dirty="0"/>
            </a:br>
            <a:r>
              <a:rPr lang="en-US" dirty="0"/>
              <a:t>36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36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18528242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picture Gradient 90° 48pt">
    <p:bg>
      <p:bgPr>
        <a:gradFill>
          <a:gsLst>
            <a:gs pos="33000">
              <a:schemeClr val="bg2"/>
            </a:gs>
            <a:gs pos="100000">
              <a:schemeClr val="accent1"/>
            </a:gs>
          </a:gsLst>
          <a:lin ang="0" scaled="0"/>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en-US" dirty="0"/>
              <a:t>Click to edit </a:t>
            </a:r>
            <a:br>
              <a:rPr lang="en-US" dirty="0"/>
            </a:br>
            <a:r>
              <a:rPr lang="en-US" dirty="0"/>
              <a:t>Master title style 48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2983256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icture Gradient 90° 40pt">
    <p:bg>
      <p:bgPr>
        <a:gradFill>
          <a:gsLst>
            <a:gs pos="33000">
              <a:schemeClr val="bg2"/>
            </a:gs>
            <a:gs pos="100000">
              <a:schemeClr val="accent1"/>
            </a:gs>
          </a:gsLst>
          <a:lin ang="0" scaled="0"/>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231106"/>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1973617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picture Gradient 90° 36pt">
    <p:bg>
      <p:bgPr>
        <a:gradFill>
          <a:gsLst>
            <a:gs pos="33000">
              <a:schemeClr val="bg2"/>
            </a:gs>
            <a:gs pos="100000">
              <a:schemeClr val="accent1"/>
            </a:gs>
          </a:gsLst>
          <a:lin ang="0" scaled="0"/>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66199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1000" b="500"/>
            </a:stretch>
          </a:blipFill>
        </p:spPr>
        <p:txBody>
          <a:bodyPr rIns="0" bIns="0" anchor="t">
            <a:spAutoFit/>
          </a:bodyPr>
          <a:lstStyle>
            <a:lvl1pPr marL="252000">
              <a:lnSpc>
                <a:spcPct val="100000"/>
              </a:lnSpc>
              <a:defRPr sz="3600">
                <a:solidFill>
                  <a:schemeClr val="tx1"/>
                </a:solidFill>
              </a:defRPr>
            </a:lvl1pPr>
          </a:lstStyle>
          <a:p>
            <a:r>
              <a:rPr lang="en-US" dirty="0"/>
              <a:t>Click to edit </a:t>
            </a:r>
            <a:br>
              <a:rPr lang="en-US" dirty="0"/>
            </a:br>
            <a:r>
              <a:rPr lang="en-US" dirty="0"/>
              <a:t>Master title style </a:t>
            </a:r>
            <a:br>
              <a:rPr lang="en-US" dirty="0"/>
            </a:br>
            <a:r>
              <a:rPr lang="en-US" dirty="0"/>
              <a:t>36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Subline for headline size 36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18708893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icture Gradient Green 48pt">
    <p:bg>
      <p:bgPr>
        <a:gradFill>
          <a:gsLst>
            <a:gs pos="52000">
              <a:schemeClr val="bg2"/>
            </a:gs>
            <a:gs pos="100000">
              <a:srgbClr val="00AF8E"/>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tx2"/>
          </a:solidFill>
        </p:spPr>
        <p:txBody>
          <a:bodyPr lIns="144000" tIns="108000" rIns="144000" bIns="108000"/>
          <a:lstStyle>
            <a:lvl1pPr marL="0" indent="0">
              <a:buNone/>
              <a:defRPr>
                <a:solidFill>
                  <a:schemeClr val="bg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en-US" dirty="0"/>
              <a:t>Click to edit </a:t>
            </a:r>
            <a:br>
              <a:rPr lang="en-US" dirty="0"/>
            </a:br>
            <a:r>
              <a:rPr lang="en-US" dirty="0"/>
              <a:t>Master title style 48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589911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icture Gradient Green 40pt">
    <p:bg>
      <p:bgPr>
        <a:gradFill>
          <a:gsLst>
            <a:gs pos="52000">
              <a:schemeClr val="bg2"/>
            </a:gs>
            <a:gs pos="100000">
              <a:srgbClr val="00AF8E"/>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tx2"/>
          </a:solidFill>
        </p:spPr>
        <p:txBody>
          <a:bodyPr lIns="144000" tIns="108000" rIns="144000" bIns="108000"/>
          <a:lstStyle>
            <a:lvl1pPr marL="0" indent="0">
              <a:buNone/>
              <a:defRPr>
                <a:solidFill>
                  <a:schemeClr val="bg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231106"/>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88019628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picture Gradient Green 36pt">
    <p:bg>
      <p:bgPr>
        <a:gradFill>
          <a:gsLst>
            <a:gs pos="52000">
              <a:schemeClr val="bg2"/>
            </a:gs>
            <a:gs pos="100000">
              <a:srgbClr val="00AF8E"/>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tx2"/>
          </a:solidFill>
        </p:spPr>
        <p:txBody>
          <a:bodyPr lIns="144000" tIns="108000" rIns="144000" bIns="108000"/>
          <a:lstStyle>
            <a:lvl1pPr marL="0" indent="0">
              <a:buNone/>
              <a:defRPr>
                <a:solidFill>
                  <a:schemeClr val="bg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66199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1000" b="500"/>
            </a:stretch>
          </a:blipFill>
        </p:spPr>
        <p:txBody>
          <a:bodyPr rIns="0" bIns="0" anchor="t">
            <a:spAutoFit/>
          </a:bodyPr>
          <a:lstStyle>
            <a:lvl1pPr marL="252000">
              <a:lnSpc>
                <a:spcPct val="100000"/>
              </a:lnSpc>
              <a:defRPr sz="3600">
                <a:solidFill>
                  <a:schemeClr val="tx1"/>
                </a:solidFill>
              </a:defRPr>
            </a:lvl1pPr>
          </a:lstStyle>
          <a:p>
            <a:r>
              <a:rPr lang="en-US" dirty="0"/>
              <a:t>Click to edit </a:t>
            </a:r>
            <a:br>
              <a:rPr lang="en-US" dirty="0"/>
            </a:br>
            <a:r>
              <a:rPr lang="en-US" dirty="0"/>
              <a:t>Master title style </a:t>
            </a:r>
            <a:br>
              <a:rPr lang="en-US" dirty="0"/>
            </a:br>
            <a:r>
              <a:rPr lang="en-US" dirty="0"/>
              <a:t>36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36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7416475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icture Gradient Blue 48pt">
    <p:bg>
      <p:bgPr>
        <a:gradFill>
          <a:gsLst>
            <a:gs pos="52000">
              <a:schemeClr val="bg2"/>
            </a:gs>
            <a:gs pos="100000">
              <a:schemeClr val="accent4"/>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tx2"/>
          </a:solidFill>
        </p:spPr>
        <p:txBody>
          <a:bodyPr lIns="144000" tIns="108000" rIns="144000" bIns="108000"/>
          <a:lstStyle>
            <a:lvl1pPr marL="0" indent="0">
              <a:buNone/>
              <a:defRPr>
                <a:solidFill>
                  <a:schemeClr val="bg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en-US" dirty="0"/>
              <a:t>Click to edit </a:t>
            </a:r>
            <a:br>
              <a:rPr lang="en-US" dirty="0"/>
            </a:br>
            <a:r>
              <a:rPr lang="en-US" dirty="0"/>
              <a:t>Master title style 48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18356734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picture Gradient Blue 40pt">
    <p:bg>
      <p:bgPr>
        <a:gradFill>
          <a:gsLst>
            <a:gs pos="52000">
              <a:schemeClr val="bg2"/>
            </a:gs>
            <a:gs pos="100000">
              <a:schemeClr val="accent4"/>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tx2"/>
          </a:solidFill>
        </p:spPr>
        <p:txBody>
          <a:bodyPr lIns="144000" tIns="108000" rIns="144000" bIns="108000"/>
          <a:lstStyle>
            <a:lvl1pPr marL="0" indent="0">
              <a:buNone/>
              <a:defRPr>
                <a:solidFill>
                  <a:schemeClr val="bg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231106"/>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16222259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picture Gradient Blue 36pt">
    <p:bg>
      <p:bgPr>
        <a:gradFill>
          <a:gsLst>
            <a:gs pos="52000">
              <a:schemeClr val="bg2"/>
            </a:gs>
            <a:gs pos="100000">
              <a:schemeClr val="accent4"/>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tx2"/>
          </a:solidFill>
        </p:spPr>
        <p:txBody>
          <a:bodyPr lIns="144000" tIns="108000" rIns="144000" bIns="108000"/>
          <a:lstStyle>
            <a:lvl1pPr marL="0" indent="0">
              <a:buNone/>
              <a:defRPr>
                <a:solidFill>
                  <a:schemeClr val="bg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66199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1000" b="500"/>
            </a:stretch>
          </a:blipFill>
        </p:spPr>
        <p:txBody>
          <a:bodyPr rIns="0" bIns="0" anchor="t">
            <a:spAutoFit/>
          </a:bodyPr>
          <a:lstStyle>
            <a:lvl1pPr marL="252000">
              <a:lnSpc>
                <a:spcPct val="100000"/>
              </a:lnSpc>
              <a:defRPr sz="3600">
                <a:solidFill>
                  <a:schemeClr val="tx1"/>
                </a:solidFill>
              </a:defRPr>
            </a:lvl1pPr>
          </a:lstStyle>
          <a:p>
            <a:r>
              <a:rPr lang="en-US" dirty="0"/>
              <a:t>Click to edit </a:t>
            </a:r>
            <a:br>
              <a:rPr lang="en-US" dirty="0"/>
            </a:br>
            <a:r>
              <a:rPr lang="en-US" dirty="0"/>
              <a:t>Master title style </a:t>
            </a:r>
            <a:br>
              <a:rPr lang="en-US" dirty="0"/>
            </a:br>
            <a:r>
              <a:rPr lang="en-US" dirty="0"/>
              <a:t>36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36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dirty="0"/>
              <a:t>Restricted | © Siemens 20XX | Author | Department | YYYY-MM-DD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6894869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46221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399"/>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sp>
        <p:nvSpPr>
          <p:cNvPr id="5" name="Footer Placeholder">
            <a:extLst>
              <a:ext uri="{FF2B5EF4-FFF2-40B4-BE49-F238E27FC236}">
                <a16:creationId xmlns:a16="http://schemas.microsoft.com/office/drawing/2014/main" id="{EDBCA456-A643-45C8-9383-5A06099EB621}"/>
              </a:ext>
            </a:extLst>
          </p:cNvPr>
          <p:cNvSpPr>
            <a:spLocks noGrp="1"/>
          </p:cNvSpPr>
          <p:nvPr>
            <p:ph type="ftr" sz="quarter" idx="10"/>
          </p:nvPr>
        </p:nvSpPr>
        <p:spPr>
          <a:xfrm>
            <a:off x="1059160" y="6310800"/>
            <a:ext cx="8640003" cy="547200"/>
          </a:xfrm>
        </p:spPr>
        <p:txBody>
          <a:bodyPr/>
          <a:lstStyle/>
          <a:p>
            <a:r>
              <a:rPr lang="en-US" dirty="0"/>
              <a:t>Restricted | © Siemens 20XX | Author | Department | YYYY-MM-DD</a:t>
            </a:r>
          </a:p>
        </p:txBody>
      </p:sp>
      <p:sp>
        <p:nvSpPr>
          <p:cNvPr id="6" name="Slide Number Placeholder">
            <a:extLst>
              <a:ext uri="{FF2B5EF4-FFF2-40B4-BE49-F238E27FC236}">
                <a16:creationId xmlns:a16="http://schemas.microsoft.com/office/drawing/2014/main" id="{5B05DC85-FD3C-4245-83A1-F6197CB9E08F}"/>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40429905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2"/>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5" name="Footer Placeholder">
            <a:extLst>
              <a:ext uri="{FF2B5EF4-FFF2-40B4-BE49-F238E27FC236}">
                <a16:creationId xmlns:a16="http://schemas.microsoft.com/office/drawing/2014/main" id="{21031E7D-E514-484A-9CCD-52A9C2222261}"/>
              </a:ext>
            </a:extLst>
          </p:cNvPr>
          <p:cNvSpPr>
            <a:spLocks noGrp="1"/>
          </p:cNvSpPr>
          <p:nvPr>
            <p:ph type="ftr" sz="quarter" idx="10"/>
          </p:nvPr>
        </p:nvSpPr>
        <p:spPr>
          <a:xfrm>
            <a:off x="1059160" y="6310800"/>
            <a:ext cx="8640003" cy="547200"/>
          </a:xfrm>
        </p:spPr>
        <p:txBody>
          <a:bodyPr/>
          <a:lstStyle/>
          <a:p>
            <a:r>
              <a:rPr lang="en-US" dirty="0"/>
              <a:t>Restricted | © Siemens 20XX | Author | Department | YYYY-MM-DD</a:t>
            </a:r>
          </a:p>
        </p:txBody>
      </p:sp>
      <p:sp>
        <p:nvSpPr>
          <p:cNvPr id="6" name="Slide Number Placeholder">
            <a:extLst>
              <a:ext uri="{FF2B5EF4-FFF2-40B4-BE49-F238E27FC236}">
                <a16:creationId xmlns:a16="http://schemas.microsoft.com/office/drawing/2014/main" id="{447F428C-5AA7-413C-A721-B7AADDF8B425}"/>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2948591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pter title dark 4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121"/>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5" name="Footer Placeholder">
            <a:extLst>
              <a:ext uri="{FF2B5EF4-FFF2-40B4-BE49-F238E27FC236}">
                <a16:creationId xmlns:a16="http://schemas.microsoft.com/office/drawing/2014/main" id="{1498F1A9-6241-4523-AFBC-C74F3AA4AC35}"/>
              </a:ext>
            </a:extLst>
          </p:cNvPr>
          <p:cNvSpPr>
            <a:spLocks noGrp="1"/>
          </p:cNvSpPr>
          <p:nvPr>
            <p:ph type="ftr" sz="quarter" idx="10"/>
          </p:nvPr>
        </p:nvSpPr>
        <p:spPr>
          <a:xfrm>
            <a:off x="1059160" y="6310800"/>
            <a:ext cx="8639240" cy="547200"/>
          </a:xfrm>
        </p:spPr>
        <p:txBody>
          <a:bodyPr/>
          <a:lstStyle/>
          <a:p>
            <a:r>
              <a:rPr lang="en-US" dirty="0"/>
              <a:t>Restricted | © Siemens 20XX | Author | Department | YYYY-MM-DD</a:t>
            </a:r>
          </a:p>
        </p:txBody>
      </p:sp>
      <p:sp>
        <p:nvSpPr>
          <p:cNvPr id="6" name="Slide Number Placeholder">
            <a:extLst>
              <a:ext uri="{FF2B5EF4-FFF2-40B4-BE49-F238E27FC236}">
                <a16:creationId xmlns:a16="http://schemas.microsoft.com/office/drawing/2014/main" id="{267619FE-01EE-4013-B481-A8C505C5D26A}"/>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4163221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pter title light 8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46221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sp>
        <p:nvSpPr>
          <p:cNvPr id="5" name="Footer Placeholder">
            <a:extLst>
              <a:ext uri="{FF2B5EF4-FFF2-40B4-BE49-F238E27FC236}">
                <a16:creationId xmlns:a16="http://schemas.microsoft.com/office/drawing/2014/main" id="{EDBCA456-A643-45C8-9383-5A06099EB621}"/>
              </a:ext>
            </a:extLst>
          </p:cNvPr>
          <p:cNvSpPr>
            <a:spLocks noGrp="1"/>
          </p:cNvSpPr>
          <p:nvPr>
            <p:ph type="ftr" sz="quarter" idx="10"/>
          </p:nvPr>
        </p:nvSpPr>
        <p:spPr>
          <a:xfrm>
            <a:off x="1059160" y="6310800"/>
            <a:ext cx="8640003" cy="547200"/>
          </a:xfrm>
        </p:spPr>
        <p:txBody>
          <a:bodyPr/>
          <a:lstStyle/>
          <a:p>
            <a:r>
              <a:rPr lang="en-US" dirty="0"/>
              <a:t>Restricted | © Siemens 20XX | Author | Department | YYYY-MM-DD</a:t>
            </a:r>
          </a:p>
        </p:txBody>
      </p:sp>
      <p:sp>
        <p:nvSpPr>
          <p:cNvPr id="6" name="Slide Number Placeholder">
            <a:extLst>
              <a:ext uri="{FF2B5EF4-FFF2-40B4-BE49-F238E27FC236}">
                <a16:creationId xmlns:a16="http://schemas.microsoft.com/office/drawing/2014/main" id="{5B05DC85-FD3C-4245-83A1-F6197CB9E08F}"/>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4FC1DCA2-253A-4E87-91E4-D402488C8D78}"/>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74400" y="6364800"/>
            <a:ext cx="1512000" cy="240408"/>
          </a:xfrm>
          <a:prstGeom prst="rect">
            <a:avLst/>
          </a:prstGeom>
        </p:spPr>
      </p:pic>
    </p:spTree>
    <p:extLst>
      <p:ext uri="{BB962C8B-B14F-4D97-AF65-F5344CB8AC3E}">
        <p14:creationId xmlns:p14="http://schemas.microsoft.com/office/powerpoint/2010/main" val="14551110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hapter title light 6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1"/>
            <a:ext cx="9288000" cy="1622623"/>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5" name="Footer Placeholder">
            <a:extLst>
              <a:ext uri="{FF2B5EF4-FFF2-40B4-BE49-F238E27FC236}">
                <a16:creationId xmlns:a16="http://schemas.microsoft.com/office/drawing/2014/main" id="{21031E7D-E514-484A-9CCD-52A9C2222261}"/>
              </a:ext>
            </a:extLst>
          </p:cNvPr>
          <p:cNvSpPr>
            <a:spLocks noGrp="1"/>
          </p:cNvSpPr>
          <p:nvPr>
            <p:ph type="ftr" sz="quarter" idx="10"/>
          </p:nvPr>
        </p:nvSpPr>
        <p:spPr>
          <a:xfrm>
            <a:off x="1059160" y="6310800"/>
            <a:ext cx="8640003" cy="547200"/>
          </a:xfrm>
        </p:spPr>
        <p:txBody>
          <a:bodyPr/>
          <a:lstStyle/>
          <a:p>
            <a:r>
              <a:rPr lang="en-US" dirty="0"/>
              <a:t>Restricted | © Siemens 20XX | Author | Department | YYYY-MM-DD</a:t>
            </a:r>
          </a:p>
        </p:txBody>
      </p:sp>
      <p:sp>
        <p:nvSpPr>
          <p:cNvPr id="6" name="Slide Number Placeholder">
            <a:extLst>
              <a:ext uri="{FF2B5EF4-FFF2-40B4-BE49-F238E27FC236}">
                <a16:creationId xmlns:a16="http://schemas.microsoft.com/office/drawing/2014/main" id="{447F428C-5AA7-413C-A721-B7AADDF8B425}"/>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3543E2CC-A901-4194-A712-51CE520302B1}"/>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74400" y="6364800"/>
            <a:ext cx="1512000" cy="240408"/>
          </a:xfrm>
          <a:prstGeom prst="rect">
            <a:avLst/>
          </a:prstGeom>
        </p:spPr>
      </p:pic>
    </p:spTree>
    <p:extLst>
      <p:ext uri="{BB962C8B-B14F-4D97-AF65-F5344CB8AC3E}">
        <p14:creationId xmlns:p14="http://schemas.microsoft.com/office/powerpoint/2010/main" val="39439022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pter title light 4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399" y="1414463"/>
            <a:ext cx="11370437" cy="246221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5" name="Footer Placeholder">
            <a:extLst>
              <a:ext uri="{FF2B5EF4-FFF2-40B4-BE49-F238E27FC236}">
                <a16:creationId xmlns:a16="http://schemas.microsoft.com/office/drawing/2014/main" id="{1498F1A9-6241-4523-AFBC-C74F3AA4AC35}"/>
              </a:ext>
            </a:extLst>
          </p:cNvPr>
          <p:cNvSpPr>
            <a:spLocks noGrp="1"/>
          </p:cNvSpPr>
          <p:nvPr>
            <p:ph type="ftr" sz="quarter" idx="10"/>
          </p:nvPr>
        </p:nvSpPr>
        <p:spPr>
          <a:xfrm>
            <a:off x="1059160" y="6310800"/>
            <a:ext cx="8639240" cy="547200"/>
          </a:xfrm>
        </p:spPr>
        <p:txBody>
          <a:bodyPr/>
          <a:lstStyle/>
          <a:p>
            <a:r>
              <a:rPr lang="en-US" dirty="0"/>
              <a:t>Restricted | © Siemens 20XX | Author | Department | YYYY-MM-DD</a:t>
            </a:r>
          </a:p>
        </p:txBody>
      </p:sp>
      <p:sp>
        <p:nvSpPr>
          <p:cNvPr id="6" name="Slide Number Placeholder">
            <a:extLst>
              <a:ext uri="{FF2B5EF4-FFF2-40B4-BE49-F238E27FC236}">
                <a16:creationId xmlns:a16="http://schemas.microsoft.com/office/drawing/2014/main" id="{267619FE-01EE-4013-B481-A8C505C5D26A}"/>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2A2349A4-4A97-42CC-AE59-7EDEE385EDFA}"/>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74400" y="6364800"/>
            <a:ext cx="1512000" cy="240408"/>
          </a:xfrm>
          <a:prstGeom prst="rect">
            <a:avLst/>
          </a:prstGeom>
        </p:spPr>
      </p:pic>
    </p:spTree>
    <p:extLst>
      <p:ext uri="{BB962C8B-B14F-4D97-AF65-F5344CB8AC3E}">
        <p14:creationId xmlns:p14="http://schemas.microsoft.com/office/powerpoint/2010/main" val="38680367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dex / Agenda">
    <p:spTree>
      <p:nvGrpSpPr>
        <p:cNvPr id="1" name=""/>
        <p:cNvGrpSpPr/>
        <p:nvPr/>
      </p:nvGrpSpPr>
      <p:grpSpPr>
        <a:xfrm>
          <a:off x="0" y="0"/>
          <a:ext cx="0" cy="0"/>
          <a:chOff x="0" y="0"/>
          <a:chExt cx="0" cy="0"/>
        </a:xfrm>
      </p:grpSpPr>
      <p:pic>
        <p:nvPicPr>
          <p:cNvPr id="8" name="Cognisphere" descr="A picture containing chart&#10;&#10;Description automatically generated">
            <a:extLst>
              <a:ext uri="{FF2B5EF4-FFF2-40B4-BE49-F238E27FC236}">
                <a16:creationId xmlns:a16="http://schemas.microsoft.com/office/drawing/2014/main" id="{FEC69F24-2876-47B9-A4B6-0ADE800ECDDB}"/>
              </a:ext>
            </a:extLst>
          </p:cNvPr>
          <p:cNvPicPr>
            <a:picLocks noChangeAspect="1"/>
          </p:cNvPicPr>
          <p:nvPr userDrawn="1"/>
        </p:nvPicPr>
        <p:blipFill rotWithShape="1">
          <a:blip r:embed="rId2" cstate="print">
            <a:alphaModFix amt="60000"/>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a:xfrm>
            <a:off x="410400" y="478800"/>
            <a:ext cx="5904675" cy="576000"/>
          </a:xfrm>
        </p:spPr>
        <p:txBody>
          <a:bodyPr/>
          <a:lstStyle/>
          <a:p>
            <a:r>
              <a:rPr lang="en-US"/>
              <a:t>Click to edit Master title style</a:t>
            </a:r>
            <a:endParaRPr lang="en-US" dirty="0"/>
          </a:p>
        </p:txBody>
      </p:sp>
      <p:sp>
        <p:nvSpPr>
          <p:cNvPr id="4" name="Copy">
            <a:extLst>
              <a:ext uri="{FF2B5EF4-FFF2-40B4-BE49-F238E27FC236}">
                <a16:creationId xmlns:a16="http://schemas.microsoft.com/office/drawing/2014/main" id="{0E701EC8-7FC1-42BE-915D-048C74A40E0C}"/>
              </a:ext>
            </a:extLst>
          </p:cNvPr>
          <p:cNvSpPr>
            <a:spLocks noGrp="1"/>
          </p:cNvSpPr>
          <p:nvPr>
            <p:ph type="body" sz="quarter" idx="12"/>
          </p:nvPr>
        </p:nvSpPr>
        <p:spPr>
          <a:xfrm>
            <a:off x="411163" y="1414463"/>
            <a:ext cx="5903912" cy="4751387"/>
          </a:xfrm>
        </p:spPr>
        <p:txBody>
          <a:bodyPr/>
          <a:lstStyle>
            <a:lvl1pPr>
              <a:spcAft>
                <a:spcPts val="900"/>
              </a:spcAft>
              <a:tabLst>
                <a:tab pos="5902325" algn="r"/>
              </a:tabLst>
              <a:defRPr/>
            </a:lvl1pPr>
            <a:lvl2pPr>
              <a:spcAft>
                <a:spcPts val="900"/>
              </a:spcAft>
              <a:tabLst>
                <a:tab pos="5902325" algn="r"/>
              </a:tabLst>
              <a:defRPr/>
            </a:lvl2pPr>
            <a:lvl3pPr marL="180000">
              <a:spcAft>
                <a:spcPts val="900"/>
              </a:spcAft>
              <a:tabLst>
                <a:tab pos="5902325" algn="r"/>
              </a:tabLst>
              <a:defRPr b="1"/>
            </a:lvl3pPr>
            <a:lvl4pPr marL="360000">
              <a:spcAft>
                <a:spcPts val="900"/>
              </a:spcAft>
              <a:tabLst>
                <a:tab pos="5902325" algn="r"/>
              </a:tabLst>
              <a:defRPr/>
            </a:lvl4pPr>
            <a:lvl5pPr marL="360000">
              <a:spcAft>
                <a:spcPts val="900"/>
              </a:spcAft>
              <a:tabLst>
                <a:tab pos="5902325" algn="r"/>
              </a:tabLst>
              <a:defRPr b="1"/>
            </a:lvl5pPr>
            <a:lvl6pPr marL="180000">
              <a:spcAft>
                <a:spcPts val="600"/>
              </a:spcAft>
              <a:tabLst>
                <a:tab pos="5902325" algn="r"/>
              </a:tabLst>
              <a:defRPr sz="1600"/>
            </a:lvl6pPr>
            <a:lvl7pPr marL="180000">
              <a:spcAft>
                <a:spcPts val="600"/>
              </a:spcAft>
              <a:tabLst>
                <a:tab pos="5902325" algn="r"/>
              </a:tabLst>
              <a:defRPr sz="1600" b="1"/>
            </a:lvl7pPr>
            <a:lvl8pPr marL="360000">
              <a:spcAft>
                <a:spcPts val="600"/>
              </a:spcAft>
              <a:tabLst>
                <a:tab pos="5902325" algn="r"/>
              </a:tabLst>
              <a:defRPr sz="1600"/>
            </a:lvl8pPr>
            <a:lvl9pPr marL="360000">
              <a:spcAft>
                <a:spcPts val="600"/>
              </a:spcAft>
              <a:tabLst>
                <a:tab pos="5902325"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643747429"/>
      </p:ext>
    </p:extLst>
  </p:cSld>
  <p:clrMapOvr>
    <a:masterClrMapping/>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6748236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a:t>Click to edit Master title style</a:t>
            </a:r>
            <a:endParaRPr lang="en-US" dirty="0"/>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943002918"/>
      </p:ext>
    </p:extLst>
  </p:cSld>
  <p:clrMapOvr>
    <a:masterClrMapping/>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ree Content without logo">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a:t>Click to edit Master title style</a:t>
            </a:r>
            <a:endParaRPr lang="en-US" dirty="0"/>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968626746"/>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ingle large image">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1CAAD1C1-677B-4ED7-96BE-27B1141D53D5}"/>
              </a:ext>
            </a:extLst>
          </p:cNvPr>
          <p:cNvSpPr>
            <a:spLocks noGrp="1"/>
          </p:cNvSpPr>
          <p:nvPr>
            <p:ph type="pic" sz="quarter" idx="12" hasCustomPrompt="1"/>
          </p:nvPr>
        </p:nvSpPr>
        <p:spPr>
          <a:xfrm>
            <a:off x="0" y="1"/>
            <a:ext cx="12192000" cy="6167438"/>
          </a:xfrm>
          <a:solidFill>
            <a:schemeClr val="accent1"/>
          </a:solidFill>
        </p:spPr>
        <p:txBody>
          <a:bodyPr lIns="144000" tIns="108000" rIns="144000" bIns="108000"/>
          <a:lstStyle>
            <a:lvl1pPr marL="0" indent="0">
              <a:buNone/>
              <a:defRPr>
                <a:solidFill>
                  <a:schemeClr val="bg1"/>
                </a:solidFill>
              </a:defRPr>
            </a:lvl1pPr>
          </a:lstStyle>
          <a:p>
            <a:r>
              <a:rPr lang="en-US" noProof="0" dirty="0"/>
              <a:t>Full size picture</a:t>
            </a:r>
          </a:p>
        </p:txBody>
      </p:sp>
      <p:sp>
        <p:nvSpPr>
          <p:cNvPr id="2" name="Title">
            <a:extLst>
              <a:ext uri="{FF2B5EF4-FFF2-40B4-BE49-F238E27FC236}">
                <a16:creationId xmlns:a16="http://schemas.microsoft.com/office/drawing/2014/main" id="{3F142F7C-7BE3-40CB-8C53-6F7533073558}"/>
              </a:ext>
            </a:extLst>
          </p:cNvPr>
          <p:cNvSpPr>
            <a:spLocks noGrp="1"/>
          </p:cNvSpPr>
          <p:nvPr>
            <p:ph type="title" hasCustomPrompt="1"/>
          </p:nvPr>
        </p:nvSpPr>
        <p:spPr>
          <a:xfrm>
            <a:off x="1022400" y="1054100"/>
            <a:ext cx="9252000" cy="1491868"/>
          </a:xfrm>
          <a:noFill/>
        </p:spPr>
        <p:txBody>
          <a:bodyPr wrap="square" rIns="0" bIns="0" anchor="t">
            <a:spAutoFit/>
          </a:bodyPr>
          <a:lstStyle>
            <a:lvl1pPr marL="0">
              <a:lnSpc>
                <a:spcPct val="100000"/>
              </a:lnSpc>
              <a:defRPr sz="4800">
                <a:solidFill>
                  <a:schemeClr val="tx1"/>
                </a:solidFill>
              </a:defRPr>
            </a:lvl1pPr>
          </a:lstStyle>
          <a:p>
            <a:r>
              <a:rPr lang="en-US" dirty="0"/>
              <a:t>Click to edit </a:t>
            </a:r>
            <a:br>
              <a:rPr lang="en-US" dirty="0"/>
            </a:br>
            <a:r>
              <a:rPr lang="en-US" dirty="0"/>
              <a:t>Master title style</a:t>
            </a:r>
          </a:p>
        </p:txBody>
      </p:sp>
      <p:sp>
        <p:nvSpPr>
          <p:cNvPr id="4" name="Footer Placeholder">
            <a:extLst>
              <a:ext uri="{FF2B5EF4-FFF2-40B4-BE49-F238E27FC236}">
                <a16:creationId xmlns:a16="http://schemas.microsoft.com/office/drawing/2014/main" id="{F80D0117-50BB-4A8D-AD28-794FFDA35404}"/>
              </a:ext>
            </a:extLst>
          </p:cNvPr>
          <p:cNvSpPr>
            <a:spLocks noGrp="1"/>
          </p:cNvSpPr>
          <p:nvPr>
            <p:ph type="ftr" sz="quarter" idx="16"/>
          </p:nvPr>
        </p:nvSpPr>
        <p:spPr/>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79F3E7D3-5B15-444A-88AC-9161D47F12FD}"/>
              </a:ext>
            </a:extLst>
          </p:cNvPr>
          <p:cNvSpPr>
            <a:spLocks noGrp="1"/>
          </p:cNvSpPr>
          <p:nvPr>
            <p:ph type="sldNum" sz="quarter" idx="17"/>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30251D14-AF6A-4279-B0A9-69FD9519EA5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009199822"/>
      </p:ext>
    </p:extLst>
  </p:cSld>
  <p:clrMapOvr>
    <a:masterClrMapping/>
  </p:clrMapOvr>
  <p:extLst>
    <p:ext uri="{DCECCB84-F9BA-43D5-87BE-67443E8EF086}">
      <p15:sldGuideLst xmlns:p15="http://schemas.microsoft.com/office/powerpoint/2012/main">
        <p15:guide id="1" pos="259" userDrawn="1">
          <p15:clr>
            <a:srgbClr val="65CEFF"/>
          </p15:clr>
        </p15:guide>
        <p15:guide id="9" pos="6472" userDrawn="1">
          <p15:clr>
            <a:srgbClr val="65CEFF"/>
          </p15:clr>
        </p15:guide>
        <p15:guide id="10" pos="7425" userDrawn="1">
          <p15:clr>
            <a:srgbClr val="65CEFF"/>
          </p15:clr>
        </p15:guide>
        <p15:guide id="12" orient="horz" pos="664"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ingle image (Text spotlight)">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1CAAD1C1-677B-4ED7-96BE-27B1141D53D5}"/>
              </a:ext>
            </a:extLst>
          </p:cNvPr>
          <p:cNvSpPr>
            <a:spLocks noGrp="1"/>
          </p:cNvSpPr>
          <p:nvPr>
            <p:ph type="pic" sz="quarter" idx="12" hasCustomPrompt="1"/>
          </p:nvPr>
        </p:nvSpPr>
        <p:spPr>
          <a:xfrm>
            <a:off x="0" y="1"/>
            <a:ext cx="7611160" cy="6167438"/>
          </a:xfrm>
          <a:solidFill>
            <a:schemeClr val="accent1"/>
          </a:solidFill>
        </p:spPr>
        <p:txBody>
          <a:bodyPr lIns="144000" tIns="108000" rIns="144000" bIns="108000"/>
          <a:lstStyle>
            <a:lvl1pPr marL="0" indent="0">
              <a:buNone/>
              <a:defRPr>
                <a:solidFill>
                  <a:schemeClr val="bg1"/>
                </a:solidFill>
              </a:defRPr>
            </a:lvl1pPr>
          </a:lstStyle>
          <a:p>
            <a:r>
              <a:rPr lang="en-US" noProof="0" dirty="0"/>
              <a:t>Picture</a:t>
            </a:r>
          </a:p>
        </p:txBody>
      </p:sp>
      <p:sp>
        <p:nvSpPr>
          <p:cNvPr id="2" name="Title">
            <a:extLst>
              <a:ext uri="{FF2B5EF4-FFF2-40B4-BE49-F238E27FC236}">
                <a16:creationId xmlns:a16="http://schemas.microsoft.com/office/drawing/2014/main" id="{AFFC798E-B633-4D30-A7C1-DC796BD8887A}"/>
              </a:ext>
            </a:extLst>
          </p:cNvPr>
          <p:cNvSpPr>
            <a:spLocks noGrp="1"/>
          </p:cNvSpPr>
          <p:nvPr>
            <p:ph type="title" hasCustomPrompt="1"/>
          </p:nvPr>
        </p:nvSpPr>
        <p:spPr>
          <a:xfrm>
            <a:off x="1022400" y="1054100"/>
            <a:ext cx="6156275" cy="2215991"/>
          </a:xfrm>
          <a:noFill/>
        </p:spPr>
        <p:txBody>
          <a:bodyPr wrap="square" rIns="0" bIns="0" anchor="t">
            <a:spAutoFit/>
          </a:bodyPr>
          <a:lstStyle>
            <a:lvl1pPr marL="0">
              <a:lnSpc>
                <a:spcPct val="100000"/>
              </a:lnSpc>
              <a:defRPr sz="4800">
                <a:solidFill>
                  <a:schemeClr val="tx1"/>
                </a:solidFill>
              </a:defRPr>
            </a:lvl1pPr>
          </a:lstStyle>
          <a:p>
            <a:r>
              <a:rPr lang="en-US" dirty="0"/>
              <a:t>Click to edit </a:t>
            </a:r>
            <a:br>
              <a:rPr lang="en-US" dirty="0"/>
            </a:br>
            <a:r>
              <a:rPr lang="en-US" dirty="0"/>
              <a:t>Master title style</a:t>
            </a:r>
            <a:br>
              <a:rPr lang="en-US" dirty="0"/>
            </a:br>
            <a:r>
              <a:rPr lang="en-US" dirty="0"/>
              <a:t>3 lines</a:t>
            </a:r>
          </a:p>
        </p:txBody>
      </p:sp>
      <p:sp>
        <p:nvSpPr>
          <p:cNvPr id="3" name="Copy">
            <a:extLst>
              <a:ext uri="{FF2B5EF4-FFF2-40B4-BE49-F238E27FC236}">
                <a16:creationId xmlns:a16="http://schemas.microsoft.com/office/drawing/2014/main" id="{6F965802-E517-4CC3-99D7-1DA8BF1FB020}"/>
              </a:ext>
            </a:extLst>
          </p:cNvPr>
          <p:cNvSpPr>
            <a:spLocks noGrp="1"/>
          </p:cNvSpPr>
          <p:nvPr>
            <p:ph type="body" sz="quarter" idx="18"/>
          </p:nvPr>
        </p:nvSpPr>
        <p:spPr>
          <a:xfrm>
            <a:off x="8042400" y="1054100"/>
            <a:ext cx="3744000" cy="5113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a:extLst>
              <a:ext uri="{FF2B5EF4-FFF2-40B4-BE49-F238E27FC236}">
                <a16:creationId xmlns:a16="http://schemas.microsoft.com/office/drawing/2014/main" id="{F80D0117-50BB-4A8D-AD28-794FFDA35404}"/>
              </a:ext>
            </a:extLst>
          </p:cNvPr>
          <p:cNvSpPr>
            <a:spLocks noGrp="1"/>
          </p:cNvSpPr>
          <p:nvPr>
            <p:ph type="ftr" sz="quarter" idx="16"/>
          </p:nvPr>
        </p:nvSpPr>
        <p:spPr/>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79F3E7D3-5B15-444A-88AC-9161D47F12FD}"/>
              </a:ext>
            </a:extLst>
          </p:cNvPr>
          <p:cNvSpPr>
            <a:spLocks noGrp="1"/>
          </p:cNvSpPr>
          <p:nvPr>
            <p:ph type="sldNum" sz="quarter" idx="17"/>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30251D14-AF6A-4279-B0A9-69FD9519EA5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4014279886"/>
      </p:ext>
    </p:extLst>
  </p:cSld>
  <p:clrMapOvr>
    <a:masterClrMapping/>
  </p:clrMapOvr>
  <p:extLst>
    <p:ext uri="{DCECCB84-F9BA-43D5-87BE-67443E8EF086}">
      <p15:sldGuideLst xmlns:p15="http://schemas.microsoft.com/office/powerpoint/2012/main">
        <p15:guide id="1" pos="259" userDrawn="1">
          <p15:clr>
            <a:srgbClr val="65CEFF"/>
          </p15:clr>
        </p15:guide>
        <p15:guide id="2" pos="4522" userDrawn="1">
          <p15:clr>
            <a:srgbClr val="65CEFF"/>
          </p15:clr>
        </p15:guide>
        <p15:guide id="3" pos="4794" userDrawn="1">
          <p15:clr>
            <a:srgbClr val="65CEFF"/>
          </p15:clr>
        </p15:guide>
        <p15:guide id="4" pos="5066" userDrawn="1">
          <p15:clr>
            <a:srgbClr val="65CEFF"/>
          </p15:clr>
        </p15:guide>
        <p15:guide id="5" pos="6472" userDrawn="1">
          <p15:clr>
            <a:srgbClr val="65CEFF"/>
          </p15:clr>
        </p15:guide>
        <p15:guide id="6" pos="7425" userDrawn="1">
          <p15:clr>
            <a:srgbClr val="65CEFF"/>
          </p15:clr>
        </p15:guide>
        <p15:guide id="7" orient="horz" pos="302" userDrawn="1">
          <p15:clr>
            <a:srgbClr val="65CEFF"/>
          </p15:clr>
        </p15:guide>
        <p15:guide id="8" orient="horz" pos="664" userDrawn="1">
          <p15:clr>
            <a:srgbClr val="65CEFF"/>
          </p15:clr>
        </p15:guide>
        <p15:guide id="9" orient="horz" pos="891" userDrawn="1">
          <p15:clr>
            <a:srgbClr val="65CEFF"/>
          </p15:clr>
        </p15:guide>
        <p15:guide id="10" orient="horz" pos="3658" userDrawn="1">
          <p15:clr>
            <a:srgbClr val="65CEFF"/>
          </p15:clr>
        </p15:guide>
        <p15:guide id="11" orient="horz" pos="3885" userDrawn="1">
          <p15:clr>
            <a:srgbClr val="65CEFF"/>
          </p15:clr>
        </p15:guide>
        <p15:guide id="12" orient="horz" pos="4157" userDrawn="1">
          <p15:clr>
            <a:srgbClr val="65CE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 bleed color Deep Blue (with key visual)">
    <p:bg>
      <p:bgRef idx="1001">
        <a:schemeClr val="bg2"/>
      </p:bgRef>
    </p:bg>
    <p:spTree>
      <p:nvGrpSpPr>
        <p:cNvPr id="1" name=""/>
        <p:cNvGrpSpPr/>
        <p:nvPr/>
      </p:nvGrpSpPr>
      <p:grpSpPr>
        <a:xfrm>
          <a:off x="0" y="0"/>
          <a:ext cx="0" cy="0"/>
          <a:chOff x="0" y="0"/>
          <a:chExt cx="0" cy="0"/>
        </a:xfrm>
      </p:grpSpPr>
      <p:pic>
        <p:nvPicPr>
          <p:cNvPr id="4" name="Cognisphere" descr="A picture containing fish, monitor, keyboard, computer&#10;&#10;Description automatically generated">
            <a:extLst>
              <a:ext uri="{FF2B5EF4-FFF2-40B4-BE49-F238E27FC236}">
                <a16:creationId xmlns:a16="http://schemas.microsoft.com/office/drawing/2014/main" id="{AE83F1C5-95B7-47C3-B837-8191D1E3972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25104918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40045345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bleed color Gradient (with key visual)">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4" name="Cognisphere" descr="A picture containing sky, water, star&#10;&#10;Description automatically generated">
            <a:extLst>
              <a:ext uri="{FF2B5EF4-FFF2-40B4-BE49-F238E27FC236}">
                <a16:creationId xmlns:a16="http://schemas.microsoft.com/office/drawing/2014/main" id="{E2F7C1AE-8376-445B-98CD-DBE6E96E387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a:extLst>
              <a:ext uri="{FF2B5EF4-FFF2-40B4-BE49-F238E27FC236}">
                <a16:creationId xmlns:a16="http://schemas.microsoft.com/office/drawing/2014/main" id="{E4BECE54-DDA8-4D2C-8A02-4C8E3E1585E1}"/>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07B7E75B-80B4-49F8-AA70-A41C9D896853}"/>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33338126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a:extLst>
              <a:ext uri="{FF2B5EF4-FFF2-40B4-BE49-F238E27FC236}">
                <a16:creationId xmlns:a16="http://schemas.microsoft.com/office/drawing/2014/main" id="{E4BECE54-DDA8-4D2C-8A02-4C8E3E1585E1}"/>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07B7E75B-80B4-49F8-AA70-A41C9D896853}"/>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1106083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3"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9CE7E2D8-94E8-4FE6-93A5-924CA3EC5315}"/>
              </a:ext>
            </a:extLst>
          </p:cNvPr>
          <p:cNvSpPr>
            <a:spLocks noGrp="1"/>
          </p:cNvSpPr>
          <p:nvPr>
            <p:ph idx="1"/>
          </p:nvPr>
        </p:nvSpPr>
        <p:spPr>
          <a:xfrm>
            <a:off x="411162" y="1414800"/>
            <a:ext cx="719931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842942607"/>
      </p:ext>
    </p:extLst>
  </p:cSld>
  <p:clrMapOvr>
    <a:masterClrMapping/>
  </p:clrMapOvr>
  <p:extLst>
    <p:ext uri="{DCECCB84-F9BA-43D5-87BE-67443E8EF086}">
      <p15:sldGuideLst xmlns:p15="http://schemas.microsoft.com/office/powerpoint/2012/main">
        <p15:guide id="1" pos="259" userDrawn="1">
          <p15:clr>
            <a:srgbClr val="65CEFF"/>
          </p15:clr>
        </p15:guide>
        <p15:guide id="2" pos="4794" userDrawn="1">
          <p15:clr>
            <a:srgbClr val="65CEFF"/>
          </p15:clr>
        </p15:guide>
        <p15:guide id="3" pos="6472" userDrawn="1">
          <p15:clr>
            <a:srgbClr val="65CEFF"/>
          </p15:clr>
        </p15:guide>
        <p15:guide id="4" pos="7425" userDrawn="1">
          <p15:clr>
            <a:srgbClr val="65CEFF"/>
          </p15:clr>
        </p15:guide>
        <p15:guide id="5" orient="horz" pos="302" userDrawn="1">
          <p15:clr>
            <a:srgbClr val="65CEFF"/>
          </p15:clr>
        </p15:guide>
        <p15:guide id="6" orient="horz" pos="664" userDrawn="1">
          <p15:clr>
            <a:srgbClr val="65CEFF"/>
          </p15:clr>
        </p15:guide>
        <p15:guide id="7" orient="horz" pos="891" userDrawn="1">
          <p15:clr>
            <a:srgbClr val="65CEFF"/>
          </p15:clr>
        </p15:guide>
        <p15:guide id="8" orient="horz" pos="3658" userDrawn="1">
          <p15:clr>
            <a:srgbClr val="65CEFF"/>
          </p15:clr>
        </p15:guide>
        <p15:guide id="9" orient="horz" pos="3885" userDrawn="1">
          <p15:clr>
            <a:srgbClr val="65CEFF"/>
          </p15:clr>
        </p15:guide>
        <p15:guide id="10" orient="horz" pos="4157" userDrawn="1">
          <p15:clr>
            <a:srgbClr val="65CEF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9CE7E2D8-94E8-4FE6-93A5-924CA3EC5315}"/>
              </a:ext>
            </a:extLst>
          </p:cNvPr>
          <p:cNvSpPr>
            <a:spLocks noGrp="1"/>
          </p:cNvSpPr>
          <p:nvPr>
            <p:ph idx="1"/>
          </p:nvPr>
        </p:nvSpPr>
        <p:spPr>
          <a:xfrm>
            <a:off x="411162"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a:extLst>
              <a:ext uri="{FF2B5EF4-FFF2-40B4-BE49-F238E27FC236}">
                <a16:creationId xmlns:a16="http://schemas.microsoft.com/office/drawing/2014/main" id="{7367E6C0-4D2C-4C5F-86D8-A2CFF0EB3D6A}"/>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6F746812-65E3-4C09-AC38-B0CFE93C8A95}"/>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2EA6CE5F-6FF7-4E0A-AEB2-1A7C43CE05C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907654598"/>
      </p:ext>
    </p:extLst>
  </p:cSld>
  <p:clrMapOvr>
    <a:masterClrMapping/>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302" userDrawn="1">
          <p15:clr>
            <a:srgbClr val="65CEFF"/>
          </p15:clr>
        </p15:guide>
        <p15:guide id="5" orient="horz" pos="664" userDrawn="1">
          <p15:clr>
            <a:srgbClr val="65CEFF"/>
          </p15:clr>
        </p15:guide>
        <p15:guide id="6" orient="horz" pos="891" userDrawn="1">
          <p15:clr>
            <a:srgbClr val="65CEFF"/>
          </p15:clr>
        </p15:guide>
        <p15:guide id="7" orient="horz" pos="3658" userDrawn="1">
          <p15:clr>
            <a:srgbClr val="65CEFF"/>
          </p15:clr>
        </p15:guide>
        <p15:guide id="8" orient="horz" pos="3885" userDrawn="1">
          <p15:clr>
            <a:srgbClr val="65CEFF"/>
          </p15:clr>
        </p15:guide>
        <p15:guide id="9" orient="horz" pos="4157" userDrawn="1">
          <p15:clr>
            <a:srgbClr val="65CEF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2">
            <a:extLst>
              <a:ext uri="{FF2B5EF4-FFF2-40B4-BE49-F238E27FC236}">
                <a16:creationId xmlns:a16="http://schemas.microsoft.com/office/drawing/2014/main" id="{BF3FF41E-3844-4153-B955-A1F3E9EC1D30}"/>
              </a:ext>
            </a:extLst>
          </p:cNvPr>
          <p:cNvSpPr>
            <a:spLocks noGrp="1"/>
          </p:cNvSpPr>
          <p:nvPr>
            <p:ph sz="half" idx="2"/>
          </p:nvPr>
        </p:nvSpPr>
        <p:spPr>
          <a:xfrm>
            <a:off x="6315075" y="1414800"/>
            <a:ext cx="546576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a:extLst>
              <a:ext uri="{FF2B5EF4-FFF2-40B4-BE49-F238E27FC236}">
                <a16:creationId xmlns:a16="http://schemas.microsoft.com/office/drawing/2014/main" id="{33A503D1-D234-4258-9A03-D858B10BA46D}"/>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21AA656B-0BAF-4B75-90BE-93CAC5946C0B}"/>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951439580"/>
      </p:ext>
    </p:extLst>
  </p:cSld>
  <p:clrMapOvr>
    <a:masterClrMapping/>
  </p:clrMapOvr>
  <p:extLst>
    <p:ext uri="{DCECCB84-F9BA-43D5-87BE-67443E8EF086}">
      <p15:sldGuideLst xmlns:p15="http://schemas.microsoft.com/office/powerpoint/2012/main">
        <p15:guide id="1" pos="259" userDrawn="1">
          <p15:clr>
            <a:srgbClr val="65CEFF"/>
          </p15:clr>
        </p15:guide>
        <p15:guide id="2" pos="3705" userDrawn="1">
          <p15:clr>
            <a:srgbClr val="65CEFF"/>
          </p15:clr>
        </p15:guide>
        <p15:guide id="3" pos="3978" userDrawn="1">
          <p15:clr>
            <a:srgbClr val="65CEFF"/>
          </p15:clr>
        </p15:guide>
        <p15:guide id="4" pos="6472" userDrawn="1">
          <p15:clr>
            <a:srgbClr val="65CEFF"/>
          </p15:clr>
        </p15:guide>
        <p15:guide id="5" pos="7425" userDrawn="1">
          <p15:clr>
            <a:srgbClr val="65CEFF"/>
          </p15:clr>
        </p15:guide>
        <p15:guide id="6" orient="horz" pos="302" userDrawn="1">
          <p15:clr>
            <a:srgbClr val="65CEFF"/>
          </p15:clr>
        </p15:guide>
        <p15:guide id="7" orient="horz" pos="664" userDrawn="1">
          <p15:clr>
            <a:srgbClr val="65CEFF"/>
          </p15:clr>
        </p15:guide>
        <p15:guide id="8" orient="horz" pos="891" userDrawn="1">
          <p15:clr>
            <a:srgbClr val="65CEFF"/>
          </p15:clr>
        </p15:guide>
        <p15:guide id="9" orient="horz" pos="3658" userDrawn="1">
          <p15:clr>
            <a:srgbClr val="65CEFF"/>
          </p15:clr>
        </p15:guide>
        <p15:guide id="10" orient="horz" pos="3885" userDrawn="1">
          <p15:clr>
            <a:srgbClr val="65CEFF"/>
          </p15:clr>
        </p15:guide>
        <p15:guide id="11" orient="horz" pos="4157" userDrawn="1">
          <p15:clr>
            <a:srgbClr val="65CEF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2">
            <a:extLst>
              <a:ext uri="{FF2B5EF4-FFF2-40B4-BE49-F238E27FC236}">
                <a16:creationId xmlns:a16="http://schemas.microsoft.com/office/drawing/2014/main" id="{BF3FF41E-3844-4153-B955-A1F3E9EC1D30}"/>
              </a:ext>
            </a:extLst>
          </p:cNvPr>
          <p:cNvSpPr>
            <a:spLocks noGrp="1"/>
          </p:cNvSpPr>
          <p:nvPr>
            <p:ph sz="half" idx="2"/>
          </p:nvPr>
        </p:nvSpPr>
        <p:spPr>
          <a:xfrm>
            <a:off x="4298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py 3">
            <a:extLst>
              <a:ext uri="{FF2B5EF4-FFF2-40B4-BE49-F238E27FC236}">
                <a16:creationId xmlns:a16="http://schemas.microsoft.com/office/drawing/2014/main" id="{F020B491-E63A-4FB5-94ED-2BC31EB35C33}"/>
              </a:ext>
            </a:extLst>
          </p:cNvPr>
          <p:cNvSpPr>
            <a:spLocks noGrp="1"/>
          </p:cNvSpPr>
          <p:nvPr>
            <p:ph sz="half" idx="12"/>
          </p:nvPr>
        </p:nvSpPr>
        <p:spPr>
          <a:xfrm>
            <a:off x="8186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a:extLst>
              <a:ext uri="{FF2B5EF4-FFF2-40B4-BE49-F238E27FC236}">
                <a16:creationId xmlns:a16="http://schemas.microsoft.com/office/drawing/2014/main" id="{E613FA68-C74A-4621-9563-250388EBCC8B}"/>
              </a:ext>
            </a:extLst>
          </p:cNvPr>
          <p:cNvSpPr>
            <a:spLocks noGrp="1"/>
          </p:cNvSpPr>
          <p:nvPr>
            <p:ph type="ftr" sz="quarter" idx="13"/>
          </p:nvPr>
        </p:nvSpPr>
        <p:spPr/>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F9117D9C-D502-472C-A3C8-FA9087A2EDCE}"/>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448910675"/>
      </p:ext>
    </p:extLst>
  </p:cSld>
  <p:clrMapOvr>
    <a:masterClrMapping/>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4975" userDrawn="1">
          <p15:clr>
            <a:srgbClr val="65CEFF"/>
          </p15:clr>
        </p15:guide>
        <p15:guide id="5" pos="5157" userDrawn="1">
          <p15:clr>
            <a:srgbClr val="65CEFF"/>
          </p15:clr>
        </p15:guide>
        <p15:guide id="6" pos="6472" userDrawn="1">
          <p15:clr>
            <a:srgbClr val="65CEFF"/>
          </p15:clr>
        </p15:guide>
        <p15:guide id="7" pos="7425" userDrawn="1">
          <p15:clr>
            <a:srgbClr val="65CEFF"/>
          </p15:clr>
        </p15:guide>
        <p15:guide id="8" orient="horz" pos="302" userDrawn="1">
          <p15:clr>
            <a:srgbClr val="65CEFF"/>
          </p15:clr>
        </p15:guide>
        <p15:guide id="9" orient="horz" pos="664" userDrawn="1">
          <p15:clr>
            <a:srgbClr val="65CEFF"/>
          </p15:clr>
        </p15:guide>
        <p15:guide id="10" orient="horz" pos="891" userDrawn="1">
          <p15:clr>
            <a:srgbClr val="65CEFF"/>
          </p15:clr>
        </p15:guide>
        <p15:guide id="11" orient="horz" pos="3658" userDrawn="1">
          <p15:clr>
            <a:srgbClr val="65CEFF"/>
          </p15:clr>
        </p15:guide>
        <p15:guide id="12" orient="horz" pos="3885" userDrawn="1">
          <p15:clr>
            <a:srgbClr val="65CEFF"/>
          </p15:clr>
        </p15:guide>
        <p15:guide id="13" orient="horz" pos="4157" userDrawn="1">
          <p15:clr>
            <a:srgbClr val="65CEFF"/>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py 2">
            <a:extLst>
              <a:ext uri="{FF2B5EF4-FFF2-40B4-BE49-F238E27FC236}">
                <a16:creationId xmlns:a16="http://schemas.microsoft.com/office/drawing/2014/main" id="{2871E7F7-6A93-4406-8617-80D9CFF396A8}"/>
              </a:ext>
            </a:extLst>
          </p:cNvPr>
          <p:cNvSpPr>
            <a:spLocks noGrp="1"/>
          </p:cNvSpPr>
          <p:nvPr>
            <p:ph sz="half" idx="12"/>
          </p:nvPr>
        </p:nvSpPr>
        <p:spPr>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3">
            <a:extLst>
              <a:ext uri="{FF2B5EF4-FFF2-40B4-BE49-F238E27FC236}">
                <a16:creationId xmlns:a16="http://schemas.microsoft.com/office/drawing/2014/main" id="{BF3FF41E-3844-4153-B955-A1F3E9EC1D30}"/>
              </a:ext>
            </a:extLst>
          </p:cNvPr>
          <p:cNvSpPr>
            <a:spLocks noGrp="1"/>
          </p:cNvSpPr>
          <p:nvPr>
            <p:ph sz="half" idx="2"/>
          </p:nvPr>
        </p:nvSpPr>
        <p:spPr>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py 4">
            <a:extLst>
              <a:ext uri="{FF2B5EF4-FFF2-40B4-BE49-F238E27FC236}">
                <a16:creationId xmlns:a16="http://schemas.microsoft.com/office/drawing/2014/main" id="{7AD3B9B1-3210-46C8-8222-A0E11719EB88}"/>
              </a:ext>
            </a:extLst>
          </p:cNvPr>
          <p:cNvSpPr>
            <a:spLocks noGrp="1"/>
          </p:cNvSpPr>
          <p:nvPr>
            <p:ph sz="half" idx="13"/>
          </p:nvPr>
        </p:nvSpPr>
        <p:spPr>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a:extLst>
              <a:ext uri="{FF2B5EF4-FFF2-40B4-BE49-F238E27FC236}">
                <a16:creationId xmlns:a16="http://schemas.microsoft.com/office/drawing/2014/main" id="{1DF6F0C8-00D9-4034-B3CC-D376702BE1C8}"/>
              </a:ext>
            </a:extLst>
          </p:cNvPr>
          <p:cNvSpPr>
            <a:spLocks noGrp="1"/>
          </p:cNvSpPr>
          <p:nvPr>
            <p:ph type="ftr" sz="quarter" idx="14"/>
          </p:nvPr>
        </p:nvSpPr>
        <p:spPr/>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53D55964-F7E8-48E3-84D5-FE4FE835C563}"/>
              </a:ext>
            </a:extLst>
          </p:cNvPr>
          <p:cNvSpPr>
            <a:spLocks noGrp="1"/>
          </p:cNvSpPr>
          <p:nvPr>
            <p:ph type="sldNum" sz="quarter" idx="15"/>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503860774"/>
      </p:ext>
    </p:extLst>
  </p:cSld>
  <p:clrMapOvr>
    <a:masterClrMapping/>
  </p:clrMapOvr>
  <p:extLst>
    <p:ext uri="{DCECCB84-F9BA-43D5-87BE-67443E8EF086}">
      <p15:sldGuideLst xmlns:p15="http://schemas.microsoft.com/office/powerpoint/2012/main">
        <p15:guide id="1" pos="259" userDrawn="1">
          <p15:clr>
            <a:srgbClr val="65CEFF"/>
          </p15:clr>
        </p15:guide>
        <p15:guide id="2" pos="3705" userDrawn="1">
          <p15:clr>
            <a:srgbClr val="65CEFF"/>
          </p15:clr>
        </p15:guide>
        <p15:guide id="3" pos="3978" userDrawn="1">
          <p15:clr>
            <a:srgbClr val="65CEFF"/>
          </p15:clr>
        </p15:guide>
        <p15:guide id="4" pos="6472" userDrawn="1">
          <p15:clr>
            <a:srgbClr val="65CEFF"/>
          </p15:clr>
        </p15:guide>
        <p15:guide id="5" pos="7425" userDrawn="1">
          <p15:clr>
            <a:srgbClr val="65CEFF"/>
          </p15:clr>
        </p15:guide>
        <p15:guide id="6" orient="horz" pos="302" userDrawn="1">
          <p15:clr>
            <a:srgbClr val="65CEFF"/>
          </p15:clr>
        </p15:guide>
        <p15:guide id="7" orient="horz" pos="664" userDrawn="1">
          <p15:clr>
            <a:srgbClr val="65CEFF"/>
          </p15:clr>
        </p15:guide>
        <p15:guide id="8" orient="horz" pos="891" userDrawn="1">
          <p15:clr>
            <a:srgbClr val="65CEFF"/>
          </p15:clr>
        </p15:guide>
        <p15:guide id="9" orient="horz" pos="2206" userDrawn="1">
          <p15:clr>
            <a:srgbClr val="65CEFF"/>
          </p15:clr>
        </p15:guide>
        <p15:guide id="10" orient="horz" pos="2343" userDrawn="1">
          <p15:clr>
            <a:srgbClr val="65CEFF"/>
          </p15:clr>
        </p15:guide>
        <p15:guide id="11" orient="horz" pos="3658" userDrawn="1">
          <p15:clr>
            <a:srgbClr val="65CEFF"/>
          </p15:clr>
        </p15:guide>
        <p15:guide id="12" orient="horz" pos="3885" userDrawn="1">
          <p15:clr>
            <a:srgbClr val="65CEFF"/>
          </p15:clr>
        </p15:guide>
        <p15:guide id="13" orient="horz" pos="4157" userDrawn="1">
          <p15:clr>
            <a:srgbClr val="65CEFF"/>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68133C-15D2-4F33-802E-DF15E7891829}"/>
              </a:ext>
            </a:extLst>
          </p:cNvPr>
          <p:cNvSpPr>
            <a:spLocks noGrp="1"/>
          </p:cNvSpPr>
          <p:nvPr>
            <p:ph type="title"/>
          </p:nvPr>
        </p:nvSpPr>
        <p:spPr/>
        <p:txBody>
          <a:bodyPr/>
          <a:lstStyle/>
          <a:p>
            <a:r>
              <a:rPr lang="en-US"/>
              <a:t>Click to edit Master title style</a:t>
            </a:r>
          </a:p>
        </p:txBody>
      </p:sp>
      <p:sp>
        <p:nvSpPr>
          <p:cNvPr id="7" name="Picture Placeholder">
            <a:extLst>
              <a:ext uri="{FF2B5EF4-FFF2-40B4-BE49-F238E27FC236}">
                <a16:creationId xmlns:a16="http://schemas.microsoft.com/office/drawing/2014/main" id="{90866A30-329B-420B-B42B-2C69E0DE6D9B}"/>
              </a:ext>
            </a:extLst>
          </p:cNvPr>
          <p:cNvSpPr>
            <a:spLocks noGrp="1"/>
          </p:cNvSpPr>
          <p:nvPr>
            <p:ph type="pic" sz="quarter" idx="12"/>
          </p:nvPr>
        </p:nvSpPr>
        <p:spPr>
          <a:xfrm>
            <a:off x="411161" y="1414800"/>
            <a:ext cx="7199313" cy="4752000"/>
          </a:xfrm>
          <a:solidFill>
            <a:schemeClr val="bg2"/>
          </a:solidFill>
        </p:spPr>
        <p:txBody>
          <a:bodyPr>
            <a:noAutofit/>
          </a:bodyPr>
          <a:lstStyle/>
          <a:p>
            <a:r>
              <a:rPr lang="en-US"/>
              <a:t>Click icon to add picture</a:t>
            </a:r>
            <a:endParaRPr lang="en-US" dirty="0"/>
          </a:p>
        </p:txBody>
      </p:sp>
      <p:sp>
        <p:nvSpPr>
          <p:cNvPr id="4" name="Copy">
            <a:extLst>
              <a:ext uri="{FF2B5EF4-FFF2-40B4-BE49-F238E27FC236}">
                <a16:creationId xmlns:a16="http://schemas.microsoft.com/office/drawing/2014/main" id="{BF3FF41E-3844-4153-B955-A1F3E9EC1D30}"/>
              </a:ext>
            </a:extLst>
          </p:cNvPr>
          <p:cNvSpPr>
            <a:spLocks noGrp="1"/>
          </p:cNvSpPr>
          <p:nvPr>
            <p:ph sz="half" idx="2"/>
          </p:nvPr>
        </p:nvSpPr>
        <p:spPr>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a:extLst>
              <a:ext uri="{FF2B5EF4-FFF2-40B4-BE49-F238E27FC236}">
                <a16:creationId xmlns:a16="http://schemas.microsoft.com/office/drawing/2014/main" id="{33756E69-CA2F-47EC-9D32-CB09C4CD83F1}"/>
              </a:ext>
            </a:extLst>
          </p:cNvPr>
          <p:cNvSpPr>
            <a:spLocks noGrp="1"/>
          </p:cNvSpPr>
          <p:nvPr>
            <p:ph type="ftr" sz="quarter" idx="13"/>
          </p:nvPr>
        </p:nvSpPr>
        <p:spPr/>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95022CCB-0484-488B-8637-222C3919B0F7}"/>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F468BE17-5D03-45C2-9D37-CF354AAA9589}"/>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408848882"/>
      </p:ext>
    </p:extLst>
  </p:cSld>
  <p:clrMapOvr>
    <a:masterClrMapping/>
  </p:clrMapOvr>
  <p:extLst>
    <p:ext uri="{DCECCB84-F9BA-43D5-87BE-67443E8EF086}">
      <p15:sldGuideLst xmlns:p15="http://schemas.microsoft.com/office/powerpoint/2012/main">
        <p15:guide id="1" pos="259" userDrawn="1">
          <p15:clr>
            <a:srgbClr val="65CEFF"/>
          </p15:clr>
        </p15:guide>
        <p15:guide id="2" pos="4794" userDrawn="1">
          <p15:clr>
            <a:srgbClr val="65CEFF"/>
          </p15:clr>
        </p15:guide>
        <p15:guide id="3" pos="5066" userDrawn="1">
          <p15:clr>
            <a:srgbClr val="65CEFF"/>
          </p15:clr>
        </p15:guide>
        <p15:guide id="4" pos="6472" userDrawn="1">
          <p15:clr>
            <a:srgbClr val="65CEFF"/>
          </p15:clr>
        </p15:guide>
        <p15:guide id="5" pos="7425" userDrawn="1">
          <p15:clr>
            <a:srgbClr val="65CEFF"/>
          </p15:clr>
        </p15:guide>
        <p15:guide id="6" orient="horz" pos="302" userDrawn="1">
          <p15:clr>
            <a:srgbClr val="65CEFF"/>
          </p15:clr>
        </p15:guide>
        <p15:guide id="7" orient="horz" pos="664" userDrawn="1">
          <p15:clr>
            <a:srgbClr val="65CEFF"/>
          </p15:clr>
        </p15:guide>
        <p15:guide id="8" orient="horz" pos="891" userDrawn="1">
          <p15:clr>
            <a:srgbClr val="65CEFF"/>
          </p15:clr>
        </p15:guide>
        <p15:guide id="9" orient="horz" pos="3658" userDrawn="1">
          <p15:clr>
            <a:srgbClr val="65CEFF"/>
          </p15:clr>
        </p15:guide>
        <p15:guide id="10" orient="horz" pos="3885" userDrawn="1">
          <p15:clr>
            <a:srgbClr val="65CEFF"/>
          </p15:clr>
        </p15:guide>
        <p15:guide id="11" orient="horz" pos="4157" userDrawn="1">
          <p15:clr>
            <a:srgbClr val="65CEFF"/>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lumns without logo (Spot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0C7B869-3095-4D4F-B832-8B6077991AA5}"/>
              </a:ext>
            </a:extLst>
          </p:cNvPr>
          <p:cNvSpPr>
            <a:spLocks noGrp="1"/>
          </p:cNvSpPr>
          <p:nvPr>
            <p:ph type="title"/>
          </p:nvPr>
        </p:nvSpPr>
        <p:spPr/>
        <p:txBody>
          <a:bodyPr/>
          <a:lstStyle/>
          <a:p>
            <a:r>
              <a:rPr lang="en-US"/>
              <a:t>Click to edit Master title style</a:t>
            </a:r>
          </a:p>
        </p:txBody>
      </p:sp>
      <p:sp>
        <p:nvSpPr>
          <p:cNvPr id="9" name="Picture Placeholder">
            <a:extLst>
              <a:ext uri="{FF2B5EF4-FFF2-40B4-BE49-F238E27FC236}">
                <a16:creationId xmlns:a16="http://schemas.microsoft.com/office/drawing/2014/main" id="{299C05E6-AE55-4C36-8543-1DA3751542EB}"/>
              </a:ext>
            </a:extLst>
          </p:cNvPr>
          <p:cNvSpPr>
            <a:spLocks noGrp="1"/>
          </p:cNvSpPr>
          <p:nvPr>
            <p:ph type="pic" sz="quarter" idx="12"/>
          </p:nvPr>
        </p:nvSpPr>
        <p:spPr>
          <a:xfrm>
            <a:off x="411163" y="1414800"/>
            <a:ext cx="7199311" cy="4752000"/>
          </a:xfrm>
          <a:solidFill>
            <a:schemeClr val="bg2"/>
          </a:solidFill>
        </p:spPr>
        <p:txBody>
          <a:bodyPr/>
          <a:lstStyle/>
          <a:p>
            <a:r>
              <a:rPr lang="en-US"/>
              <a:t>Click icon to add picture</a:t>
            </a:r>
            <a:endParaRPr lang="en-US" dirty="0"/>
          </a:p>
        </p:txBody>
      </p:sp>
      <p:sp>
        <p:nvSpPr>
          <p:cNvPr id="4" name="Copy">
            <a:extLst>
              <a:ext uri="{FF2B5EF4-FFF2-40B4-BE49-F238E27FC236}">
                <a16:creationId xmlns:a16="http://schemas.microsoft.com/office/drawing/2014/main" id="{BF3FF41E-3844-4153-B955-A1F3E9EC1D30}"/>
              </a:ext>
            </a:extLst>
          </p:cNvPr>
          <p:cNvSpPr>
            <a:spLocks noGrp="1"/>
          </p:cNvSpPr>
          <p:nvPr>
            <p:ph sz="half" idx="2"/>
          </p:nvPr>
        </p:nvSpPr>
        <p:spPr>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a:extLst>
              <a:ext uri="{FF2B5EF4-FFF2-40B4-BE49-F238E27FC236}">
                <a16:creationId xmlns:a16="http://schemas.microsoft.com/office/drawing/2014/main" id="{2BA12055-C879-45E9-A105-2B26D233C9D4}"/>
              </a:ext>
            </a:extLst>
          </p:cNvPr>
          <p:cNvSpPr>
            <a:spLocks noGrp="1"/>
          </p:cNvSpPr>
          <p:nvPr>
            <p:ph type="ftr" sz="quarter" idx="13"/>
          </p:nvPr>
        </p:nvSpPr>
        <p:spPr/>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9AD82E40-8759-4AAC-B9F2-63E0F2C4CC7C}"/>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spTree>
    <p:extLst>
      <p:ext uri="{BB962C8B-B14F-4D97-AF65-F5344CB8AC3E}">
        <p14:creationId xmlns:p14="http://schemas.microsoft.com/office/powerpoint/2010/main" val="3664610299"/>
      </p:ext>
    </p:extLst>
  </p:cSld>
  <p:clrMapOvr>
    <a:masterClrMapping/>
  </p:clrMapOvr>
  <p:extLst>
    <p:ext uri="{DCECCB84-F9BA-43D5-87BE-67443E8EF086}">
      <p15:sldGuideLst xmlns:p15="http://schemas.microsoft.com/office/powerpoint/2012/main">
        <p15:guide id="1" pos="259" userDrawn="1">
          <p15:clr>
            <a:srgbClr val="65CEFF"/>
          </p15:clr>
        </p15:guide>
        <p15:guide id="2" pos="4794" userDrawn="1">
          <p15:clr>
            <a:srgbClr val="65CEFF"/>
          </p15:clr>
        </p15:guide>
        <p15:guide id="3" pos="5066" userDrawn="1">
          <p15:clr>
            <a:srgbClr val="65CEFF"/>
          </p15:clr>
        </p15:guide>
        <p15:guide id="4" pos="6472" userDrawn="1">
          <p15:clr>
            <a:srgbClr val="65CEFF"/>
          </p15:clr>
        </p15:guide>
        <p15:guide id="5" pos="7425" userDrawn="1">
          <p15:clr>
            <a:srgbClr val="65CEFF"/>
          </p15:clr>
        </p15:guide>
        <p15:guide id="6" orient="horz" pos="302" userDrawn="1">
          <p15:clr>
            <a:srgbClr val="65CEFF"/>
          </p15:clr>
        </p15:guide>
        <p15:guide id="7" orient="horz" pos="664" userDrawn="1">
          <p15:clr>
            <a:srgbClr val="65CEFF"/>
          </p15:clr>
        </p15:guide>
        <p15:guide id="8" orient="horz" pos="891" userDrawn="1">
          <p15:clr>
            <a:srgbClr val="65CEFF"/>
          </p15:clr>
        </p15:guide>
        <p15:guide id="9" orient="horz" pos="3658" userDrawn="1">
          <p15:clr>
            <a:srgbClr val="65CEFF"/>
          </p15:clr>
        </p15:guide>
        <p15:guide id="10" orient="horz" pos="3885" userDrawn="1">
          <p15:clr>
            <a:srgbClr val="65CEFF"/>
          </p15:clr>
        </p15:guide>
        <p15:guide id="11" orient="horz" pos="4157" userDrawn="1">
          <p15:clr>
            <a:srgbClr val="65CEFF"/>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6" name="Table Placeholder">
            <a:extLst>
              <a:ext uri="{FF2B5EF4-FFF2-40B4-BE49-F238E27FC236}">
                <a16:creationId xmlns:a16="http://schemas.microsoft.com/office/drawing/2014/main" id="{D41D1FE0-EDDA-47B8-BF1F-831D4733C32A}"/>
              </a:ext>
            </a:extLst>
          </p:cNvPr>
          <p:cNvSpPr>
            <a:spLocks noGrp="1"/>
          </p:cNvSpPr>
          <p:nvPr>
            <p:ph type="tbl" sz="quarter" idx="12"/>
          </p:nvPr>
        </p:nvSpPr>
        <p:spPr>
          <a:xfrm>
            <a:off x="404812" y="1414461"/>
            <a:ext cx="11376026" cy="4392000"/>
          </a:xfrm>
        </p:spPr>
        <p:txBody>
          <a:bodyPr/>
          <a:lstStyle/>
          <a:p>
            <a:r>
              <a:rPr lang="en-US"/>
              <a:t>Click icon to add table</a:t>
            </a:r>
            <a:endParaRPr lang="en-US" dirty="0"/>
          </a:p>
        </p:txBody>
      </p:sp>
      <p:sp>
        <p:nvSpPr>
          <p:cNvPr id="3" name="Footer Placeholder">
            <a:extLst>
              <a:ext uri="{FF2B5EF4-FFF2-40B4-BE49-F238E27FC236}">
                <a16:creationId xmlns:a16="http://schemas.microsoft.com/office/drawing/2014/main" id="{9CEA2FAD-1597-4F5C-878D-02CB854024F3}"/>
              </a:ext>
            </a:extLst>
          </p:cNvPr>
          <p:cNvSpPr>
            <a:spLocks noGrp="1"/>
          </p:cNvSpPr>
          <p:nvPr>
            <p:ph type="ftr" sz="quarter" idx="13"/>
          </p:nvPr>
        </p:nvSpPr>
        <p:spPr/>
        <p:txBody>
          <a:bodyPr/>
          <a:lstStyle/>
          <a:p>
            <a:pPr>
              <a:lnSpc>
                <a:spcPct val="100000"/>
              </a:lnSpc>
            </a:pPr>
            <a:r>
              <a:rPr lang="en-US" dirty="0"/>
              <a:t>Restricted | © Siemens 2021 | Zhou Wenjing | T RDA IOT INW-CN | 2021-02</a:t>
            </a:r>
          </a:p>
        </p:txBody>
      </p:sp>
      <p:sp>
        <p:nvSpPr>
          <p:cNvPr id="5" name="Slide Number Placeholder">
            <a:extLst>
              <a:ext uri="{FF2B5EF4-FFF2-40B4-BE49-F238E27FC236}">
                <a16:creationId xmlns:a16="http://schemas.microsoft.com/office/drawing/2014/main" id="{CE0A22CB-5E69-4817-B713-C02B97CF6B91}"/>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2EA6CE5F-6FF7-4E0A-AEB2-1A7C43CE05C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912428891"/>
      </p:ext>
    </p:extLst>
  </p:cSld>
  <p:clrMapOvr>
    <a:masterClrMapping/>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302" userDrawn="1">
          <p15:clr>
            <a:srgbClr val="65CEFF"/>
          </p15:clr>
        </p15:guide>
        <p15:guide id="5" orient="horz" pos="664" userDrawn="1">
          <p15:clr>
            <a:srgbClr val="65CEFF"/>
          </p15:clr>
        </p15:guide>
        <p15:guide id="6" orient="horz" pos="891" userDrawn="1">
          <p15:clr>
            <a:srgbClr val="65CEFF"/>
          </p15:clr>
        </p15:guide>
        <p15:guide id="7" orient="horz" pos="3658" userDrawn="1">
          <p15:clr>
            <a:srgbClr val="65CEFF"/>
          </p15:clr>
        </p15:guide>
        <p15:guide id="8" orient="horz" pos="3885" userDrawn="1">
          <p15:clr>
            <a:srgbClr val="65CEFF"/>
          </p15:clr>
        </p15:guide>
        <p15:guide id="9" orient="horz" pos="4157" userDrawn="1">
          <p15:clr>
            <a:srgbClr val="65CEFF"/>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F2A455C-53B1-4792-8EA9-F00926C48E39}"/>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3" name="Copy 1">
            <a:extLst>
              <a:ext uri="{FF2B5EF4-FFF2-40B4-BE49-F238E27FC236}">
                <a16:creationId xmlns:a16="http://schemas.microsoft.com/office/drawing/2014/main" id="{9CE7E2D8-94E8-4FE6-93A5-924CA3EC5315}"/>
              </a:ext>
            </a:extLst>
          </p:cNvPr>
          <p:cNvSpPr>
            <a:spLocks noGrp="1"/>
          </p:cNvSpPr>
          <p:nvPr>
            <p:ph idx="1"/>
          </p:nvPr>
        </p:nvSpPr>
        <p:spPr>
          <a:xfrm>
            <a:off x="411162" y="1414462"/>
            <a:ext cx="3600000" cy="4392000"/>
          </a:xfrm>
          <a:prstGeom prst="rect">
            <a:avLst/>
          </a:prstGeom>
          <a:ln w="19050">
            <a:solidFill>
              <a:schemeClr val="accent2"/>
            </a:solidFill>
          </a:ln>
        </p:spPr>
        <p:txBody>
          <a:bodyPr lIns="216000" tIns="144000" rIns="216000" bIns="144000">
            <a:noAutofit/>
          </a:bodyPr>
          <a:lstStyle>
            <a:lvl1pPr>
              <a:defRPr>
                <a:ln>
                  <a:noFill/>
                </a:ln>
              </a:defRPr>
            </a:lvl1pPr>
            <a:lvl2pPr>
              <a:buClr>
                <a:srgbClr val="00FFB9"/>
              </a:buClr>
              <a:defRPr>
                <a:ln>
                  <a:noFill/>
                </a:ln>
              </a:defRPr>
            </a:lvl2pPr>
            <a:lvl3pPr>
              <a:buClr>
                <a:srgbClr val="00FFB9"/>
              </a:buClr>
              <a:defRPr>
                <a:ln>
                  <a:noFill/>
                </a:ln>
              </a:defRPr>
            </a:lvl3pPr>
            <a:lvl4pPr>
              <a:buClr>
                <a:srgbClr val="00FFB9"/>
              </a:buClr>
              <a:defRPr>
                <a:ln>
                  <a:noFill/>
                </a:ln>
              </a:defRPr>
            </a:lvl4pPr>
            <a:lvl5pPr>
              <a:buClr>
                <a:srgbClr val="00FFB9"/>
              </a:buClr>
              <a:defRPr>
                <a:ln>
                  <a:noFill/>
                </a:ln>
              </a:defRPr>
            </a:lvl5pPr>
            <a:lvl6pPr>
              <a:buClr>
                <a:srgbClr val="00FFB9"/>
              </a:buClr>
              <a:defRPr>
                <a:ln>
                  <a:noFill/>
                </a:ln>
              </a:defRPr>
            </a:lvl6pPr>
            <a:lvl7pPr>
              <a:buClr>
                <a:srgbClr val="00FFB9"/>
              </a:buClr>
              <a:defRPr>
                <a:ln>
                  <a:noFill/>
                </a:ln>
              </a:defRPr>
            </a:lvl7pPr>
            <a:lvl8pPr>
              <a:buClr>
                <a:srgbClr val="00FFB9"/>
              </a:buClr>
              <a:defRPr>
                <a:ln>
                  <a:noFill/>
                </a:ln>
              </a:defRPr>
            </a:lvl8pPr>
            <a:lvl9pPr>
              <a:buClr>
                <a:srgbClr val="00FFB9"/>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py 2">
            <a:extLst>
              <a:ext uri="{FF2B5EF4-FFF2-40B4-BE49-F238E27FC236}">
                <a16:creationId xmlns:a16="http://schemas.microsoft.com/office/drawing/2014/main" id="{3AC3CE10-0C4B-4A11-BA76-8CAFED13661C}"/>
              </a:ext>
            </a:extLst>
          </p:cNvPr>
          <p:cNvSpPr>
            <a:spLocks noGrp="1"/>
          </p:cNvSpPr>
          <p:nvPr>
            <p:ph idx="13"/>
          </p:nvPr>
        </p:nvSpPr>
        <p:spPr>
          <a:xfrm>
            <a:off x="4299176" y="1414462"/>
            <a:ext cx="3600000" cy="4392000"/>
          </a:xfrm>
          <a:prstGeom prst="rect">
            <a:avLst/>
          </a:prstGeom>
          <a:ln w="19050">
            <a:solidFill>
              <a:schemeClr val="accent2"/>
            </a:solidFill>
          </a:ln>
        </p:spPr>
        <p:txBody>
          <a:bodyPr lIns="216000" tIns="144000" rIns="216000" bIns="144000">
            <a:noAutofit/>
          </a:bodyPr>
          <a:lstStyle>
            <a:lvl1pPr>
              <a:defRPr>
                <a:ln>
                  <a:noFill/>
                </a:ln>
              </a:defRPr>
            </a:lvl1pPr>
            <a:lvl2pPr>
              <a:buClr>
                <a:srgbClr val="00FFB9"/>
              </a:buClr>
              <a:defRPr>
                <a:ln>
                  <a:noFill/>
                </a:ln>
              </a:defRPr>
            </a:lvl2pPr>
            <a:lvl3pPr>
              <a:buClr>
                <a:srgbClr val="00FFB9"/>
              </a:buClr>
              <a:defRPr>
                <a:ln>
                  <a:noFill/>
                </a:ln>
              </a:defRPr>
            </a:lvl3pPr>
            <a:lvl4pPr>
              <a:buClr>
                <a:srgbClr val="00FFB9"/>
              </a:buClr>
              <a:defRPr>
                <a:ln>
                  <a:noFill/>
                </a:ln>
              </a:defRPr>
            </a:lvl4pPr>
            <a:lvl5pPr>
              <a:buClr>
                <a:srgbClr val="00FFB9"/>
              </a:buClr>
              <a:defRPr>
                <a:ln>
                  <a:noFill/>
                </a:ln>
              </a:defRPr>
            </a:lvl5pPr>
            <a:lvl6pPr>
              <a:buClr>
                <a:srgbClr val="00FFB9"/>
              </a:buClr>
              <a:defRPr>
                <a:ln>
                  <a:noFill/>
                </a:ln>
              </a:defRPr>
            </a:lvl6pPr>
            <a:lvl7pPr>
              <a:buClr>
                <a:srgbClr val="00FFB9"/>
              </a:buClr>
              <a:defRPr>
                <a:ln>
                  <a:noFill/>
                </a:ln>
              </a:defRPr>
            </a:lvl7pPr>
            <a:lvl8pPr>
              <a:buClr>
                <a:srgbClr val="00FFB9"/>
              </a:buClr>
              <a:defRPr>
                <a:ln>
                  <a:noFill/>
                </a:ln>
              </a:defRPr>
            </a:lvl8pPr>
            <a:lvl9pPr>
              <a:buClr>
                <a:srgbClr val="00FFB9"/>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py 3">
            <a:extLst>
              <a:ext uri="{FF2B5EF4-FFF2-40B4-BE49-F238E27FC236}">
                <a16:creationId xmlns:a16="http://schemas.microsoft.com/office/drawing/2014/main" id="{E840DCCC-8E77-40B8-B94B-A4D3A4D77826}"/>
              </a:ext>
            </a:extLst>
          </p:cNvPr>
          <p:cNvSpPr>
            <a:spLocks noGrp="1"/>
          </p:cNvSpPr>
          <p:nvPr>
            <p:ph idx="12"/>
          </p:nvPr>
        </p:nvSpPr>
        <p:spPr>
          <a:xfrm>
            <a:off x="8187189" y="1414462"/>
            <a:ext cx="3600000" cy="4392000"/>
          </a:xfrm>
          <a:prstGeom prst="rect">
            <a:avLst/>
          </a:prstGeom>
          <a:solidFill>
            <a:schemeClr val="tx2"/>
          </a:solidFill>
          <a:ln w="19050">
            <a:solidFill>
              <a:schemeClr val="tx1"/>
            </a:solidFill>
          </a:ln>
        </p:spPr>
        <p:txBody>
          <a:bodyPr lIns="216000" tIns="144000" rIns="216000" bIns="144000">
            <a:noAutofit/>
          </a:bodyPr>
          <a:lstStyle>
            <a:lvl1pP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buClr>
                <a:schemeClr val="accent1"/>
              </a:buClr>
              <a:defRPr>
                <a:solidFill>
                  <a:schemeClr val="bg1"/>
                </a:solidFill>
              </a:defRPr>
            </a:lvl5pPr>
            <a:lvl6pPr>
              <a:buClr>
                <a:schemeClr val="accent1"/>
              </a:buClr>
              <a:defRPr>
                <a:solidFill>
                  <a:schemeClr val="bg1"/>
                </a:solidFill>
              </a:defRPr>
            </a:lvl6pPr>
            <a:lvl7pPr>
              <a:buClr>
                <a:schemeClr val="accent1"/>
              </a:buClr>
              <a:defRPr>
                <a:solidFill>
                  <a:schemeClr val="bg1"/>
                </a:solidFill>
              </a:defRPr>
            </a:lvl7pPr>
            <a:lvl8pPr>
              <a:buClr>
                <a:schemeClr val="accent1"/>
              </a:buClr>
              <a:defRPr>
                <a:solidFill>
                  <a:schemeClr val="bg1"/>
                </a:solidFill>
              </a:defRPr>
            </a:lvl8pPr>
            <a:lvl9pPr>
              <a:buClr>
                <a:schemeClr val="accent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a:extLst>
              <a:ext uri="{FF2B5EF4-FFF2-40B4-BE49-F238E27FC236}">
                <a16:creationId xmlns:a16="http://schemas.microsoft.com/office/drawing/2014/main" id="{91FCCEDD-7521-4BD5-8A32-A62DA6246709}"/>
              </a:ext>
            </a:extLst>
          </p:cNvPr>
          <p:cNvSpPr>
            <a:spLocks noGrp="1"/>
          </p:cNvSpPr>
          <p:nvPr>
            <p:ph type="ftr" sz="quarter" idx="14"/>
          </p:nvPr>
        </p:nvSpPr>
        <p:spPr/>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DC2AAE3E-7F56-4838-BCE7-6B966549F4DA}"/>
              </a:ext>
            </a:extLst>
          </p:cNvPr>
          <p:cNvSpPr>
            <a:spLocks noGrp="1"/>
          </p:cNvSpPr>
          <p:nvPr>
            <p:ph type="sldNum" sz="quarter" idx="15"/>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E5DDD55C-5C17-4BCD-A9BB-FE8A69DC48D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4601582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4975" userDrawn="1">
          <p15:clr>
            <a:srgbClr val="65CEFF"/>
          </p15:clr>
        </p15:guide>
        <p15:guide id="5" pos="5157" userDrawn="1">
          <p15:clr>
            <a:srgbClr val="65CEFF"/>
          </p15:clr>
        </p15:guide>
        <p15:guide id="6" pos="6472" userDrawn="1">
          <p15:clr>
            <a:srgbClr val="65CEFF"/>
          </p15:clr>
        </p15:guide>
        <p15:guide id="7" pos="7425" userDrawn="1">
          <p15:clr>
            <a:srgbClr val="65CEFF"/>
          </p15:clr>
        </p15:guide>
        <p15:guide id="8" orient="horz" pos="302" userDrawn="1">
          <p15:clr>
            <a:srgbClr val="65CEFF"/>
          </p15:clr>
        </p15:guide>
        <p15:guide id="9" orient="horz" pos="664" userDrawn="1">
          <p15:clr>
            <a:srgbClr val="65CEFF"/>
          </p15:clr>
        </p15:guide>
        <p15:guide id="10" orient="horz" pos="891" userDrawn="1">
          <p15:clr>
            <a:srgbClr val="65CEFF"/>
          </p15:clr>
        </p15:guide>
        <p15:guide id="11" orient="horz" pos="3658" userDrawn="1">
          <p15:clr>
            <a:srgbClr val="65CEFF"/>
          </p15:clr>
        </p15:guide>
        <p15:guide id="12" orient="horz" pos="3885" userDrawn="1">
          <p15:clr>
            <a:srgbClr val="65CEFF"/>
          </p15:clr>
        </p15:guide>
        <p15:guide id="13" orient="horz" pos="4157" userDrawn="1">
          <p15:clr>
            <a:srgbClr val="65CEFF"/>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light">
    <p:spTree>
      <p:nvGrpSpPr>
        <p:cNvPr id="1" name=""/>
        <p:cNvGrpSpPr/>
        <p:nvPr/>
      </p:nvGrpSpPr>
      <p:grpSpPr>
        <a:xfrm>
          <a:off x="0" y="0"/>
          <a:ext cx="0" cy="0"/>
          <a:chOff x="0" y="0"/>
          <a:chExt cx="0" cy="0"/>
        </a:xfrm>
      </p:grpSpPr>
      <p:sp>
        <p:nvSpPr>
          <p:cNvPr id="7" name="Copy">
            <a:extLst>
              <a:ext uri="{FF2B5EF4-FFF2-40B4-BE49-F238E27FC236}">
                <a16:creationId xmlns:a16="http://schemas.microsoft.com/office/drawing/2014/main" id="{9E21D6DF-C9DB-4F02-863A-C5513347A27E}"/>
              </a:ext>
            </a:extLst>
          </p:cNvPr>
          <p:cNvSpPr>
            <a:spLocks noGrp="1"/>
          </p:cNvSpPr>
          <p:nvPr>
            <p:ph type="body" sz="quarter" idx="12" hasCustomPrompt="1"/>
          </p:nvPr>
        </p:nvSpPr>
        <p:spPr>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1"/>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dirty="0"/>
              <a:t>Please insert quote here</a:t>
            </a:r>
          </a:p>
          <a:p>
            <a:pPr lvl="1"/>
            <a:r>
              <a:rPr lang="en-US" dirty="0"/>
              <a:t>Name, Author</a:t>
            </a:r>
          </a:p>
        </p:txBody>
      </p:sp>
      <p:sp>
        <p:nvSpPr>
          <p:cNvPr id="12" name="Quote marks">
            <a:extLst>
              <a:ext uri="{FF2B5EF4-FFF2-40B4-BE49-F238E27FC236}">
                <a16:creationId xmlns:a16="http://schemas.microsoft.com/office/drawing/2014/main" id="{58EF2AB0-A78A-44C9-9A7D-F20D9ED854E0}"/>
              </a:ext>
            </a:extLst>
          </p:cNvPr>
          <p:cNvSpPr/>
          <p:nvPr/>
        </p:nvSpPr>
        <p:spPr>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0">
                <a:srgbClr val="00FFB9"/>
              </a:gs>
              <a:gs pos="100000">
                <a:srgbClr val="00E6DC"/>
              </a:gs>
            </a:gsLst>
            <a:lin ang="5400000" scaled="1"/>
          </a:gradFill>
          <a:ln w="61580" cap="flat">
            <a:noFill/>
            <a:prstDash val="solid"/>
            <a:miter/>
          </a:ln>
        </p:spPr>
        <p:txBody>
          <a:bodyPr rtlCol="0" anchor="ctr"/>
          <a:lstStyle/>
          <a:p>
            <a:endParaRPr lang="en-US" dirty="0"/>
          </a:p>
        </p:txBody>
      </p:sp>
      <p:sp>
        <p:nvSpPr>
          <p:cNvPr id="2" name="Footer Placeholder">
            <a:extLst>
              <a:ext uri="{FF2B5EF4-FFF2-40B4-BE49-F238E27FC236}">
                <a16:creationId xmlns:a16="http://schemas.microsoft.com/office/drawing/2014/main" id="{6AEDD147-ACC0-4A9C-9043-90612765C0FA}"/>
              </a:ext>
            </a:extLst>
          </p:cNvPr>
          <p:cNvSpPr>
            <a:spLocks noGrp="1"/>
          </p:cNvSpPr>
          <p:nvPr>
            <p:ph type="ftr" sz="quarter" idx="13"/>
          </p:nvPr>
        </p:nvSpPr>
        <p:spPr/>
        <p:txBody>
          <a:bodyPr/>
          <a:lstStyle/>
          <a:p>
            <a:pPr>
              <a:lnSpc>
                <a:spcPct val="100000"/>
              </a:lnSpc>
            </a:pPr>
            <a:r>
              <a:rPr lang="en-US" dirty="0"/>
              <a:t>Restricted | © Siemens 20XX | Author | Department | YYYY-MM-DD</a:t>
            </a:r>
          </a:p>
        </p:txBody>
      </p:sp>
      <p:sp>
        <p:nvSpPr>
          <p:cNvPr id="3" name="Slide Number Placeholder">
            <a:extLst>
              <a:ext uri="{FF2B5EF4-FFF2-40B4-BE49-F238E27FC236}">
                <a16:creationId xmlns:a16="http://schemas.microsoft.com/office/drawing/2014/main" id="{4131F54F-C70B-4435-91E6-F995F83E6C69}"/>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pic>
        <p:nvPicPr>
          <p:cNvPr id="4" name="Siemens Logo">
            <a:extLst>
              <a:ext uri="{FF2B5EF4-FFF2-40B4-BE49-F238E27FC236}">
                <a16:creationId xmlns:a16="http://schemas.microsoft.com/office/drawing/2014/main" id="{F8D833B7-9866-4D2D-AEB7-012D6DDE2A3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263419937"/>
      </p:ext>
    </p:extLst>
  </p:cSld>
  <p:clrMapOvr>
    <a:masterClrMapping/>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891" userDrawn="1">
          <p15:clr>
            <a:srgbClr val="65CEFF"/>
          </p15:clr>
        </p15:guide>
        <p15:guide id="5" orient="horz" pos="1073" userDrawn="1">
          <p15:clr>
            <a:srgbClr val="65CEFF"/>
          </p15:clr>
        </p15:guide>
        <p15:guide id="6" orient="horz" pos="2206" userDrawn="1">
          <p15:clr>
            <a:srgbClr val="65CEFF"/>
          </p15:clr>
        </p15:guide>
        <p15:guide id="7" orient="horz" pos="2343" userDrawn="1">
          <p15:clr>
            <a:srgbClr val="65CEFF"/>
          </p15:clr>
        </p15:guide>
        <p15:guide id="8" orient="horz" pos="3658" userDrawn="1">
          <p15:clr>
            <a:srgbClr val="65CEFF"/>
          </p15:clr>
        </p15:guide>
        <p15:guide id="9" orient="horz" pos="3885" userDrawn="1">
          <p15:clr>
            <a:srgbClr val="65CEFF"/>
          </p15:clr>
        </p15:guide>
        <p15:guide id="10" orient="horz" pos="4157" userDrawn="1">
          <p15:clr>
            <a:srgbClr val="65CEFF"/>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7" name="Copy">
            <a:extLst>
              <a:ext uri="{FF2B5EF4-FFF2-40B4-BE49-F238E27FC236}">
                <a16:creationId xmlns:a16="http://schemas.microsoft.com/office/drawing/2014/main" id="{9E21D6DF-C9DB-4F02-863A-C5513347A27E}"/>
              </a:ext>
            </a:extLst>
          </p:cNvPr>
          <p:cNvSpPr>
            <a:spLocks noGrp="1"/>
          </p:cNvSpPr>
          <p:nvPr>
            <p:ph type="body" sz="quarter" idx="12" hasCustomPrompt="1"/>
          </p:nvPr>
        </p:nvSpPr>
        <p:spPr>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dirty="0"/>
              <a:t>Please insert quote here</a:t>
            </a:r>
          </a:p>
          <a:p>
            <a:pPr lvl="1"/>
            <a:r>
              <a:rPr lang="en-US" dirty="0"/>
              <a:t>Name, Author</a:t>
            </a:r>
          </a:p>
        </p:txBody>
      </p:sp>
      <p:sp>
        <p:nvSpPr>
          <p:cNvPr id="11" name="Quote marks">
            <a:extLst>
              <a:ext uri="{FF2B5EF4-FFF2-40B4-BE49-F238E27FC236}">
                <a16:creationId xmlns:a16="http://schemas.microsoft.com/office/drawing/2014/main" id="{916E4245-F21C-4EAB-8B26-FEA21C26067F}"/>
              </a:ext>
            </a:extLst>
          </p:cNvPr>
          <p:cNvSpPr/>
          <p:nvPr userDrawn="1"/>
        </p:nvSpPr>
        <p:spPr>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0">
                <a:srgbClr val="00FFB9"/>
              </a:gs>
              <a:gs pos="100000">
                <a:srgbClr val="00E6DC"/>
              </a:gs>
            </a:gsLst>
            <a:lin ang="5400000" scaled="1"/>
          </a:gradFill>
          <a:ln w="61580" cap="flat">
            <a:noFill/>
            <a:prstDash val="solid"/>
            <a:miter/>
          </a:ln>
        </p:spPr>
        <p:txBody>
          <a:bodyPr rtlCol="0" anchor="ctr"/>
          <a:lstStyle/>
          <a:p>
            <a:endParaRPr lang="en-US" dirty="0"/>
          </a:p>
        </p:txBody>
      </p:sp>
      <p:sp>
        <p:nvSpPr>
          <p:cNvPr id="2" name="Footer Placeholder">
            <a:extLst>
              <a:ext uri="{FF2B5EF4-FFF2-40B4-BE49-F238E27FC236}">
                <a16:creationId xmlns:a16="http://schemas.microsoft.com/office/drawing/2014/main" id="{EC4F35EF-AC94-4800-9CB7-CA49CAFDD249}"/>
              </a:ext>
            </a:extLst>
          </p:cNvPr>
          <p:cNvSpPr>
            <a:spLocks noGrp="1"/>
          </p:cNvSpPr>
          <p:nvPr>
            <p:ph type="ftr" sz="quarter" idx="13"/>
          </p:nvPr>
        </p:nvSpPr>
        <p:spPr/>
        <p:txBody>
          <a:bodyPr/>
          <a:lstStyle/>
          <a:p>
            <a:pPr>
              <a:lnSpc>
                <a:spcPct val="100000"/>
              </a:lnSpc>
            </a:pPr>
            <a:r>
              <a:rPr lang="en-US" dirty="0"/>
              <a:t>Restricted | © Siemens 20XX | Author | Department | YYYY-MM-DD</a:t>
            </a:r>
          </a:p>
        </p:txBody>
      </p:sp>
      <p:sp>
        <p:nvSpPr>
          <p:cNvPr id="3" name="Slide Number Placeholder">
            <a:extLst>
              <a:ext uri="{FF2B5EF4-FFF2-40B4-BE49-F238E27FC236}">
                <a16:creationId xmlns:a16="http://schemas.microsoft.com/office/drawing/2014/main" id="{CCC7FBE7-01B9-4EC8-8BE1-F416F7C5B7AA}"/>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pic>
        <p:nvPicPr>
          <p:cNvPr id="8" name="Siemens Logo">
            <a:extLst>
              <a:ext uri="{FF2B5EF4-FFF2-40B4-BE49-F238E27FC236}">
                <a16:creationId xmlns:a16="http://schemas.microsoft.com/office/drawing/2014/main" id="{AF2E271F-5AF7-408E-9752-03D1D6448EA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24605121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891" userDrawn="1">
          <p15:clr>
            <a:srgbClr val="65CEFF"/>
          </p15:clr>
        </p15:guide>
        <p15:guide id="5" orient="horz" pos="1073" userDrawn="1">
          <p15:clr>
            <a:srgbClr val="65CEFF"/>
          </p15:clr>
        </p15:guide>
        <p15:guide id="6" orient="horz" pos="3658" userDrawn="1">
          <p15:clr>
            <a:srgbClr val="65CEFF"/>
          </p15:clr>
        </p15:guide>
        <p15:guide id="7" orient="horz" pos="3885" userDrawn="1">
          <p15:clr>
            <a:srgbClr val="65CEFF"/>
          </p15:clr>
        </p15:guide>
        <p15:guide id="8" orient="horz" pos="4157" userDrawn="1">
          <p15:clr>
            <a:srgbClr val="65CEF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tatement light">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a:xfrm>
            <a:off x="986400" y="1271538"/>
            <a:ext cx="10800000" cy="4536000"/>
          </a:xfrm>
        </p:spPr>
        <p:txBody>
          <a:bodyPr lIns="0" tIns="0" rIns="0" bIns="0" anchor="t">
            <a:noAutofit/>
          </a:bodyPr>
          <a:lstStyle>
            <a:lvl1pPr>
              <a:lnSpc>
                <a:spcPct val="90000"/>
              </a:lnSpc>
              <a:defRPr sz="8000">
                <a:gradFill>
                  <a:gsLst>
                    <a:gs pos="0">
                      <a:schemeClr val="accent2"/>
                    </a:gs>
                    <a:gs pos="100000">
                      <a:schemeClr val="accent3"/>
                    </a:gs>
                  </a:gsLst>
                  <a:lin ang="0" scaled="1"/>
                </a:gradFill>
              </a:defRPr>
            </a:lvl1pPr>
          </a:lstStyle>
          <a:p>
            <a:r>
              <a:rPr lang="en-US"/>
              <a:t>Click to edit Master title style</a:t>
            </a:r>
            <a:endParaRPr lang="en-US" dirty="0"/>
          </a:p>
        </p:txBody>
      </p:sp>
      <p:sp>
        <p:nvSpPr>
          <p:cNvPr id="2" name="Footer Placeholder">
            <a:extLst>
              <a:ext uri="{FF2B5EF4-FFF2-40B4-BE49-F238E27FC236}">
                <a16:creationId xmlns:a16="http://schemas.microsoft.com/office/drawing/2014/main" id="{39F9E844-3827-4B6C-9CB5-13C9A70DCD4D}"/>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3" name="Slide Number Placeholder">
            <a:extLst>
              <a:ext uri="{FF2B5EF4-FFF2-40B4-BE49-F238E27FC236}">
                <a16:creationId xmlns:a16="http://schemas.microsoft.com/office/drawing/2014/main" id="{D52C2AF7-8539-453F-BD56-35B696DB2073}"/>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4" name="Siemens Logo">
            <a:extLst>
              <a:ext uri="{FF2B5EF4-FFF2-40B4-BE49-F238E27FC236}">
                <a16:creationId xmlns:a16="http://schemas.microsoft.com/office/drawing/2014/main" id="{F8D833B7-9866-4D2D-AEB7-012D6DDE2A3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71878887"/>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tatement dark">
    <p:bg>
      <p:bgRef idx="1001">
        <a:schemeClr val="bg2"/>
      </p:bgRef>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a:xfrm>
            <a:off x="986400" y="1270799"/>
            <a:ext cx="10800000" cy="4536000"/>
          </a:xfrm>
        </p:spPr>
        <p:txBody>
          <a:bodyPr lIns="0" tIns="0" rIns="0" bIns="0" anchor="t">
            <a:noAutofit/>
          </a:bodyPr>
          <a:lstStyle>
            <a:lvl1pPr>
              <a:lnSpc>
                <a:spcPct val="90000"/>
              </a:lnSpc>
              <a:defRPr sz="8000">
                <a:gradFill>
                  <a:gsLst>
                    <a:gs pos="0">
                      <a:schemeClr val="accent2"/>
                    </a:gs>
                    <a:gs pos="100000">
                      <a:schemeClr val="accent3"/>
                    </a:gs>
                  </a:gsLst>
                  <a:lin ang="0" scaled="1"/>
                </a:gradFill>
              </a:defRPr>
            </a:lvl1pPr>
          </a:lstStyle>
          <a:p>
            <a:r>
              <a:rPr lang="en-US"/>
              <a:t>Click to edit Master title style</a:t>
            </a:r>
            <a:endParaRPr lang="en-US" dirty="0"/>
          </a:p>
        </p:txBody>
      </p:sp>
      <p:sp>
        <p:nvSpPr>
          <p:cNvPr id="2" name="Footer Placeholder">
            <a:extLst>
              <a:ext uri="{FF2B5EF4-FFF2-40B4-BE49-F238E27FC236}">
                <a16:creationId xmlns:a16="http://schemas.microsoft.com/office/drawing/2014/main" id="{09BD8BE5-BFF2-469D-8B93-9556FCC45CF1}"/>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3" name="Slide Number Placeholder">
            <a:extLst>
              <a:ext uri="{FF2B5EF4-FFF2-40B4-BE49-F238E27FC236}">
                <a16:creationId xmlns:a16="http://schemas.microsoft.com/office/drawing/2014/main" id="{F9372441-FA7E-4481-BBC2-24CB6D3017C8}"/>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4" name="Siemens Logo">
            <a:extLst>
              <a:ext uri="{FF2B5EF4-FFF2-40B4-BE49-F238E27FC236}">
                <a16:creationId xmlns:a16="http://schemas.microsoft.com/office/drawing/2014/main" id="{0EF6BB07-4F4E-4859-9572-DA63E35B93A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13164166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801" userDrawn="1">
          <p15:clr>
            <a:srgbClr val="65CEFF"/>
          </p15:clr>
        </p15:guide>
        <p15:guide id="5" orient="horz" pos="3658" userDrawn="1">
          <p15:clr>
            <a:srgbClr val="65CEFF"/>
          </p15:clr>
        </p15:guide>
        <p15:guide id="6" orient="horz" pos="4157" userDrawn="1">
          <p15:clr>
            <a:srgbClr val="65CEFF"/>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r:embed="rId2">
              <a:extLst>
                <a:ext uri="{96DAC541-7B7A-43D3-8B79-37D633B846F1}">
                  <asvg:svgBlip xmlns:asvg="http://schemas.microsoft.com/office/drawing/2016/SVG/main" r:embed="rId3"/>
                </a:ext>
              </a:extLst>
            </a:blip>
            <a:srcRect/>
            <a:stretch>
              <a:fillRect/>
            </a:stretch>
          </a:blipFill>
        </p:spPr>
        <p:txBody>
          <a:bodyPr wrap="square" lIns="0" tIns="54000" rIns="0" bIns="0" anchor="t" anchorCtr="0">
            <a:spAutoFit/>
          </a:bodyPr>
          <a:lstStyle>
            <a:lvl1pPr marL="540000">
              <a:defRPr sz="8000">
                <a:solidFill>
                  <a:schemeClr val="tx1"/>
                </a:solidFill>
              </a:defRPr>
            </a:lvl1pPr>
          </a:lstStyle>
          <a:p>
            <a:r>
              <a:rPr lang="en-US" dirty="0"/>
              <a:t>Contact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80000" indent="-180000" algn="l">
              <a:spcAft>
                <a:spcPts val="0"/>
              </a:spcAft>
              <a:buFont typeface="Arial" panose="020B0604020202020204" pitchFamily="34" charset="0"/>
              <a:buChar char="•"/>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en-US" dirty="0"/>
              <a:t>Click to edit the contact</a:t>
            </a:r>
          </a:p>
          <a:p>
            <a:pPr lvl="1"/>
            <a:r>
              <a:rPr lang="en-US" dirty="0"/>
              <a:t>Name etc.</a:t>
            </a:r>
          </a:p>
          <a:p>
            <a:pPr lvl="2"/>
            <a:r>
              <a:rPr lang="en-US" dirty="0"/>
              <a:t>Department etc.</a:t>
            </a:r>
          </a:p>
          <a:p>
            <a:pPr lvl="3"/>
            <a:r>
              <a:rPr lang="en-US" dirty="0"/>
              <a:t>subchapter</a:t>
            </a:r>
          </a:p>
          <a:p>
            <a:pPr lvl="4"/>
            <a:r>
              <a:rPr lang="en-US" dirty="0"/>
              <a:t>active subchapter</a:t>
            </a:r>
          </a:p>
        </p:txBody>
      </p:sp>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p>
            <a:pPr>
              <a:lnSpc>
                <a:spcPct val="100000"/>
              </a:lnSpc>
            </a:pPr>
            <a:r>
              <a:rPr lang="en-US" dirty="0"/>
              <a:t>Restricted | © Siemens 20XX | Author | Department | YYYY-MM-DD</a:t>
            </a:r>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41007990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778" userDrawn="1">
          <p15:clr>
            <a:srgbClr val="65CEFF"/>
          </p15:clr>
        </p15:guide>
        <p15:guide id="5" orient="horz" pos="3658" userDrawn="1">
          <p15:clr>
            <a:srgbClr val="65CEFF"/>
          </p15:clr>
        </p15:guide>
        <p15:guide id="6" orient="horz" pos="4157" userDrawn="1">
          <p15:clr>
            <a:srgbClr val="65CEFF"/>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Title picture">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3925697811"/>
              </p:ext>
            </p:extLst>
          </p:nvPr>
        </p:nvGraphicFramePr>
        <p:xfrm>
          <a:off x="1588" y="1589"/>
          <a:ext cx="1586" cy="1587"/>
        </p:xfrm>
        <a:graphic>
          <a:graphicData uri="http://schemas.openxmlformats.org/presentationml/2006/ole">
            <mc:AlternateContent xmlns:mc="http://schemas.openxmlformats.org/markup-compatibility/2006">
              <mc:Choice xmlns:v="urn:schemas-microsoft-com:vml" Requires="v">
                <p:oleObj name="think-cell Slide" r:id="rId5" imgW="216" imgH="216" progId="TCLayout.ActiveDocument.1">
                  <p:embed/>
                </p:oleObj>
              </mc:Choice>
              <mc:Fallback>
                <p:oleObj name="think-cell Slide" r:id="rId5" imgW="216" imgH="216" progId="TCLayout.ActiveDocument.1">
                  <p:embed/>
                  <p:pic>
                    <p:nvPicPr>
                      <p:cNvPr id="2" name="Objekt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9"/>
                        <a:ext cx="158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3" name="Grafik 82"/>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0" y="1588"/>
            <a:ext cx="12192000" cy="6857999"/>
          </a:xfrm>
          <a:prstGeom prst="rect">
            <a:avLst/>
          </a:prstGeom>
        </p:spPr>
      </p:pic>
      <p:sp>
        <p:nvSpPr>
          <p:cNvPr id="5" name="cdtText Box 101 Id11"/>
          <p:cNvSpPr txBox="1">
            <a:spLocks noChangeArrowheads="1"/>
          </p:cNvSpPr>
          <p:nvPr userDrawn="1">
            <p:custDataLst>
              <p:tags r:id="rId3"/>
            </p:custDataLst>
          </p:nvPr>
        </p:nvSpPr>
        <p:spPr bwMode="auto">
          <a:xfrm>
            <a:off x="6096000" y="0"/>
            <a:ext cx="1587"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5981" rIns="0" bIns="0">
            <a:noAutofit/>
          </a:bodyPr>
          <a:lstStyle/>
          <a:p>
            <a:pPr algn="ctr"/>
            <a:endParaRPr lang="en-US" sz="1099" b="1" dirty="0">
              <a:solidFill>
                <a:srgbClr val="990000"/>
              </a:solidFill>
              <a:ea typeface="Arial Unicode MS"/>
            </a:endParaRPr>
          </a:p>
        </p:txBody>
      </p:sp>
      <p:grpSp>
        <p:nvGrpSpPr>
          <p:cNvPr id="32" name="Gruppieren 31"/>
          <p:cNvGrpSpPr/>
          <p:nvPr userDrawn="1"/>
        </p:nvGrpSpPr>
        <p:grpSpPr>
          <a:xfrm>
            <a:off x="-215888" y="-216000"/>
            <a:ext cx="12622226" cy="7290000"/>
            <a:chOff x="-216000" y="-216000"/>
            <a:chExt cx="12628800" cy="7290000"/>
          </a:xfrm>
        </p:grpSpPr>
        <p:cxnSp>
          <p:nvCxnSpPr>
            <p:cNvPr id="33" name="Gerade Verbindung 32"/>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rot="5400000">
              <a:off x="123228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948225"/>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7" name="Gerade Verbindung 76"/>
            <p:cNvCxnSpPr/>
            <p:nvPr userDrawn="1"/>
          </p:nvCxnSpPr>
          <p:spPr bwMode="auto">
            <a:xfrm rot="5400000">
              <a:off x="-1260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34" name="Group 33"/>
          <p:cNvGrpSpPr>
            <a:grpSpLocks noChangeAspect="1"/>
          </p:cNvGrpSpPr>
          <p:nvPr userDrawn="1"/>
        </p:nvGrpSpPr>
        <p:grpSpPr bwMode="auto">
          <a:xfrm>
            <a:off x="9550189" y="323850"/>
            <a:ext cx="2157876" cy="914400"/>
            <a:chOff x="6019" y="204"/>
            <a:chExt cx="1360" cy="576"/>
          </a:xfrm>
        </p:grpSpPr>
        <p:sp>
          <p:nvSpPr>
            <p:cNvPr id="35"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36"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37"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38"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39"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40"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41"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42"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43"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44"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45"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46"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47"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48"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49"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50"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51"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52"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53"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54"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55"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56"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78"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79"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80"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81"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sp>
          <p:nvSpPr>
            <p:cNvPr id="82"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799">
                <a:solidFill>
                  <a:srgbClr val="ADBECB"/>
                </a:solidFill>
                <a:ea typeface="Arial Unicode MS"/>
              </a:endParaRPr>
            </a:p>
          </p:txBody>
        </p:sp>
      </p:grpSp>
      <p:sp>
        <p:nvSpPr>
          <p:cNvPr id="84" name="Rectangle 83">
            <a:extLst>
              <a:ext uri="{FF2B5EF4-FFF2-40B4-BE49-F238E27FC236}">
                <a16:creationId xmlns:a16="http://schemas.microsoft.com/office/drawing/2014/main" id="{00468455-EE37-44A6-8DF6-59D20ACCFB52}"/>
              </a:ext>
            </a:extLst>
          </p:cNvPr>
          <p:cNvSpPr/>
          <p:nvPr userDrawn="1"/>
        </p:nvSpPr>
        <p:spPr bwMode="auto">
          <a:xfrm>
            <a:off x="12693" y="-34316"/>
            <a:ext cx="12179307" cy="6877022"/>
          </a:xfrm>
          <a:prstGeom prst="rect">
            <a:avLst/>
          </a:prstGeom>
          <a:solidFill>
            <a:srgbClr val="000000">
              <a:alpha val="75000"/>
            </a:srgbClr>
          </a:solidFill>
          <a:ln>
            <a:noFill/>
          </a:ln>
          <a:effectLst/>
        </p:spPr>
        <p:txBody>
          <a:bodyPr wrap="square" lIns="107944" tIns="53972" rIns="107944" bIns="53972" numCol="1" spcCol="72000" rtlCol="0" anchor="ctr">
            <a:noAutofit/>
          </a:bodyPr>
          <a:lstStyle/>
          <a:p>
            <a:pPr marL="0" marR="0" lvl="0" indent="0" algn="ctr" defTabSz="913943" rtl="0" eaLnBrk="1" fontAlgn="base" latinLnBrk="0" hangingPunct="1">
              <a:lnSpc>
                <a:spcPct val="110000"/>
              </a:lnSpc>
              <a:spcBef>
                <a:spcPct val="0"/>
              </a:spcBef>
              <a:spcAft>
                <a:spcPct val="0"/>
              </a:spcAft>
              <a:buClrTx/>
              <a:buSzTx/>
              <a:buFont typeface="Wingdings" charset="0"/>
              <a:buNone/>
              <a:tabLst/>
              <a:defRPr/>
            </a:pPr>
            <a:endParaRPr kumimoji="0" lang="en-US" sz="1999" b="0" i="0" u="none" strike="noStrike" kern="1200" cap="none" spc="0" normalizeH="0" baseline="0" noProof="0" dirty="0">
              <a:ln>
                <a:noFill/>
              </a:ln>
              <a:solidFill>
                <a:srgbClr val="FFFFFF"/>
              </a:solidFill>
              <a:effectLst/>
              <a:uLnTx/>
              <a:uFillTx/>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9551556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2500D031-E8B7-42AD-B616-57A243A31EFA}"/>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p>
            <a:r>
              <a:rPr lang="en-US"/>
              <a:t>Click to edit Master title style</a:t>
            </a:r>
            <a:endParaRPr lang="en-US" dirty="0"/>
          </a:p>
        </p:txBody>
      </p:sp>
      <p:sp>
        <p:nvSpPr>
          <p:cNvPr id="3" name="Text Placeholder">
            <a:extLst>
              <a:ext uri="{FF2B5EF4-FFF2-40B4-BE49-F238E27FC236}">
                <a16:creationId xmlns:a16="http://schemas.microsoft.com/office/drawing/2014/main" id="{6750A408-ED0E-47CF-AC3A-5AD4A6E25CE3}"/>
              </a:ext>
            </a:extLst>
          </p:cNvPr>
          <p:cNvSpPr>
            <a:spLocks noGrp="1"/>
          </p:cNvSpPr>
          <p:nvPr>
            <p:ph type="body" idx="1"/>
          </p:nvPr>
        </p:nvSpPr>
        <p:spPr>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a:extLst>
              <a:ext uri="{FF2B5EF4-FFF2-40B4-BE49-F238E27FC236}">
                <a16:creationId xmlns:a16="http://schemas.microsoft.com/office/drawing/2014/main"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dirty="0"/>
              <a:t>Restricted | © Siemens 2021 | Zhou Wen Jing | T RDA IOT INW-CN | 2021-02</a:t>
            </a:r>
          </a:p>
        </p:txBody>
      </p:sp>
      <p:sp>
        <p:nvSpPr>
          <p:cNvPr id="6" name="Slide Number Placeholder">
            <a:extLst>
              <a:ext uri="{FF2B5EF4-FFF2-40B4-BE49-F238E27FC236}">
                <a16:creationId xmlns:a16="http://schemas.microsoft.com/office/drawing/2014/main" id="{1C051FD7-F65C-4306-9083-C9770A0AF2DF}"/>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698585145"/>
      </p:ext>
    </p:extLst>
  </p:cSld>
  <p:clrMap bg1="lt1" tx1="dk1" bg2="lt2" tx2="dk2" accent1="accent1" accent2="accent2" accent3="accent3" accent4="accent4" accent5="accent5" accent6="accent6" hlink="hlink" folHlink="folHlink"/>
  <p:sldLayoutIdLst>
    <p:sldLayoutId id="2147483717"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48" r:id="rId19"/>
    <p:sldLayoutId id="2147483749" r:id="rId20"/>
    <p:sldLayoutId id="2147483750" r:id="rId21"/>
    <p:sldLayoutId id="2147483745" r:id="rId22"/>
    <p:sldLayoutId id="2147483746" r:id="rId23"/>
    <p:sldLayoutId id="2147483747" r:id="rId24"/>
    <p:sldLayoutId id="2147483736" r:id="rId25"/>
    <p:sldLayoutId id="2147483737" r:id="rId26"/>
    <p:sldLayoutId id="2147483738" r:id="rId27"/>
    <p:sldLayoutId id="2147483739" r:id="rId28"/>
    <p:sldLayoutId id="2147483740" r:id="rId29"/>
    <p:sldLayoutId id="2147483741" r:id="rId30"/>
    <p:sldLayoutId id="2147483744" r:id="rId31"/>
    <p:sldLayoutId id="2147483708" r:id="rId32"/>
    <p:sldLayoutId id="2147483655" r:id="rId33"/>
    <p:sldLayoutId id="2147483742" r:id="rId34"/>
    <p:sldLayoutId id="2147483677" r:id="rId35"/>
    <p:sldLayoutId id="2147483709" r:id="rId36"/>
    <p:sldLayoutId id="2147483751" r:id="rId37"/>
    <p:sldLayoutId id="2147483691" r:id="rId38"/>
    <p:sldLayoutId id="2147483752" r:id="rId39"/>
    <p:sldLayoutId id="2147483692" r:id="rId40"/>
    <p:sldLayoutId id="2147483650" r:id="rId41"/>
    <p:sldLayoutId id="2147483665" r:id="rId42"/>
    <p:sldLayoutId id="2147483666" r:id="rId43"/>
    <p:sldLayoutId id="2147483697" r:id="rId44"/>
    <p:sldLayoutId id="2147483698" r:id="rId45"/>
    <p:sldLayoutId id="2147483652" r:id="rId46"/>
    <p:sldLayoutId id="2147483680" r:id="rId47"/>
    <p:sldLayoutId id="2147483694" r:id="rId48"/>
    <p:sldLayoutId id="2147483687" r:id="rId49"/>
    <p:sldLayoutId id="2147483681" r:id="rId50"/>
    <p:sldLayoutId id="2147483690" r:id="rId51"/>
    <p:sldLayoutId id="2147483711" r:id="rId52"/>
    <p:sldLayoutId id="2147483682" r:id="rId53"/>
    <p:sldLayoutId id="2147483678" r:id="rId54"/>
    <p:sldLayoutId id="2147483755" r:id="rId55"/>
  </p:sldLayoutIdLst>
  <p:hf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5.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0.emf"/><Relationship Id="rId5" Type="http://schemas.openxmlformats.org/officeDocument/2006/relationships/oleObject" Target="../embeddings/oleObject2.bin"/><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7.xml"/><Relationship Id="rId5" Type="http://schemas.openxmlformats.org/officeDocument/2006/relationships/image" Target="../media/image35.png"/><Relationship Id="rId4" Type="http://schemas.openxmlformats.org/officeDocument/2006/relationships/image" Target="../media/image34.png"/></Relationships>
</file>

<file path=ppt/slides/_rels/slide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7.xml"/><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5.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30.emf"/><Relationship Id="rId5" Type="http://schemas.openxmlformats.org/officeDocument/2006/relationships/oleObject" Target="../embeddings/oleObject2.bin"/><Relationship Id="rId4"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7.xml"/><Relationship Id="rId7" Type="http://schemas.openxmlformats.org/officeDocument/2006/relationships/image" Target="../media/image4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7.png"/><Relationship Id="rId5" Type="http://schemas.openxmlformats.org/officeDocument/2006/relationships/image" Target="../media/image44.pn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1D7DF-0A2D-4C3B-AD2F-9DA2CB3F84A4}"/>
              </a:ext>
            </a:extLst>
          </p:cNvPr>
          <p:cNvSpPr>
            <a:spLocks noGrp="1"/>
          </p:cNvSpPr>
          <p:nvPr>
            <p:ph type="title"/>
          </p:nvPr>
        </p:nvSpPr>
        <p:spPr>
          <a:xfrm>
            <a:off x="411163" y="1226997"/>
            <a:ext cx="11924272" cy="1754326"/>
          </a:xfrm>
        </p:spPr>
        <p:txBody>
          <a:bodyPr/>
          <a:lstStyle/>
          <a:p>
            <a:r>
              <a:rPr lang="en-US" altLang="zh-CN" sz="4800" dirty="0"/>
              <a:t>Indirect Sensing Pre-Maintenance</a:t>
            </a:r>
            <a:br>
              <a:rPr lang="en-US" altLang="zh-CN" sz="6600" dirty="0"/>
            </a:br>
            <a:endParaRPr lang="en-US" sz="6600" dirty="0"/>
          </a:p>
        </p:txBody>
      </p:sp>
      <p:sp>
        <p:nvSpPr>
          <p:cNvPr id="3" name="Subtitle 2">
            <a:extLst>
              <a:ext uri="{FF2B5EF4-FFF2-40B4-BE49-F238E27FC236}">
                <a16:creationId xmlns:a16="http://schemas.microsoft.com/office/drawing/2014/main" id="{7BABF7BC-3F37-4DD1-B635-750B1FA41C2B}"/>
              </a:ext>
            </a:extLst>
          </p:cNvPr>
          <p:cNvSpPr>
            <a:spLocks noGrp="1"/>
          </p:cNvSpPr>
          <p:nvPr>
            <p:ph type="subTitle" idx="1"/>
          </p:nvPr>
        </p:nvSpPr>
        <p:spPr>
          <a:xfrm>
            <a:off x="935741" y="2016124"/>
            <a:ext cx="10491968" cy="1930398"/>
          </a:xfrm>
        </p:spPr>
        <p:txBody>
          <a:bodyPr/>
          <a:lstStyle/>
          <a:p>
            <a:r>
              <a:rPr lang="en-US" dirty="0"/>
              <a:t>Based on currents data analysis </a:t>
            </a:r>
          </a:p>
        </p:txBody>
      </p:sp>
      <p:sp>
        <p:nvSpPr>
          <p:cNvPr id="4" name="Footer Placeholder 3">
            <a:extLst>
              <a:ext uri="{FF2B5EF4-FFF2-40B4-BE49-F238E27FC236}">
                <a16:creationId xmlns:a16="http://schemas.microsoft.com/office/drawing/2014/main" id="{17F7FF8D-0A3B-47C6-96A1-265988B2A5E4}"/>
              </a:ext>
            </a:extLst>
          </p:cNvPr>
          <p:cNvSpPr>
            <a:spLocks noGrp="1"/>
          </p:cNvSpPr>
          <p:nvPr>
            <p:ph type="ftr" sz="quarter" idx="12"/>
          </p:nvPr>
        </p:nvSpPr>
        <p:spPr/>
        <p:txBody>
          <a:bodyPr/>
          <a:lstStyle/>
          <a:p>
            <a:pPr>
              <a:lnSpc>
                <a:spcPct val="100000"/>
              </a:lnSpc>
            </a:pPr>
            <a:r>
              <a:rPr lang="en-US" dirty="0"/>
              <a:t>Restricted | © Siemens 2021 | T RDA IOT INW-CN | 2021-09</a:t>
            </a:r>
          </a:p>
        </p:txBody>
      </p:sp>
    </p:spTree>
    <p:extLst>
      <p:ext uri="{BB962C8B-B14F-4D97-AF65-F5344CB8AC3E}">
        <p14:creationId xmlns:p14="http://schemas.microsoft.com/office/powerpoint/2010/main" val="1632226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2"/>
            </p:custDataLst>
          </p:nvPr>
        </p:nvGraphicFramePr>
        <p:xfrm>
          <a:off x="1588" y="3373"/>
          <a:ext cx="1586" cy="1586"/>
        </p:xfrm>
        <a:graphic>
          <a:graphicData uri="http://schemas.openxmlformats.org/presentationml/2006/ole">
            <mc:AlternateContent xmlns:mc="http://schemas.openxmlformats.org/markup-compatibility/2006">
              <mc:Choice xmlns:v="urn:schemas-microsoft-com:vml" Requires="v">
                <p:oleObj name="think-cell Slide" r:id="rId5" imgW="216" imgH="216" progId="TCLayout.ActiveDocument.1">
                  <p:embed/>
                </p:oleObj>
              </mc:Choice>
              <mc:Fallback>
                <p:oleObj name="think-cell Slide" r:id="rId5" imgW="216" imgH="216" progId="TCLayout.ActiveDocument.1">
                  <p:embed/>
                  <p:pic>
                    <p:nvPicPr>
                      <p:cNvPr id="2" name="Objekt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3373"/>
                        <a:ext cx="1586" cy="15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Title 4">
            <a:extLst>
              <a:ext uri="{FF2B5EF4-FFF2-40B4-BE49-F238E27FC236}">
                <a16:creationId xmlns:a16="http://schemas.microsoft.com/office/drawing/2014/main" id="{9B07F88A-7C22-4859-BE67-C12ED5E266D0}"/>
              </a:ext>
            </a:extLst>
          </p:cNvPr>
          <p:cNvSpPr txBox="1">
            <a:spLocks/>
          </p:cNvSpPr>
          <p:nvPr/>
        </p:nvSpPr>
        <p:spPr>
          <a:xfrm>
            <a:off x="626738" y="419168"/>
            <a:ext cx="8203065" cy="852756"/>
          </a:xfrm>
          <a:prstGeom prst="rect">
            <a:avLst/>
          </a:prstGeom>
        </p:spPr>
        <p:txBody>
          <a:bodyPr/>
          <a:lstStyle>
            <a:lvl1pPr algn="l" rtl="0" eaLnBrk="1" fontAlgn="base" hangingPunct="1">
              <a:spcBef>
                <a:spcPct val="0"/>
              </a:spcBef>
              <a:spcAft>
                <a:spcPct val="0"/>
              </a:spcAft>
              <a:defRPr sz="2200" b="1">
                <a:solidFill>
                  <a:srgbClr val="00646E"/>
                </a:solidFill>
                <a:latin typeface="Arial" pitchFamily="34" charset="0"/>
                <a:ea typeface="+mj-ea"/>
                <a:cs typeface="Arial" pitchFamily="34" charset="0"/>
              </a:defRPr>
            </a:lvl1pPr>
            <a:lvl2pPr algn="l" rtl="0" eaLnBrk="1" fontAlgn="base" hangingPunct="1">
              <a:spcBef>
                <a:spcPct val="0"/>
              </a:spcBef>
              <a:spcAft>
                <a:spcPct val="0"/>
              </a:spcAft>
              <a:defRPr sz="2000" b="1">
                <a:solidFill>
                  <a:schemeClr val="tx1"/>
                </a:solidFill>
                <a:latin typeface="Arial" charset="0"/>
                <a:ea typeface="ＭＳ Ｐゴシック" charset="-128"/>
              </a:defRPr>
            </a:lvl2pPr>
            <a:lvl3pPr algn="l" rtl="0" eaLnBrk="1" fontAlgn="base" hangingPunct="1">
              <a:spcBef>
                <a:spcPct val="0"/>
              </a:spcBef>
              <a:spcAft>
                <a:spcPct val="0"/>
              </a:spcAft>
              <a:defRPr sz="2000" b="1">
                <a:solidFill>
                  <a:schemeClr val="tx1"/>
                </a:solidFill>
                <a:latin typeface="Arial" charset="0"/>
                <a:ea typeface="ＭＳ Ｐゴシック" charset="-128"/>
              </a:defRPr>
            </a:lvl3pPr>
            <a:lvl4pPr algn="l" rtl="0" eaLnBrk="1" fontAlgn="base" hangingPunct="1">
              <a:spcBef>
                <a:spcPct val="0"/>
              </a:spcBef>
              <a:spcAft>
                <a:spcPct val="0"/>
              </a:spcAft>
              <a:defRPr sz="2000" b="1">
                <a:solidFill>
                  <a:schemeClr val="tx1"/>
                </a:solidFill>
                <a:latin typeface="Arial" charset="0"/>
                <a:ea typeface="ＭＳ Ｐゴシック" charset="-128"/>
              </a:defRPr>
            </a:lvl4pPr>
            <a:lvl5pPr algn="l" rtl="0" eaLnBrk="1" fontAlgn="base" hangingPunct="1">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a:lstStyle>
          <a:p>
            <a:r>
              <a:rPr lang="en-US" sz="2400" kern="0" dirty="0">
                <a:solidFill>
                  <a:schemeClr val="bg1"/>
                </a:solidFill>
              </a:rPr>
              <a:t>Background</a:t>
            </a:r>
          </a:p>
        </p:txBody>
      </p:sp>
      <p:sp>
        <p:nvSpPr>
          <p:cNvPr id="34" name="Title 1">
            <a:extLst>
              <a:ext uri="{FF2B5EF4-FFF2-40B4-BE49-F238E27FC236}">
                <a16:creationId xmlns:a16="http://schemas.microsoft.com/office/drawing/2014/main" id="{EEA9E414-7079-4777-A6C0-F880B83A7876}"/>
              </a:ext>
            </a:extLst>
          </p:cNvPr>
          <p:cNvSpPr txBox="1">
            <a:spLocks/>
          </p:cNvSpPr>
          <p:nvPr/>
        </p:nvSpPr>
        <p:spPr>
          <a:xfrm>
            <a:off x="1349565" y="1346591"/>
            <a:ext cx="9863997"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chemeClr val="bg1"/>
                </a:solidFill>
                <a:latin typeface="+mn-lt"/>
                <a:ea typeface="+mn-ea"/>
                <a:cs typeface="+mn-ea"/>
                <a:sym typeface="+mn-lt"/>
              </a:rPr>
              <a:t>Customer Requirements</a:t>
            </a:r>
            <a:endParaRPr lang="en-US" dirty="0">
              <a:solidFill>
                <a:schemeClr val="bg1"/>
              </a:solidFill>
              <a:latin typeface="+mn-lt"/>
              <a:ea typeface="+mn-ea"/>
              <a:cs typeface="+mn-ea"/>
              <a:sym typeface="+mn-lt"/>
            </a:endParaRPr>
          </a:p>
        </p:txBody>
      </p:sp>
      <p:sp>
        <p:nvSpPr>
          <p:cNvPr id="35" name="Title 1">
            <a:extLst>
              <a:ext uri="{FF2B5EF4-FFF2-40B4-BE49-F238E27FC236}">
                <a16:creationId xmlns:a16="http://schemas.microsoft.com/office/drawing/2014/main" id="{8FEB3266-3E3B-432E-9473-C4A439419F6A}"/>
              </a:ext>
            </a:extLst>
          </p:cNvPr>
          <p:cNvSpPr txBox="1">
            <a:spLocks/>
          </p:cNvSpPr>
          <p:nvPr/>
        </p:nvSpPr>
        <p:spPr>
          <a:xfrm>
            <a:off x="1349565" y="3075771"/>
            <a:ext cx="9863997"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chemeClr val="bg1"/>
                </a:solidFill>
                <a:latin typeface="+mn-lt"/>
                <a:ea typeface="+mn-ea"/>
                <a:cs typeface="+mn-ea"/>
                <a:sym typeface="+mn-lt"/>
              </a:rPr>
              <a:t>Challenge</a:t>
            </a:r>
            <a:endParaRPr lang="en-US" dirty="0">
              <a:solidFill>
                <a:schemeClr val="bg1"/>
              </a:solidFill>
              <a:latin typeface="+mn-lt"/>
              <a:ea typeface="+mn-ea"/>
              <a:cs typeface="+mn-ea"/>
              <a:sym typeface="+mn-lt"/>
            </a:endParaRPr>
          </a:p>
        </p:txBody>
      </p:sp>
      <p:sp>
        <p:nvSpPr>
          <p:cNvPr id="36" name="Title 1">
            <a:extLst>
              <a:ext uri="{FF2B5EF4-FFF2-40B4-BE49-F238E27FC236}">
                <a16:creationId xmlns:a16="http://schemas.microsoft.com/office/drawing/2014/main" id="{68296AE0-4A75-484C-994A-D3AE0827A0D8}"/>
              </a:ext>
            </a:extLst>
          </p:cNvPr>
          <p:cNvSpPr txBox="1">
            <a:spLocks/>
          </p:cNvSpPr>
          <p:nvPr/>
        </p:nvSpPr>
        <p:spPr>
          <a:xfrm>
            <a:off x="1349565" y="4804951"/>
            <a:ext cx="9863997"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chemeClr val="bg1"/>
                </a:solidFill>
                <a:latin typeface="+mn-lt"/>
                <a:ea typeface="+mn-ea"/>
                <a:cs typeface="+mn-ea"/>
                <a:sym typeface="+mn-lt"/>
              </a:rPr>
              <a:t>Solution</a:t>
            </a:r>
            <a:endParaRPr lang="en-US" dirty="0">
              <a:solidFill>
                <a:schemeClr val="bg1"/>
              </a:solidFill>
              <a:latin typeface="+mn-lt"/>
              <a:ea typeface="+mn-ea"/>
              <a:cs typeface="+mn-ea"/>
              <a:sym typeface="+mn-lt"/>
            </a:endParaRPr>
          </a:p>
        </p:txBody>
      </p:sp>
      <p:sp>
        <p:nvSpPr>
          <p:cNvPr id="37" name="Title 1">
            <a:extLst>
              <a:ext uri="{FF2B5EF4-FFF2-40B4-BE49-F238E27FC236}">
                <a16:creationId xmlns:a16="http://schemas.microsoft.com/office/drawing/2014/main" id="{5C460118-298D-4FDB-AECD-FE1A63B69B4E}"/>
              </a:ext>
            </a:extLst>
          </p:cNvPr>
          <p:cNvSpPr txBox="1">
            <a:spLocks/>
          </p:cNvSpPr>
          <p:nvPr/>
        </p:nvSpPr>
        <p:spPr>
          <a:xfrm>
            <a:off x="1715325" y="1814535"/>
            <a:ext cx="9863997"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342900" indent="-342900">
              <a:lnSpc>
                <a:spcPct val="150000"/>
              </a:lnSpc>
              <a:buFont typeface="Wingdings" panose="05000000000000000000" pitchFamily="2" charset="2"/>
              <a:buChar char="l"/>
            </a:pPr>
            <a:r>
              <a:rPr lang="en-US" altLang="zh-CN" sz="1400" b="0" i="0" dirty="0">
                <a:solidFill>
                  <a:schemeClr val="bg1"/>
                </a:solidFill>
                <a:effectLst/>
                <a:latin typeface="Arial" panose="020B0604020202020204" pitchFamily="34" charset="0"/>
              </a:rPr>
              <a:t>Comprehensive solution for </a:t>
            </a:r>
            <a:r>
              <a:rPr lang="en-US" altLang="zh-CN" sz="1600" b="0" i="0" dirty="0">
                <a:solidFill>
                  <a:schemeClr val="bg1"/>
                </a:solidFill>
                <a:effectLst/>
                <a:latin typeface="Arial" panose="020B0604020202020204" pitchFamily="34" charset="0"/>
              </a:rPr>
              <a:t>workshop</a:t>
            </a:r>
          </a:p>
          <a:p>
            <a:pPr marL="342900" indent="-342900">
              <a:lnSpc>
                <a:spcPct val="150000"/>
              </a:lnSpc>
              <a:buFont typeface="Wingdings" panose="05000000000000000000" pitchFamily="2" charset="2"/>
              <a:buChar char="l"/>
            </a:pPr>
            <a:r>
              <a:rPr lang="en-US" altLang="zh-CN" sz="1400" b="0" dirty="0">
                <a:solidFill>
                  <a:schemeClr val="bg1"/>
                </a:solidFill>
                <a:latin typeface="Arial" panose="020B0604020202020204" pitchFamily="34" charset="0"/>
              </a:rPr>
              <a:t>Less hardware cost input</a:t>
            </a:r>
          </a:p>
          <a:p>
            <a:pPr marL="342900" indent="-342900">
              <a:lnSpc>
                <a:spcPct val="150000"/>
              </a:lnSpc>
              <a:buFont typeface="Wingdings" panose="05000000000000000000" pitchFamily="2" charset="2"/>
              <a:buChar char="l"/>
            </a:pPr>
            <a:r>
              <a:rPr lang="en-US" altLang="zh-CN" sz="1400" b="0" dirty="0">
                <a:solidFill>
                  <a:schemeClr val="bg1"/>
                </a:solidFill>
                <a:latin typeface="Arial" panose="020B0604020202020204" pitchFamily="34" charset="0"/>
              </a:rPr>
              <a:t>Timely alarm with on-site system (e.g. HMI)</a:t>
            </a:r>
          </a:p>
          <a:p>
            <a:pPr marL="342900" indent="-342900">
              <a:buFont typeface="Wingdings" panose="05000000000000000000" pitchFamily="2" charset="2"/>
              <a:buChar char="l"/>
            </a:pPr>
            <a:endParaRPr lang="en-US" sz="1600" dirty="0">
              <a:solidFill>
                <a:schemeClr val="bg1"/>
              </a:solidFill>
              <a:latin typeface="+mn-lt"/>
              <a:ea typeface="+mn-ea"/>
              <a:cs typeface="+mn-ea"/>
              <a:sym typeface="+mn-lt"/>
            </a:endParaRPr>
          </a:p>
        </p:txBody>
      </p:sp>
      <p:sp>
        <p:nvSpPr>
          <p:cNvPr id="39" name="Title 1">
            <a:extLst>
              <a:ext uri="{FF2B5EF4-FFF2-40B4-BE49-F238E27FC236}">
                <a16:creationId xmlns:a16="http://schemas.microsoft.com/office/drawing/2014/main" id="{742F9453-950E-40CE-9C48-134A0979C606}"/>
              </a:ext>
            </a:extLst>
          </p:cNvPr>
          <p:cNvSpPr txBox="1">
            <a:spLocks/>
          </p:cNvSpPr>
          <p:nvPr/>
        </p:nvSpPr>
        <p:spPr>
          <a:xfrm>
            <a:off x="1715325" y="3575155"/>
            <a:ext cx="9863997"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342900" indent="-342900">
              <a:lnSpc>
                <a:spcPct val="150000"/>
              </a:lnSpc>
              <a:buFont typeface="Wingdings" panose="05000000000000000000" pitchFamily="2" charset="2"/>
              <a:buChar char="l"/>
            </a:pPr>
            <a:r>
              <a:rPr lang="en-US" altLang="zh-CN" sz="1400" b="0" i="0" dirty="0">
                <a:solidFill>
                  <a:schemeClr val="bg1"/>
                </a:solidFill>
                <a:effectLst/>
                <a:latin typeface="Arial" panose="020B0604020202020204" pitchFamily="34" charset="0"/>
              </a:rPr>
              <a:t>Hardware Cost Control</a:t>
            </a:r>
            <a:endParaRPr lang="en-US" altLang="zh-CN" sz="1600" b="0" i="0" dirty="0">
              <a:solidFill>
                <a:schemeClr val="bg1"/>
              </a:solidFill>
              <a:effectLst/>
              <a:latin typeface="Arial" panose="020B0604020202020204" pitchFamily="34" charset="0"/>
            </a:endParaRPr>
          </a:p>
          <a:p>
            <a:pPr marL="342900" indent="-342900">
              <a:lnSpc>
                <a:spcPct val="150000"/>
              </a:lnSpc>
              <a:buFont typeface="Wingdings" panose="05000000000000000000" pitchFamily="2" charset="2"/>
              <a:buChar char="l"/>
            </a:pPr>
            <a:r>
              <a:rPr lang="en-US" altLang="zh-CN" sz="1400" b="0" dirty="0">
                <a:solidFill>
                  <a:schemeClr val="bg1"/>
                </a:solidFill>
                <a:latin typeface="Arial" panose="020B0604020202020204" pitchFamily="34" charset="0"/>
              </a:rPr>
              <a:t>Downsizing predictive-model learning effort</a:t>
            </a:r>
          </a:p>
          <a:p>
            <a:pPr marL="342900" indent="-342900">
              <a:lnSpc>
                <a:spcPct val="150000"/>
              </a:lnSpc>
              <a:buFont typeface="Wingdings" panose="05000000000000000000" pitchFamily="2" charset="2"/>
              <a:buChar char="l"/>
            </a:pPr>
            <a:r>
              <a:rPr lang="en-US" sz="1400" b="0" dirty="0">
                <a:solidFill>
                  <a:schemeClr val="bg1"/>
                </a:solidFill>
                <a:latin typeface="Arial" panose="020B0604020202020204" pitchFamily="34" charset="0"/>
                <a:ea typeface="+mn-ea"/>
                <a:cs typeface="+mn-ea"/>
                <a:sym typeface="+mn-lt"/>
              </a:rPr>
              <a:t>Demonstrate validation and optimization to customer</a:t>
            </a:r>
            <a:endParaRPr lang="en-US" sz="1600" dirty="0">
              <a:solidFill>
                <a:schemeClr val="bg1"/>
              </a:solidFill>
              <a:latin typeface="+mn-lt"/>
              <a:ea typeface="+mn-ea"/>
              <a:cs typeface="+mn-ea"/>
              <a:sym typeface="+mn-lt"/>
            </a:endParaRPr>
          </a:p>
        </p:txBody>
      </p:sp>
      <p:sp>
        <p:nvSpPr>
          <p:cNvPr id="40" name="Title 1">
            <a:extLst>
              <a:ext uri="{FF2B5EF4-FFF2-40B4-BE49-F238E27FC236}">
                <a16:creationId xmlns:a16="http://schemas.microsoft.com/office/drawing/2014/main" id="{9C10D68D-CED1-4999-8ADD-F46A79CF6D3A}"/>
              </a:ext>
            </a:extLst>
          </p:cNvPr>
          <p:cNvSpPr txBox="1">
            <a:spLocks/>
          </p:cNvSpPr>
          <p:nvPr/>
        </p:nvSpPr>
        <p:spPr>
          <a:xfrm>
            <a:off x="1715324" y="5336606"/>
            <a:ext cx="9863997"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342900" indent="-342900">
              <a:lnSpc>
                <a:spcPct val="150000"/>
              </a:lnSpc>
              <a:buFont typeface="Wingdings" panose="05000000000000000000" pitchFamily="2" charset="2"/>
              <a:buChar char="l"/>
            </a:pPr>
            <a:r>
              <a:rPr lang="en-US" altLang="zh-CN" sz="1400" b="0" dirty="0">
                <a:solidFill>
                  <a:schemeClr val="bg1"/>
                </a:solidFill>
                <a:latin typeface="Arial" panose="020B0604020202020204" pitchFamily="34" charset="0"/>
              </a:rPr>
              <a:t>Take full advantage of field electrical data</a:t>
            </a:r>
          </a:p>
          <a:p>
            <a:pPr marL="342900" indent="-342900">
              <a:lnSpc>
                <a:spcPct val="150000"/>
              </a:lnSpc>
              <a:buFont typeface="Wingdings" panose="05000000000000000000" pitchFamily="2" charset="2"/>
              <a:buChar char="l"/>
            </a:pPr>
            <a:r>
              <a:rPr lang="en-US" altLang="zh-CN" sz="1400" b="0" dirty="0">
                <a:solidFill>
                  <a:schemeClr val="bg1"/>
                </a:solidFill>
                <a:latin typeface="Arial" panose="020B0604020202020204" pitchFamily="34" charset="0"/>
              </a:rPr>
              <a:t>Combine data analysis algorithm and SPC (Statistical Process Control)</a:t>
            </a:r>
          </a:p>
          <a:p>
            <a:pPr marL="342900" indent="-342900">
              <a:lnSpc>
                <a:spcPct val="150000"/>
              </a:lnSpc>
              <a:buFont typeface="Wingdings" panose="05000000000000000000" pitchFamily="2" charset="2"/>
              <a:buChar char="l"/>
            </a:pPr>
            <a:r>
              <a:rPr lang="en-US" altLang="zh-CN" sz="1400" b="0" dirty="0">
                <a:solidFill>
                  <a:schemeClr val="bg1"/>
                </a:solidFill>
                <a:latin typeface="Arial" panose="020B0604020202020204" pitchFamily="34" charset="0"/>
              </a:rPr>
              <a:t>Provide data review tool to support implementation work</a:t>
            </a:r>
          </a:p>
        </p:txBody>
      </p:sp>
    </p:spTree>
    <p:custDataLst>
      <p:tags r:id="rId1"/>
    </p:custDataLst>
    <p:extLst>
      <p:ext uri="{BB962C8B-B14F-4D97-AF65-F5344CB8AC3E}">
        <p14:creationId xmlns:p14="http://schemas.microsoft.com/office/powerpoint/2010/main" val="1521126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34"/>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grpId="0" nodeType="clickEffect">
                                  <p:stCondLst>
                                    <p:cond delay="0"/>
                                  </p:stCondLst>
                                  <p:iterate type="lt">
                                    <p:tmPct val="4000"/>
                                  </p:iterate>
                                  <p:childTnLst>
                                    <p:set>
                                      <p:cBhvr override="childStyle">
                                        <p:cTn id="10" dur="1000" fill="hold"/>
                                        <p:tgtEl>
                                          <p:spTgt spid="35"/>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grpId="0" nodeType="clickEffect">
                                  <p:stCondLst>
                                    <p:cond delay="0"/>
                                  </p:stCondLst>
                                  <p:iterate type="lt">
                                    <p:tmPct val="4000"/>
                                  </p:iterate>
                                  <p:childTnLst>
                                    <p:set>
                                      <p:cBhvr override="childStyle">
                                        <p:cTn id="14" dur="500" fill="hold"/>
                                        <p:tgtEl>
                                          <p:spTgt spid="36"/>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84C18A-DF8B-49AB-AA6B-419D73294131}"/>
              </a:ext>
            </a:extLst>
          </p:cNvPr>
          <p:cNvSpPr>
            <a:spLocks noGrp="1"/>
          </p:cNvSpPr>
          <p:nvPr>
            <p:ph type="title"/>
          </p:nvPr>
        </p:nvSpPr>
        <p:spPr>
          <a:xfrm>
            <a:off x="410400" y="1414463"/>
            <a:ext cx="12581700" cy="1600438"/>
          </a:xfrm>
        </p:spPr>
        <p:txBody>
          <a:bodyPr/>
          <a:lstStyle/>
          <a:p>
            <a:r>
              <a:rPr lang="en-US" altLang="zh-CN" dirty="0"/>
              <a:t>Feasibility Analysis </a:t>
            </a:r>
            <a:br>
              <a:rPr lang="en-US" altLang="zh-CN" dirty="0"/>
            </a:br>
            <a:r>
              <a:rPr lang="en-US" altLang="zh-CN" sz="4400" dirty="0"/>
              <a:t>based on Currents Data Pre-Maintenance </a:t>
            </a:r>
            <a:endParaRPr lang="zh-CN" altLang="en-US" sz="4400" dirty="0"/>
          </a:p>
        </p:txBody>
      </p:sp>
      <p:sp>
        <p:nvSpPr>
          <p:cNvPr id="3" name="副标题 2">
            <a:extLst>
              <a:ext uri="{FF2B5EF4-FFF2-40B4-BE49-F238E27FC236}">
                <a16:creationId xmlns:a16="http://schemas.microsoft.com/office/drawing/2014/main" id="{F6769C2C-2DA8-4B49-AB2C-078F84CF0A43}"/>
              </a:ext>
            </a:extLst>
          </p:cNvPr>
          <p:cNvSpPr>
            <a:spLocks noGrp="1"/>
          </p:cNvSpPr>
          <p:nvPr>
            <p:ph type="subTitle" idx="1"/>
          </p:nvPr>
        </p:nvSpPr>
        <p:spPr>
          <a:xfrm>
            <a:off x="515938" y="3555803"/>
            <a:ext cx="9288000" cy="1622622"/>
          </a:xfrm>
        </p:spPr>
        <p:txBody>
          <a:bodyPr/>
          <a:lstStyle/>
          <a:p>
            <a:pPr marL="342900" indent="-342900">
              <a:lnSpc>
                <a:spcPct val="150000"/>
              </a:lnSpc>
              <a:buFont typeface="Wingdings" panose="05000000000000000000" pitchFamily="2" charset="2"/>
              <a:buChar char="u"/>
            </a:pPr>
            <a:r>
              <a:rPr lang="en-US" altLang="zh-CN" dirty="0"/>
              <a:t>Exploratory Data Analysis on Currents Data</a:t>
            </a:r>
          </a:p>
          <a:p>
            <a:pPr marL="342900" indent="-342900">
              <a:lnSpc>
                <a:spcPct val="150000"/>
              </a:lnSpc>
              <a:buFont typeface="Wingdings" panose="05000000000000000000" pitchFamily="2" charset="2"/>
              <a:buChar char="u"/>
            </a:pPr>
            <a:r>
              <a:rPr lang="en-US" altLang="zh-CN" dirty="0"/>
              <a:t>Statistical Analysis and Forecast</a:t>
            </a:r>
          </a:p>
          <a:p>
            <a:pPr marL="342900" indent="-342900">
              <a:lnSpc>
                <a:spcPct val="150000"/>
              </a:lnSpc>
              <a:buFont typeface="Wingdings" panose="05000000000000000000" pitchFamily="2" charset="2"/>
              <a:buChar char="u"/>
            </a:pPr>
            <a:r>
              <a:rPr lang="en-US" altLang="zh-CN" dirty="0"/>
              <a:t>Forecast using LSTM Deep Learning Model</a:t>
            </a:r>
            <a:endParaRPr lang="zh-CN" altLang="en-US" dirty="0"/>
          </a:p>
        </p:txBody>
      </p:sp>
      <p:sp>
        <p:nvSpPr>
          <p:cNvPr id="5" name="Footer Placeholder 3">
            <a:extLst>
              <a:ext uri="{FF2B5EF4-FFF2-40B4-BE49-F238E27FC236}">
                <a16:creationId xmlns:a16="http://schemas.microsoft.com/office/drawing/2014/main" id="{1558E0D2-09E5-4ADE-A359-5621EF5B6CE5}"/>
              </a:ext>
            </a:extLst>
          </p:cNvPr>
          <p:cNvSpPr>
            <a:spLocks noGrp="1"/>
          </p:cNvSpPr>
          <p:nvPr>
            <p:ph type="ftr" sz="quarter" idx="12"/>
          </p:nvPr>
        </p:nvSpPr>
        <p:spPr>
          <a:xfrm>
            <a:off x="411163" y="6310800"/>
            <a:ext cx="9288000" cy="547200"/>
          </a:xfrm>
        </p:spPr>
        <p:txBody>
          <a:bodyPr/>
          <a:lstStyle/>
          <a:p>
            <a:pPr>
              <a:lnSpc>
                <a:spcPct val="100000"/>
              </a:lnSpc>
            </a:pPr>
            <a:r>
              <a:rPr lang="en-US" dirty="0"/>
              <a:t>Restricted | © Siemens 2021 | T RDA IOT INW-CN | 2021-09</a:t>
            </a:r>
          </a:p>
        </p:txBody>
      </p:sp>
    </p:spTree>
    <p:extLst>
      <p:ext uri="{BB962C8B-B14F-4D97-AF65-F5344CB8AC3E}">
        <p14:creationId xmlns:p14="http://schemas.microsoft.com/office/powerpoint/2010/main" val="1951467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ABFFF5E-C117-4555-800B-ECE055FE7286}"/>
              </a:ext>
            </a:extLst>
          </p:cNvPr>
          <p:cNvSpPr>
            <a:spLocks noGrp="1"/>
          </p:cNvSpPr>
          <p:nvPr>
            <p:ph type="title"/>
          </p:nvPr>
        </p:nvSpPr>
        <p:spPr/>
        <p:txBody>
          <a:bodyPr/>
          <a:lstStyle/>
          <a:p>
            <a:r>
              <a:rPr lang="en-US" altLang="zh-CN" sz="2400" dirty="0"/>
              <a:t>Exploratory Data Analysis on Currents Data</a:t>
            </a:r>
            <a:br>
              <a:rPr lang="en-US" altLang="zh-CN" sz="2400" dirty="0"/>
            </a:br>
            <a:endParaRPr lang="zh-CN" altLang="en-US" sz="2400" dirty="0"/>
          </a:p>
        </p:txBody>
      </p:sp>
      <p:sp>
        <p:nvSpPr>
          <p:cNvPr id="3" name="页脚占位符 2">
            <a:extLst>
              <a:ext uri="{FF2B5EF4-FFF2-40B4-BE49-F238E27FC236}">
                <a16:creationId xmlns:a16="http://schemas.microsoft.com/office/drawing/2014/main" id="{2409ABF2-701C-4271-8AF0-80F968620859}"/>
              </a:ext>
            </a:extLst>
          </p:cNvPr>
          <p:cNvSpPr>
            <a:spLocks noGrp="1"/>
          </p:cNvSpPr>
          <p:nvPr>
            <p:ph type="ftr" sz="quarter" idx="10"/>
          </p:nvPr>
        </p:nvSpPr>
        <p:spPr/>
        <p:txBody>
          <a:bodyPr/>
          <a:lstStyle/>
          <a:p>
            <a:pPr>
              <a:lnSpc>
                <a:spcPct val="100000"/>
              </a:lnSpc>
            </a:pPr>
            <a:r>
              <a:rPr lang="en-US" dirty="0"/>
              <a:t>Restricted | © Siemens 2021 | </a:t>
            </a:r>
            <a:r>
              <a:rPr lang="en-US" altLang="zh-CN" dirty="0"/>
              <a:t>T RDA IOT INW-CN</a:t>
            </a:r>
            <a:r>
              <a:rPr lang="en-US" dirty="0"/>
              <a:t> | </a:t>
            </a:r>
            <a:r>
              <a:rPr lang="en-US" altLang="zh-CN" dirty="0"/>
              <a:t>2021-09</a:t>
            </a:r>
            <a:endParaRPr lang="en-US" dirty="0"/>
          </a:p>
        </p:txBody>
      </p:sp>
      <p:sp>
        <p:nvSpPr>
          <p:cNvPr id="4" name="灯片编号占位符 3">
            <a:extLst>
              <a:ext uri="{FF2B5EF4-FFF2-40B4-BE49-F238E27FC236}">
                <a16:creationId xmlns:a16="http://schemas.microsoft.com/office/drawing/2014/main" id="{0FA45ED5-DF7A-472B-8FE0-F1E8BAFE7A4C}"/>
              </a:ext>
            </a:extLst>
          </p:cNvPr>
          <p:cNvSpPr>
            <a:spLocks noGrp="1"/>
          </p:cNvSpPr>
          <p:nvPr>
            <p:ph type="sldNum" sz="quarter" idx="11"/>
          </p:nvPr>
        </p:nvSpPr>
        <p:spPr/>
        <p:txBody>
          <a:bodyPr/>
          <a:lstStyle/>
          <a:p>
            <a:r>
              <a:rPr lang="en-US"/>
              <a:t>Page </a:t>
            </a:r>
            <a:fld id="{15EBE321-CBB1-4E91-BD14-37C8D44326FB}" type="slidenum">
              <a:rPr lang="en-US" smtClean="0"/>
              <a:pPr/>
              <a:t>4</a:t>
            </a:fld>
            <a:endParaRPr lang="en-US" dirty="0"/>
          </a:p>
        </p:txBody>
      </p:sp>
      <p:pic>
        <p:nvPicPr>
          <p:cNvPr id="8" name="图片 7">
            <a:extLst>
              <a:ext uri="{FF2B5EF4-FFF2-40B4-BE49-F238E27FC236}">
                <a16:creationId xmlns:a16="http://schemas.microsoft.com/office/drawing/2014/main" id="{4D17662A-CA7A-46FA-A511-3F7B206B6CBA}"/>
              </a:ext>
            </a:extLst>
          </p:cNvPr>
          <p:cNvPicPr>
            <a:picLocks noChangeAspect="1"/>
          </p:cNvPicPr>
          <p:nvPr/>
        </p:nvPicPr>
        <p:blipFill>
          <a:blip r:embed="rId2"/>
          <a:stretch>
            <a:fillRect/>
          </a:stretch>
        </p:blipFill>
        <p:spPr>
          <a:xfrm>
            <a:off x="410400" y="1054800"/>
            <a:ext cx="5439021" cy="2268263"/>
          </a:xfrm>
          <a:prstGeom prst="rect">
            <a:avLst/>
          </a:prstGeom>
        </p:spPr>
      </p:pic>
      <p:sp>
        <p:nvSpPr>
          <p:cNvPr id="9" name="副标题 2">
            <a:extLst>
              <a:ext uri="{FF2B5EF4-FFF2-40B4-BE49-F238E27FC236}">
                <a16:creationId xmlns:a16="http://schemas.microsoft.com/office/drawing/2014/main" id="{9E0F385C-D9C8-4456-9DBF-31CE8160845B}"/>
              </a:ext>
            </a:extLst>
          </p:cNvPr>
          <p:cNvSpPr txBox="1">
            <a:spLocks/>
          </p:cNvSpPr>
          <p:nvPr/>
        </p:nvSpPr>
        <p:spPr>
          <a:xfrm>
            <a:off x="6096000" y="843199"/>
            <a:ext cx="5439021" cy="2740222"/>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dirty="0"/>
              <a:t>Time Domain Characteristic Analysis</a:t>
            </a:r>
          </a:p>
          <a:p>
            <a:pPr marL="285750" indent="-285750">
              <a:lnSpc>
                <a:spcPct val="150000"/>
              </a:lnSpc>
              <a:buFont typeface="Wingdings" panose="05000000000000000000" pitchFamily="2" charset="2"/>
              <a:buChar char="l"/>
            </a:pPr>
            <a:r>
              <a:rPr lang="en-US" altLang="zh-CN" dirty="0"/>
              <a:t>Statistics </a:t>
            </a:r>
          </a:p>
          <a:p>
            <a:pPr marL="285750" indent="-285750">
              <a:lnSpc>
                <a:spcPct val="150000"/>
              </a:lnSpc>
              <a:buFont typeface="Wingdings" panose="05000000000000000000" pitchFamily="2" charset="2"/>
              <a:buChar char="l"/>
            </a:pPr>
            <a:r>
              <a:rPr lang="en-US" altLang="zh-CN" dirty="0"/>
              <a:t>Continuity </a:t>
            </a:r>
          </a:p>
          <a:p>
            <a:pPr marL="285750" indent="-285750">
              <a:lnSpc>
                <a:spcPct val="150000"/>
              </a:lnSpc>
              <a:buFont typeface="Wingdings" panose="05000000000000000000" pitchFamily="2" charset="2"/>
              <a:buChar char="l"/>
            </a:pPr>
            <a:r>
              <a:rPr lang="en-US" altLang="zh-CN" dirty="0"/>
              <a:t>Periodicity</a:t>
            </a:r>
          </a:p>
          <a:p>
            <a:pPr marL="285750" indent="-285750">
              <a:lnSpc>
                <a:spcPct val="150000"/>
              </a:lnSpc>
              <a:buFont typeface="Wingdings" panose="05000000000000000000" pitchFamily="2" charset="2"/>
              <a:buChar char="l"/>
            </a:pPr>
            <a:r>
              <a:rPr lang="en-US" altLang="zh-CN" dirty="0"/>
              <a:t>Correlation</a:t>
            </a:r>
          </a:p>
          <a:p>
            <a:pPr marL="285750" indent="-285750">
              <a:lnSpc>
                <a:spcPct val="150000"/>
              </a:lnSpc>
              <a:buFont typeface="Wingdings" panose="05000000000000000000" pitchFamily="2" charset="2"/>
              <a:buChar char="l"/>
            </a:pPr>
            <a:r>
              <a:rPr lang="en-US" altLang="zh-CN" dirty="0"/>
              <a:t>Stationary</a:t>
            </a:r>
            <a:endParaRPr lang="zh-CN" altLang="en-US" dirty="0"/>
          </a:p>
        </p:txBody>
      </p:sp>
      <p:pic>
        <p:nvPicPr>
          <p:cNvPr id="12" name="图片 11">
            <a:extLst>
              <a:ext uri="{FF2B5EF4-FFF2-40B4-BE49-F238E27FC236}">
                <a16:creationId xmlns:a16="http://schemas.microsoft.com/office/drawing/2014/main" id="{7C929CFE-62DD-44E4-B72C-F9F269CF4909}"/>
              </a:ext>
            </a:extLst>
          </p:cNvPr>
          <p:cNvPicPr>
            <a:picLocks noChangeAspect="1"/>
          </p:cNvPicPr>
          <p:nvPr/>
        </p:nvPicPr>
        <p:blipFill>
          <a:blip r:embed="rId3"/>
          <a:stretch>
            <a:fillRect/>
          </a:stretch>
        </p:blipFill>
        <p:spPr>
          <a:xfrm>
            <a:off x="413134" y="3583421"/>
            <a:ext cx="5436287" cy="1742997"/>
          </a:xfrm>
          <a:prstGeom prst="rect">
            <a:avLst/>
          </a:prstGeom>
        </p:spPr>
      </p:pic>
      <p:pic>
        <p:nvPicPr>
          <p:cNvPr id="14" name="图片 13">
            <a:extLst>
              <a:ext uri="{FF2B5EF4-FFF2-40B4-BE49-F238E27FC236}">
                <a16:creationId xmlns:a16="http://schemas.microsoft.com/office/drawing/2014/main" id="{ED83A0BA-4F3E-45B7-BB7E-F24E4A46747C}"/>
              </a:ext>
            </a:extLst>
          </p:cNvPr>
          <p:cNvPicPr>
            <a:picLocks noChangeAspect="1"/>
          </p:cNvPicPr>
          <p:nvPr/>
        </p:nvPicPr>
        <p:blipFill>
          <a:blip r:embed="rId4"/>
          <a:stretch>
            <a:fillRect/>
          </a:stretch>
        </p:blipFill>
        <p:spPr>
          <a:xfrm>
            <a:off x="410399" y="5360919"/>
            <a:ext cx="5436287" cy="1034211"/>
          </a:xfrm>
          <a:prstGeom prst="rect">
            <a:avLst/>
          </a:prstGeom>
        </p:spPr>
      </p:pic>
      <p:sp>
        <p:nvSpPr>
          <p:cNvPr id="17" name="副标题 2">
            <a:extLst>
              <a:ext uri="{FF2B5EF4-FFF2-40B4-BE49-F238E27FC236}">
                <a16:creationId xmlns:a16="http://schemas.microsoft.com/office/drawing/2014/main" id="{617155E4-425A-43C9-BB07-877B49826549}"/>
              </a:ext>
            </a:extLst>
          </p:cNvPr>
          <p:cNvSpPr txBox="1">
            <a:spLocks/>
          </p:cNvSpPr>
          <p:nvPr/>
        </p:nvSpPr>
        <p:spPr>
          <a:xfrm>
            <a:off x="7554887" y="1287209"/>
            <a:ext cx="4408514" cy="629456"/>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dirty="0">
                <a:sym typeface="Wingdings" panose="05000000000000000000" pitchFamily="2" charset="2"/>
              </a:rPr>
              <a:t> </a:t>
            </a:r>
            <a:r>
              <a:rPr lang="en-US" altLang="zh-CN" b="1" dirty="0">
                <a:latin typeface="Arial" panose="020B0604020202020204" pitchFamily="34" charset="0"/>
                <a:sym typeface="Wingdings" panose="05000000000000000000" pitchFamily="2" charset="2"/>
              </a:rPr>
              <a:t>D</a:t>
            </a:r>
            <a:r>
              <a:rPr lang="en-US" altLang="zh-CN" b="1" i="0" dirty="0">
                <a:effectLst/>
                <a:latin typeface="Arial" panose="020B0604020202020204" pitchFamily="34" charset="0"/>
              </a:rPr>
              <a:t>istribution</a:t>
            </a:r>
            <a:r>
              <a:rPr lang="en-US" altLang="zh-CN" b="0" i="0" dirty="0">
                <a:effectLst/>
                <a:latin typeface="Arial" panose="020B0604020202020204" pitchFamily="34" charset="0"/>
              </a:rPr>
              <a:t> characteristics</a:t>
            </a:r>
            <a:endParaRPr lang="en-US" altLang="zh-CN" b="1" dirty="0"/>
          </a:p>
        </p:txBody>
      </p:sp>
      <p:sp>
        <p:nvSpPr>
          <p:cNvPr id="18" name="副标题 2">
            <a:extLst>
              <a:ext uri="{FF2B5EF4-FFF2-40B4-BE49-F238E27FC236}">
                <a16:creationId xmlns:a16="http://schemas.microsoft.com/office/drawing/2014/main" id="{E7645408-25EB-48EF-9456-67F0DC6FBD3C}"/>
              </a:ext>
            </a:extLst>
          </p:cNvPr>
          <p:cNvSpPr txBox="1">
            <a:spLocks/>
          </p:cNvSpPr>
          <p:nvPr/>
        </p:nvSpPr>
        <p:spPr>
          <a:xfrm>
            <a:off x="7554887" y="1740486"/>
            <a:ext cx="4408514" cy="629456"/>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dirty="0">
                <a:sym typeface="Wingdings" panose="05000000000000000000" pitchFamily="2" charset="2"/>
              </a:rPr>
              <a:t> </a:t>
            </a:r>
            <a:r>
              <a:rPr lang="en-US" altLang="zh-CN" b="1" dirty="0">
                <a:latin typeface="Arial" panose="020B0604020202020204" pitchFamily="34" charset="0"/>
                <a:sym typeface="Wingdings" panose="05000000000000000000" pitchFamily="2" charset="2"/>
              </a:rPr>
              <a:t>Trend</a:t>
            </a:r>
            <a:r>
              <a:rPr lang="en-US" altLang="zh-CN" dirty="0">
                <a:latin typeface="Arial" panose="020B0604020202020204" pitchFamily="34" charset="0"/>
                <a:sym typeface="Wingdings" panose="05000000000000000000" pitchFamily="2" charset="2"/>
              </a:rPr>
              <a:t> predictability </a:t>
            </a:r>
            <a:endParaRPr lang="en-US" altLang="zh-CN" b="1" dirty="0"/>
          </a:p>
        </p:txBody>
      </p:sp>
      <p:sp>
        <p:nvSpPr>
          <p:cNvPr id="19" name="副标题 2">
            <a:extLst>
              <a:ext uri="{FF2B5EF4-FFF2-40B4-BE49-F238E27FC236}">
                <a16:creationId xmlns:a16="http://schemas.microsoft.com/office/drawing/2014/main" id="{59BD6E1C-1343-4575-BF7E-6973EA5DC52B}"/>
              </a:ext>
            </a:extLst>
          </p:cNvPr>
          <p:cNvSpPr txBox="1">
            <a:spLocks/>
          </p:cNvSpPr>
          <p:nvPr/>
        </p:nvSpPr>
        <p:spPr>
          <a:xfrm>
            <a:off x="7554887" y="2205508"/>
            <a:ext cx="4408514" cy="629456"/>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dirty="0">
                <a:sym typeface="Wingdings" panose="05000000000000000000" pitchFamily="2" charset="2"/>
              </a:rPr>
              <a:t> </a:t>
            </a:r>
            <a:r>
              <a:rPr lang="en-US" altLang="zh-CN" b="1" dirty="0">
                <a:latin typeface="Arial" panose="020B0604020202020204" pitchFamily="34" charset="0"/>
                <a:sym typeface="Wingdings" panose="05000000000000000000" pitchFamily="2" charset="2"/>
              </a:rPr>
              <a:t>S</a:t>
            </a:r>
            <a:r>
              <a:rPr lang="en-US" altLang="zh-CN" b="1" dirty="0">
                <a:latin typeface="Arial" panose="020B0604020202020204" pitchFamily="34" charset="0"/>
              </a:rPr>
              <a:t>easonality</a:t>
            </a:r>
            <a:r>
              <a:rPr lang="en-US" altLang="zh-CN" b="1" dirty="0">
                <a:latin typeface="Arial" panose="020B0604020202020204" pitchFamily="34" charset="0"/>
                <a:sym typeface="Wingdings" panose="05000000000000000000" pitchFamily="2" charset="2"/>
              </a:rPr>
              <a:t> </a:t>
            </a:r>
            <a:r>
              <a:rPr lang="en-US" altLang="zh-CN" dirty="0">
                <a:latin typeface="Arial" panose="020B0604020202020204" pitchFamily="34" charset="0"/>
                <a:sym typeface="Wingdings" panose="05000000000000000000" pitchFamily="2" charset="2"/>
              </a:rPr>
              <a:t>predictability </a:t>
            </a:r>
            <a:endParaRPr lang="en-US" altLang="zh-CN" b="1" dirty="0"/>
          </a:p>
        </p:txBody>
      </p:sp>
      <p:sp>
        <p:nvSpPr>
          <p:cNvPr id="20" name="副标题 2">
            <a:extLst>
              <a:ext uri="{FF2B5EF4-FFF2-40B4-BE49-F238E27FC236}">
                <a16:creationId xmlns:a16="http://schemas.microsoft.com/office/drawing/2014/main" id="{4F3DF484-3E32-4D51-94C4-763891492C98}"/>
              </a:ext>
            </a:extLst>
          </p:cNvPr>
          <p:cNvSpPr txBox="1">
            <a:spLocks/>
          </p:cNvSpPr>
          <p:nvPr/>
        </p:nvSpPr>
        <p:spPr>
          <a:xfrm>
            <a:off x="7554887" y="2666539"/>
            <a:ext cx="4408514" cy="629456"/>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dirty="0">
                <a:sym typeface="Wingdings" panose="05000000000000000000" pitchFamily="2" charset="2"/>
              </a:rPr>
              <a:t> Analogy </a:t>
            </a:r>
            <a:r>
              <a:rPr lang="en-US" altLang="zh-CN" dirty="0">
                <a:latin typeface="Arial" panose="020B0604020202020204" pitchFamily="34" charset="0"/>
                <a:sym typeface="Wingdings" panose="05000000000000000000" pitchFamily="2" charset="2"/>
              </a:rPr>
              <a:t>predictability </a:t>
            </a:r>
            <a:endParaRPr lang="en-US" altLang="zh-CN" b="1" dirty="0"/>
          </a:p>
        </p:txBody>
      </p:sp>
      <p:sp>
        <p:nvSpPr>
          <p:cNvPr id="21" name="副标题 2">
            <a:extLst>
              <a:ext uri="{FF2B5EF4-FFF2-40B4-BE49-F238E27FC236}">
                <a16:creationId xmlns:a16="http://schemas.microsoft.com/office/drawing/2014/main" id="{10E3851B-53E0-4DB7-949E-CCA42E31194F}"/>
              </a:ext>
            </a:extLst>
          </p:cNvPr>
          <p:cNvSpPr txBox="1">
            <a:spLocks/>
          </p:cNvSpPr>
          <p:nvPr/>
        </p:nvSpPr>
        <p:spPr>
          <a:xfrm>
            <a:off x="7554887" y="3112967"/>
            <a:ext cx="4408514" cy="629456"/>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dirty="0">
                <a:sym typeface="Wingdings" panose="05000000000000000000" pitchFamily="2" charset="2"/>
              </a:rPr>
              <a:t> </a:t>
            </a:r>
            <a:r>
              <a:rPr lang="en-US" altLang="zh-CN" b="1" dirty="0">
                <a:latin typeface="Arial" panose="020B0604020202020204" pitchFamily="34" charset="0"/>
                <a:sym typeface="Wingdings" panose="05000000000000000000" pitchFamily="2" charset="2"/>
              </a:rPr>
              <a:t>P</a:t>
            </a:r>
            <a:r>
              <a:rPr lang="en-US" altLang="zh-CN" dirty="0">
                <a:latin typeface="Arial" panose="020B0604020202020204" pitchFamily="34" charset="0"/>
                <a:sym typeface="Wingdings" panose="05000000000000000000" pitchFamily="2" charset="2"/>
              </a:rPr>
              <a:t>redictability </a:t>
            </a:r>
            <a:endParaRPr lang="en-US" altLang="zh-CN" b="1" dirty="0"/>
          </a:p>
        </p:txBody>
      </p:sp>
      <p:sp>
        <p:nvSpPr>
          <p:cNvPr id="22" name="矩形: 对角圆角 21">
            <a:extLst>
              <a:ext uri="{FF2B5EF4-FFF2-40B4-BE49-F238E27FC236}">
                <a16:creationId xmlns:a16="http://schemas.microsoft.com/office/drawing/2014/main" id="{EEC758F3-ED60-4353-BC8B-B8E104BDEFED}"/>
              </a:ext>
            </a:extLst>
          </p:cNvPr>
          <p:cNvSpPr/>
          <p:nvPr/>
        </p:nvSpPr>
        <p:spPr>
          <a:xfrm>
            <a:off x="6096000" y="3742423"/>
            <a:ext cx="5682865" cy="2652707"/>
          </a:xfrm>
          <a:prstGeom prst="round2DiagRect">
            <a:avLst/>
          </a:prstGeom>
          <a:solidFill>
            <a:schemeClr val="accent1">
              <a:alpha val="80000"/>
            </a:schemeClr>
          </a:solidFill>
          <a:ln w="19050">
            <a:solidFill>
              <a:srgbClr val="33CCCC"/>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zh-CN" altLang="en-US" dirty="0"/>
          </a:p>
        </p:txBody>
      </p:sp>
      <p:sp>
        <p:nvSpPr>
          <p:cNvPr id="23" name="Flowchart: Terminator 10">
            <a:extLst>
              <a:ext uri="{FF2B5EF4-FFF2-40B4-BE49-F238E27FC236}">
                <a16:creationId xmlns:a16="http://schemas.microsoft.com/office/drawing/2014/main" id="{E00D7984-0303-42B4-9905-9F6D5958759E}"/>
              </a:ext>
            </a:extLst>
          </p:cNvPr>
          <p:cNvSpPr/>
          <p:nvPr/>
        </p:nvSpPr>
        <p:spPr bwMode="auto">
          <a:xfrm rot="1272800">
            <a:off x="9883543" y="735663"/>
            <a:ext cx="2042331" cy="669022"/>
          </a:xfrm>
          <a:prstGeom prst="flowChartTerminator">
            <a:avLst/>
          </a:prstGeom>
          <a:solidFill>
            <a:srgbClr val="41AAAA">
              <a:alpha val="65000"/>
            </a:srgbClr>
          </a:solidFill>
          <a:ln w="22225">
            <a:solidFill>
              <a:schemeClr val="accent1">
                <a:lumMod val="60000"/>
                <a:lumOff val="40000"/>
              </a:schemeClr>
            </a:solidFill>
            <a:miter lim="800000"/>
          </a:ln>
          <a:effectLst/>
        </p:spPr>
        <p:txBody>
          <a:bodyPr rot="0" spcFirstLastPara="0" vertOverflow="overflow" horzOverflow="overflow" vert="horz" wrap="square" lIns="108000" tIns="108000" rIns="108000" bIns="108000" numCol="1" spcCol="72000" rtlCol="0" fromWordArt="0" anchor="t" anchorCtr="0" forceAA="0" compatLnSpc="1">
            <a:prstTxWarp prst="textNoShape">
              <a:avLst/>
            </a:prstTxWarp>
            <a:noAutofit/>
          </a:bodyPr>
          <a:lstStyle/>
          <a:p>
            <a:r>
              <a:rPr lang="en-US" altLang="zh-CN" sz="1400" dirty="0"/>
              <a:t>Target: </a:t>
            </a:r>
            <a:r>
              <a:rPr lang="en-US" altLang="zh-CN" sz="1400" b="0" i="0" dirty="0">
                <a:solidFill>
                  <a:schemeClr val="tx1"/>
                </a:solidFill>
                <a:effectLst/>
                <a:latin typeface="Arial" panose="020B0604020202020204" pitchFamily="34" charset="0"/>
              </a:rPr>
              <a:t>Predictability Judgment</a:t>
            </a:r>
          </a:p>
        </p:txBody>
      </p:sp>
      <p:pic>
        <p:nvPicPr>
          <p:cNvPr id="25" name="图片 24">
            <a:extLst>
              <a:ext uri="{FF2B5EF4-FFF2-40B4-BE49-F238E27FC236}">
                <a16:creationId xmlns:a16="http://schemas.microsoft.com/office/drawing/2014/main" id="{159D8245-E199-4B47-B094-2F53C84EE35D}"/>
              </a:ext>
            </a:extLst>
          </p:cNvPr>
          <p:cNvPicPr>
            <a:picLocks noChangeAspect="1"/>
          </p:cNvPicPr>
          <p:nvPr/>
        </p:nvPicPr>
        <p:blipFill>
          <a:blip r:embed="rId5"/>
          <a:stretch>
            <a:fillRect/>
          </a:stretch>
        </p:blipFill>
        <p:spPr>
          <a:xfrm>
            <a:off x="6342581" y="4300504"/>
            <a:ext cx="3096694" cy="1836941"/>
          </a:xfrm>
          <a:prstGeom prst="rect">
            <a:avLst/>
          </a:prstGeom>
        </p:spPr>
      </p:pic>
      <p:sp>
        <p:nvSpPr>
          <p:cNvPr id="26" name="副标题 2">
            <a:extLst>
              <a:ext uri="{FF2B5EF4-FFF2-40B4-BE49-F238E27FC236}">
                <a16:creationId xmlns:a16="http://schemas.microsoft.com/office/drawing/2014/main" id="{FDF5699F-CD85-4D7D-A034-D038CC5E3290}"/>
              </a:ext>
            </a:extLst>
          </p:cNvPr>
          <p:cNvSpPr txBox="1">
            <a:spLocks/>
          </p:cNvSpPr>
          <p:nvPr/>
        </p:nvSpPr>
        <p:spPr>
          <a:xfrm>
            <a:off x="6342581" y="3731111"/>
            <a:ext cx="4408514" cy="629456"/>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a:latin typeface="Arial" panose="020B0604020202020204" pitchFamily="34" charset="0"/>
                <a:sym typeface="Wingdings" panose="05000000000000000000" pitchFamily="2" charset="2"/>
              </a:rPr>
              <a:t>Reference</a:t>
            </a:r>
            <a:r>
              <a:rPr lang="en-US" altLang="zh-CN" b="1">
                <a:latin typeface="Arial" panose="020B0604020202020204" pitchFamily="34" charset="0"/>
                <a:sym typeface="Wingdings" panose="05000000000000000000" pitchFamily="2" charset="2"/>
              </a:rPr>
              <a:t> Vibration </a:t>
            </a:r>
            <a:r>
              <a:rPr lang="en-US" altLang="zh-CN">
                <a:latin typeface="Arial" panose="020B0604020202020204" pitchFamily="34" charset="0"/>
                <a:sym typeface="Wingdings" panose="05000000000000000000" pitchFamily="2" charset="2"/>
              </a:rPr>
              <a:t>Data</a:t>
            </a:r>
            <a:endParaRPr lang="en-US" altLang="zh-CN" dirty="0"/>
          </a:p>
        </p:txBody>
      </p:sp>
      <p:sp>
        <p:nvSpPr>
          <p:cNvPr id="27" name="副标题 2">
            <a:extLst>
              <a:ext uri="{FF2B5EF4-FFF2-40B4-BE49-F238E27FC236}">
                <a16:creationId xmlns:a16="http://schemas.microsoft.com/office/drawing/2014/main" id="{FBD52B76-F8F7-4E50-BF5B-AF9DEC2B31C8}"/>
              </a:ext>
            </a:extLst>
          </p:cNvPr>
          <p:cNvSpPr txBox="1">
            <a:spLocks/>
          </p:cNvSpPr>
          <p:nvPr/>
        </p:nvSpPr>
        <p:spPr>
          <a:xfrm>
            <a:off x="9666876" y="4057151"/>
            <a:ext cx="2111989" cy="629456"/>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dirty="0">
                <a:latin typeface="Arial" panose="020B0604020202020204" pitchFamily="34" charset="0"/>
                <a:sym typeface="Wingdings" panose="05000000000000000000" pitchFamily="2" charset="2"/>
              </a:rPr>
              <a:t>Can reflect </a:t>
            </a:r>
          </a:p>
          <a:p>
            <a:pPr>
              <a:lnSpc>
                <a:spcPct val="150000"/>
              </a:lnSpc>
            </a:pPr>
            <a:r>
              <a:rPr lang="en-US" altLang="zh-CN" b="1" dirty="0">
                <a:latin typeface="Arial" panose="020B0604020202020204" pitchFamily="34" charset="0"/>
                <a:sym typeface="Wingdings" panose="05000000000000000000" pitchFamily="2" charset="2"/>
              </a:rPr>
              <a:t>device status based on current data  (SR:1s)</a:t>
            </a:r>
            <a:endParaRPr lang="en-US" altLang="zh-CN" b="1" dirty="0"/>
          </a:p>
        </p:txBody>
      </p:sp>
      <p:sp>
        <p:nvSpPr>
          <p:cNvPr id="28" name="副标题 2">
            <a:extLst>
              <a:ext uri="{FF2B5EF4-FFF2-40B4-BE49-F238E27FC236}">
                <a16:creationId xmlns:a16="http://schemas.microsoft.com/office/drawing/2014/main" id="{DFCF59CA-5E43-493C-BCEB-0DA01E08A721}"/>
              </a:ext>
            </a:extLst>
          </p:cNvPr>
          <p:cNvSpPr txBox="1">
            <a:spLocks/>
          </p:cNvSpPr>
          <p:nvPr/>
        </p:nvSpPr>
        <p:spPr>
          <a:xfrm>
            <a:off x="6611253" y="6100704"/>
            <a:ext cx="4408514" cy="629456"/>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1000" dirty="0"/>
              <a:t>SAIC CP2 PA06 Shaft Fault Vibration Data</a:t>
            </a:r>
          </a:p>
        </p:txBody>
      </p:sp>
    </p:spTree>
    <p:extLst>
      <p:ext uri="{BB962C8B-B14F-4D97-AF65-F5344CB8AC3E}">
        <p14:creationId xmlns:p14="http://schemas.microsoft.com/office/powerpoint/2010/main" val="305640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randombar(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randombar(horizont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randombar(horizontal)">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randombar(horizontal)">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randombar(horizont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animBg="1"/>
      <p:bldP spid="23" grpId="0" animBg="1"/>
      <p:bldP spid="26" grpId="0"/>
      <p:bldP spid="27"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B2A6B7C9-931B-41B9-BEBB-79C6EE397A9F}"/>
              </a:ext>
            </a:extLst>
          </p:cNvPr>
          <p:cNvSpPr>
            <a:spLocks noGrp="1"/>
          </p:cNvSpPr>
          <p:nvPr>
            <p:ph type="ftr" sz="quarter" idx="13"/>
          </p:nvPr>
        </p:nvSpPr>
        <p:spPr/>
        <p:txBody>
          <a:bodyPr/>
          <a:lstStyle/>
          <a:p>
            <a:pPr>
              <a:lnSpc>
                <a:spcPct val="100000"/>
              </a:lnSpc>
            </a:pPr>
            <a:r>
              <a:rPr lang="en-US" dirty="0"/>
              <a:t>Restricted | © Siemens 2021 | </a:t>
            </a:r>
            <a:r>
              <a:rPr lang="en-US" altLang="zh-CN" dirty="0"/>
              <a:t>T RDA IOT INW-CN</a:t>
            </a:r>
            <a:r>
              <a:rPr lang="en-US" dirty="0"/>
              <a:t> | </a:t>
            </a:r>
            <a:r>
              <a:rPr lang="en-US" altLang="zh-CN" dirty="0"/>
              <a:t>2021-09</a:t>
            </a:r>
            <a:endParaRPr lang="en-US" dirty="0"/>
          </a:p>
        </p:txBody>
      </p:sp>
      <p:sp>
        <p:nvSpPr>
          <p:cNvPr id="4" name="灯片编号占位符 3">
            <a:extLst>
              <a:ext uri="{FF2B5EF4-FFF2-40B4-BE49-F238E27FC236}">
                <a16:creationId xmlns:a16="http://schemas.microsoft.com/office/drawing/2014/main" id="{063D3FF2-2834-4198-B928-21C7F1E7BB2D}"/>
              </a:ext>
            </a:extLst>
          </p:cNvPr>
          <p:cNvSpPr>
            <a:spLocks noGrp="1"/>
          </p:cNvSpPr>
          <p:nvPr>
            <p:ph type="sldNum" sz="quarter" idx="14"/>
          </p:nvPr>
        </p:nvSpPr>
        <p:spPr/>
        <p:txBody>
          <a:bodyPr/>
          <a:lstStyle/>
          <a:p>
            <a:r>
              <a:rPr lang="en-US"/>
              <a:t>Page </a:t>
            </a:r>
            <a:fld id="{15EBE321-CBB1-4E91-BD14-37C8D44326FB}" type="slidenum">
              <a:rPr lang="en-US" smtClean="0"/>
              <a:pPr/>
              <a:t>5</a:t>
            </a:fld>
            <a:endParaRPr lang="en-US" dirty="0"/>
          </a:p>
        </p:txBody>
      </p:sp>
      <p:sp>
        <p:nvSpPr>
          <p:cNvPr id="5" name="标题 4">
            <a:extLst>
              <a:ext uri="{FF2B5EF4-FFF2-40B4-BE49-F238E27FC236}">
                <a16:creationId xmlns:a16="http://schemas.microsoft.com/office/drawing/2014/main" id="{A693736A-C2D1-44EA-B0E2-656FA76D1BDB}"/>
              </a:ext>
            </a:extLst>
          </p:cNvPr>
          <p:cNvSpPr txBox="1">
            <a:spLocks/>
          </p:cNvSpPr>
          <p:nvPr/>
        </p:nvSpPr>
        <p:spPr>
          <a:xfrm>
            <a:off x="2132322" y="910798"/>
            <a:ext cx="9863997"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sz="3200" dirty="0"/>
              <a:t>Algorithms Exploration</a:t>
            </a:r>
            <a:br>
              <a:rPr lang="en-US" altLang="zh-CN" sz="2200" dirty="0"/>
            </a:br>
            <a:endParaRPr lang="zh-CN" altLang="en-US" sz="2200" dirty="0"/>
          </a:p>
        </p:txBody>
      </p:sp>
      <p:pic>
        <p:nvPicPr>
          <p:cNvPr id="7" name="图片 6">
            <a:extLst>
              <a:ext uri="{FF2B5EF4-FFF2-40B4-BE49-F238E27FC236}">
                <a16:creationId xmlns:a16="http://schemas.microsoft.com/office/drawing/2014/main" id="{8F176D40-85B7-44D9-8097-A5808EF0A79C}"/>
              </a:ext>
            </a:extLst>
          </p:cNvPr>
          <p:cNvPicPr>
            <a:picLocks noChangeAspect="1"/>
          </p:cNvPicPr>
          <p:nvPr/>
        </p:nvPicPr>
        <p:blipFill>
          <a:blip r:embed="rId2"/>
          <a:stretch>
            <a:fillRect/>
          </a:stretch>
        </p:blipFill>
        <p:spPr>
          <a:xfrm>
            <a:off x="1348772" y="1787329"/>
            <a:ext cx="9109678" cy="4380595"/>
          </a:xfrm>
          <a:prstGeom prst="rect">
            <a:avLst/>
          </a:prstGeom>
        </p:spPr>
      </p:pic>
      <p:sp>
        <p:nvSpPr>
          <p:cNvPr id="9" name="矩形 8">
            <a:extLst>
              <a:ext uri="{FF2B5EF4-FFF2-40B4-BE49-F238E27FC236}">
                <a16:creationId xmlns:a16="http://schemas.microsoft.com/office/drawing/2014/main" id="{BD71674A-28E7-494B-8B32-5F3E3A206D5B}"/>
              </a:ext>
            </a:extLst>
          </p:cNvPr>
          <p:cNvSpPr/>
          <p:nvPr/>
        </p:nvSpPr>
        <p:spPr>
          <a:xfrm rot="18650421">
            <a:off x="1891759" y="5065251"/>
            <a:ext cx="821853" cy="260036"/>
          </a:xfrm>
          <a:prstGeom prst="rect">
            <a:avLst/>
          </a:prstGeom>
          <a:solidFill>
            <a:schemeClr val="accent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zh-CN" altLang="en-US" dirty="0"/>
          </a:p>
        </p:txBody>
      </p:sp>
      <p:sp>
        <p:nvSpPr>
          <p:cNvPr id="12" name="矩形 11">
            <a:extLst>
              <a:ext uri="{FF2B5EF4-FFF2-40B4-BE49-F238E27FC236}">
                <a16:creationId xmlns:a16="http://schemas.microsoft.com/office/drawing/2014/main" id="{C6E05116-422A-415A-9D21-4DC47C08D586}"/>
              </a:ext>
            </a:extLst>
          </p:cNvPr>
          <p:cNvSpPr/>
          <p:nvPr/>
        </p:nvSpPr>
        <p:spPr>
          <a:xfrm rot="18888085">
            <a:off x="8969027" y="5065249"/>
            <a:ext cx="821853" cy="260036"/>
          </a:xfrm>
          <a:prstGeom prst="rect">
            <a:avLst/>
          </a:prstGeom>
          <a:solidFill>
            <a:schemeClr val="accent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zh-CN" altLang="en-US" dirty="0"/>
          </a:p>
        </p:txBody>
      </p:sp>
    </p:spTree>
    <p:extLst>
      <p:ext uri="{BB962C8B-B14F-4D97-AF65-F5344CB8AC3E}">
        <p14:creationId xmlns:p14="http://schemas.microsoft.com/office/powerpoint/2010/main" val="154427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ABFFF5E-C117-4555-800B-ECE055FE7286}"/>
              </a:ext>
            </a:extLst>
          </p:cNvPr>
          <p:cNvSpPr>
            <a:spLocks noGrp="1"/>
          </p:cNvSpPr>
          <p:nvPr>
            <p:ph type="title"/>
          </p:nvPr>
        </p:nvSpPr>
        <p:spPr/>
        <p:txBody>
          <a:bodyPr/>
          <a:lstStyle/>
          <a:p>
            <a:r>
              <a:rPr lang="en-US" altLang="zh-CN" sz="2400" dirty="0"/>
              <a:t>Statistical Analysis and Forecast</a:t>
            </a:r>
            <a:br>
              <a:rPr lang="en-US" altLang="zh-CN" sz="2200" dirty="0"/>
            </a:br>
            <a:endParaRPr lang="zh-CN" altLang="en-US" sz="2200" dirty="0"/>
          </a:p>
        </p:txBody>
      </p:sp>
      <p:sp>
        <p:nvSpPr>
          <p:cNvPr id="3" name="页脚占位符 2">
            <a:extLst>
              <a:ext uri="{FF2B5EF4-FFF2-40B4-BE49-F238E27FC236}">
                <a16:creationId xmlns:a16="http://schemas.microsoft.com/office/drawing/2014/main" id="{2409ABF2-701C-4271-8AF0-80F968620859}"/>
              </a:ext>
            </a:extLst>
          </p:cNvPr>
          <p:cNvSpPr>
            <a:spLocks noGrp="1"/>
          </p:cNvSpPr>
          <p:nvPr>
            <p:ph type="ftr" sz="quarter" idx="10"/>
          </p:nvPr>
        </p:nvSpPr>
        <p:spPr/>
        <p:txBody>
          <a:bodyPr/>
          <a:lstStyle/>
          <a:p>
            <a:pPr>
              <a:lnSpc>
                <a:spcPct val="100000"/>
              </a:lnSpc>
            </a:pPr>
            <a:r>
              <a:rPr lang="en-US" dirty="0"/>
              <a:t>Restricted | © Siemens 2021 | </a:t>
            </a:r>
            <a:r>
              <a:rPr lang="en-US" altLang="zh-CN" dirty="0"/>
              <a:t>T RDA IOT INW-CN</a:t>
            </a:r>
            <a:r>
              <a:rPr lang="en-US" dirty="0"/>
              <a:t> | </a:t>
            </a:r>
            <a:r>
              <a:rPr lang="en-US" altLang="zh-CN" dirty="0"/>
              <a:t>2021-09</a:t>
            </a:r>
            <a:endParaRPr lang="en-US" dirty="0"/>
          </a:p>
        </p:txBody>
      </p:sp>
      <p:sp>
        <p:nvSpPr>
          <p:cNvPr id="4" name="灯片编号占位符 3">
            <a:extLst>
              <a:ext uri="{FF2B5EF4-FFF2-40B4-BE49-F238E27FC236}">
                <a16:creationId xmlns:a16="http://schemas.microsoft.com/office/drawing/2014/main" id="{0FA45ED5-DF7A-472B-8FE0-F1E8BAFE7A4C}"/>
              </a:ext>
            </a:extLst>
          </p:cNvPr>
          <p:cNvSpPr>
            <a:spLocks noGrp="1"/>
          </p:cNvSpPr>
          <p:nvPr>
            <p:ph type="sldNum" sz="quarter" idx="11"/>
          </p:nvPr>
        </p:nvSpPr>
        <p:spPr/>
        <p:txBody>
          <a:bodyPr/>
          <a:lstStyle/>
          <a:p>
            <a:r>
              <a:rPr lang="en-US"/>
              <a:t>Page </a:t>
            </a:r>
            <a:fld id="{15EBE321-CBB1-4E91-BD14-37C8D44326FB}" type="slidenum">
              <a:rPr lang="en-US" smtClean="0"/>
              <a:pPr/>
              <a:t>6</a:t>
            </a:fld>
            <a:endParaRPr lang="en-US" dirty="0"/>
          </a:p>
        </p:txBody>
      </p:sp>
      <p:sp>
        <p:nvSpPr>
          <p:cNvPr id="9" name="副标题 2">
            <a:extLst>
              <a:ext uri="{FF2B5EF4-FFF2-40B4-BE49-F238E27FC236}">
                <a16:creationId xmlns:a16="http://schemas.microsoft.com/office/drawing/2014/main" id="{9E0F385C-D9C8-4456-9DBF-31CE8160845B}"/>
              </a:ext>
            </a:extLst>
          </p:cNvPr>
          <p:cNvSpPr txBox="1">
            <a:spLocks/>
          </p:cNvSpPr>
          <p:nvPr/>
        </p:nvSpPr>
        <p:spPr>
          <a:xfrm>
            <a:off x="410399" y="950025"/>
            <a:ext cx="11533951" cy="1507425"/>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u="sng" dirty="0"/>
              <a:t>Time-Series Decomposition Analysis</a:t>
            </a:r>
          </a:p>
          <a:p>
            <a:pPr marL="285750" indent="-285750">
              <a:lnSpc>
                <a:spcPct val="150000"/>
              </a:lnSpc>
              <a:buFont typeface="Wingdings" panose="05000000000000000000" pitchFamily="2" charset="2"/>
              <a:buChar char="l"/>
            </a:pPr>
            <a:r>
              <a:rPr lang="en-US" altLang="zh-CN" sz="1600" b="1" dirty="0"/>
              <a:t>Systematic – Components that have consistency or recurrence and can be described and modeled.</a:t>
            </a:r>
          </a:p>
          <a:p>
            <a:pPr marL="285750" indent="-285750">
              <a:lnSpc>
                <a:spcPct val="150000"/>
              </a:lnSpc>
              <a:buFont typeface="Wingdings" panose="05000000000000000000" pitchFamily="2" charset="2"/>
              <a:buChar char="l"/>
            </a:pPr>
            <a:r>
              <a:rPr lang="en-US" altLang="zh-CN" sz="1600" b="1" dirty="0"/>
              <a:t>Non Systematic – Components that cannot be directly modeled.</a:t>
            </a:r>
          </a:p>
          <a:p>
            <a:pPr>
              <a:lnSpc>
                <a:spcPct val="150000"/>
              </a:lnSpc>
            </a:pPr>
            <a:endParaRPr lang="en-US" altLang="zh-CN" dirty="0"/>
          </a:p>
        </p:txBody>
      </p:sp>
      <p:sp>
        <p:nvSpPr>
          <p:cNvPr id="13" name="副标题 2">
            <a:extLst>
              <a:ext uri="{FF2B5EF4-FFF2-40B4-BE49-F238E27FC236}">
                <a16:creationId xmlns:a16="http://schemas.microsoft.com/office/drawing/2014/main" id="{27D09CC9-7674-41C3-B658-05ABCCE90A54}"/>
              </a:ext>
            </a:extLst>
          </p:cNvPr>
          <p:cNvSpPr txBox="1">
            <a:spLocks/>
          </p:cNvSpPr>
          <p:nvPr/>
        </p:nvSpPr>
        <p:spPr>
          <a:xfrm>
            <a:off x="410398" y="2188275"/>
            <a:ext cx="11533951" cy="1507425"/>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u="sng" dirty="0"/>
              <a:t>Core of Algorithm Model</a:t>
            </a:r>
          </a:p>
          <a:p>
            <a:pPr>
              <a:lnSpc>
                <a:spcPct val="150000"/>
              </a:lnSpc>
            </a:pPr>
            <a:endParaRPr lang="en-US" altLang="zh-CN" dirty="0"/>
          </a:p>
        </p:txBody>
      </p:sp>
      <p:sp>
        <p:nvSpPr>
          <p:cNvPr id="7" name="矩形: 圆角 6">
            <a:extLst>
              <a:ext uri="{FF2B5EF4-FFF2-40B4-BE49-F238E27FC236}">
                <a16:creationId xmlns:a16="http://schemas.microsoft.com/office/drawing/2014/main" id="{985E75D4-4C2A-4478-AF16-F92FB39A12F0}"/>
              </a:ext>
            </a:extLst>
          </p:cNvPr>
          <p:cNvSpPr/>
          <p:nvPr/>
        </p:nvSpPr>
        <p:spPr>
          <a:xfrm>
            <a:off x="552450" y="2783925"/>
            <a:ext cx="4762500" cy="647700"/>
          </a:xfrm>
          <a:prstGeom prst="roundRect">
            <a:avLst/>
          </a:prstGeom>
          <a:solidFill>
            <a:srgbClr val="41AAAA">
              <a:alpha val="65000"/>
            </a:srgbClr>
          </a:solidFill>
          <a:ln w="22225">
            <a:noFill/>
            <a:miter lim="800000"/>
          </a:ln>
          <a:effectLst/>
        </p:spPr>
        <p:txBody>
          <a:bodyPr rot="0" spcFirstLastPara="0" vertOverflow="overflow" horzOverflow="overflow" vert="horz" wrap="square" lIns="108000" tIns="108000" rIns="108000" bIns="108000" numCol="1" spcCol="72000" rtlCol="0" fromWordArt="0" anchor="t" anchorCtr="0" forceAA="0" compatLnSpc="1">
            <a:prstTxWarp prst="textNoShape">
              <a:avLst/>
            </a:prstTxWarp>
            <a:noAutofit/>
          </a:bodyPr>
          <a:lstStyle/>
          <a:p>
            <a:endParaRPr lang="zh-CN" altLang="en-US" sz="1400" dirty="0">
              <a:solidFill>
                <a:schemeClr val="tx1"/>
              </a:solidFill>
            </a:endParaRPr>
          </a:p>
        </p:txBody>
      </p:sp>
      <p:sp>
        <p:nvSpPr>
          <p:cNvPr id="18" name="矩形: 圆角 17">
            <a:extLst>
              <a:ext uri="{FF2B5EF4-FFF2-40B4-BE49-F238E27FC236}">
                <a16:creationId xmlns:a16="http://schemas.microsoft.com/office/drawing/2014/main" id="{82DDBCAE-E582-4F81-A0A7-4566A4344EB2}"/>
              </a:ext>
            </a:extLst>
          </p:cNvPr>
          <p:cNvSpPr/>
          <p:nvPr/>
        </p:nvSpPr>
        <p:spPr>
          <a:xfrm>
            <a:off x="6096000" y="2783925"/>
            <a:ext cx="4762500" cy="647700"/>
          </a:xfrm>
          <a:prstGeom prst="roundRect">
            <a:avLst/>
          </a:prstGeom>
          <a:solidFill>
            <a:srgbClr val="41AAAA">
              <a:alpha val="65000"/>
            </a:srgbClr>
          </a:solidFill>
          <a:ln w="22225">
            <a:noFill/>
            <a:miter lim="800000"/>
          </a:ln>
          <a:effectLst/>
        </p:spPr>
        <p:txBody>
          <a:bodyPr rot="0" spcFirstLastPara="0" vertOverflow="overflow" horzOverflow="overflow" vert="horz" wrap="square" lIns="108000" tIns="108000" rIns="108000" bIns="108000" numCol="1" spcCol="72000" rtlCol="0" fromWordArt="0" anchor="t" anchorCtr="0" forceAA="0" compatLnSpc="1">
            <a:prstTxWarp prst="textNoShape">
              <a:avLst/>
            </a:prstTxWarp>
            <a:noAutofit/>
          </a:bodyPr>
          <a:lstStyle/>
          <a:p>
            <a:endParaRPr lang="zh-CN" altLang="en-US" sz="1400" dirty="0">
              <a:solidFill>
                <a:schemeClr val="tx1"/>
              </a:solidFill>
            </a:endParaRPr>
          </a:p>
        </p:txBody>
      </p:sp>
      <p:sp>
        <p:nvSpPr>
          <p:cNvPr id="19" name="副标题 2">
            <a:extLst>
              <a:ext uri="{FF2B5EF4-FFF2-40B4-BE49-F238E27FC236}">
                <a16:creationId xmlns:a16="http://schemas.microsoft.com/office/drawing/2014/main" id="{E369FE72-7B54-4274-99FA-3FF7B9FB92EF}"/>
              </a:ext>
            </a:extLst>
          </p:cNvPr>
          <p:cNvSpPr txBox="1">
            <a:spLocks/>
          </p:cNvSpPr>
          <p:nvPr/>
        </p:nvSpPr>
        <p:spPr>
          <a:xfrm>
            <a:off x="735162" y="2729476"/>
            <a:ext cx="3713926" cy="752399"/>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1200" b="1" dirty="0"/>
              <a:t>Additive</a:t>
            </a:r>
          </a:p>
          <a:p>
            <a:pPr>
              <a:lnSpc>
                <a:spcPct val="150000"/>
              </a:lnSpc>
            </a:pPr>
            <a:r>
              <a:rPr lang="en-US" altLang="zh-CN" sz="1200" b="1" dirty="0"/>
              <a:t>y(t) = Level + Trend + Seasonality + Noise</a:t>
            </a:r>
          </a:p>
          <a:p>
            <a:pPr>
              <a:lnSpc>
                <a:spcPct val="150000"/>
              </a:lnSpc>
            </a:pPr>
            <a:endParaRPr lang="en-US" altLang="zh-CN" sz="1000" dirty="0"/>
          </a:p>
        </p:txBody>
      </p:sp>
      <p:sp>
        <p:nvSpPr>
          <p:cNvPr id="20" name="副标题 2">
            <a:extLst>
              <a:ext uri="{FF2B5EF4-FFF2-40B4-BE49-F238E27FC236}">
                <a16:creationId xmlns:a16="http://schemas.microsoft.com/office/drawing/2014/main" id="{BADEA5AF-DD07-42B3-8FA4-7D6FD73F04BB}"/>
              </a:ext>
            </a:extLst>
          </p:cNvPr>
          <p:cNvSpPr txBox="1">
            <a:spLocks/>
          </p:cNvSpPr>
          <p:nvPr/>
        </p:nvSpPr>
        <p:spPr>
          <a:xfrm>
            <a:off x="6373461" y="2727298"/>
            <a:ext cx="3713926" cy="752399"/>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1200" b="1" dirty="0"/>
              <a:t>Multiplicative</a:t>
            </a:r>
          </a:p>
          <a:p>
            <a:pPr>
              <a:lnSpc>
                <a:spcPct val="150000"/>
              </a:lnSpc>
            </a:pPr>
            <a:r>
              <a:rPr lang="en-US" altLang="zh-CN" sz="1200" b="1" dirty="0"/>
              <a:t>y(t) = Level * Trend * Seasonality * Noise</a:t>
            </a:r>
          </a:p>
          <a:p>
            <a:pPr>
              <a:lnSpc>
                <a:spcPct val="150000"/>
              </a:lnSpc>
            </a:pPr>
            <a:endParaRPr lang="en-US" altLang="zh-CN" sz="1000" dirty="0"/>
          </a:p>
        </p:txBody>
      </p:sp>
      <p:pic>
        <p:nvPicPr>
          <p:cNvPr id="11" name="图片 10">
            <a:extLst>
              <a:ext uri="{FF2B5EF4-FFF2-40B4-BE49-F238E27FC236}">
                <a16:creationId xmlns:a16="http://schemas.microsoft.com/office/drawing/2014/main" id="{1332D3A3-1F44-44E7-8210-9AB481D055C6}"/>
              </a:ext>
            </a:extLst>
          </p:cNvPr>
          <p:cNvPicPr>
            <a:picLocks noChangeAspect="1"/>
          </p:cNvPicPr>
          <p:nvPr/>
        </p:nvPicPr>
        <p:blipFill>
          <a:blip r:embed="rId2"/>
          <a:stretch>
            <a:fillRect/>
          </a:stretch>
        </p:blipFill>
        <p:spPr>
          <a:xfrm>
            <a:off x="443438" y="3695700"/>
            <a:ext cx="5014388" cy="2552831"/>
          </a:xfrm>
          <a:prstGeom prst="rect">
            <a:avLst/>
          </a:prstGeom>
        </p:spPr>
      </p:pic>
      <p:pic>
        <p:nvPicPr>
          <p:cNvPr id="22" name="图片 21">
            <a:extLst>
              <a:ext uri="{FF2B5EF4-FFF2-40B4-BE49-F238E27FC236}">
                <a16:creationId xmlns:a16="http://schemas.microsoft.com/office/drawing/2014/main" id="{439BE55A-2809-4636-B78C-77AD186E2177}"/>
              </a:ext>
            </a:extLst>
          </p:cNvPr>
          <p:cNvPicPr>
            <a:picLocks noChangeAspect="1"/>
          </p:cNvPicPr>
          <p:nvPr/>
        </p:nvPicPr>
        <p:blipFill>
          <a:blip r:embed="rId3"/>
          <a:stretch>
            <a:fillRect/>
          </a:stretch>
        </p:blipFill>
        <p:spPr>
          <a:xfrm>
            <a:off x="5905500" y="3670235"/>
            <a:ext cx="5343525" cy="2578296"/>
          </a:xfrm>
          <a:prstGeom prst="rect">
            <a:avLst/>
          </a:prstGeom>
        </p:spPr>
      </p:pic>
    </p:spTree>
    <p:extLst>
      <p:ext uri="{BB962C8B-B14F-4D97-AF65-F5344CB8AC3E}">
        <p14:creationId xmlns:p14="http://schemas.microsoft.com/office/powerpoint/2010/main" val="400384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animBg="1"/>
      <p:bldP spid="18" grpId="0" animBg="1"/>
      <p:bldP spid="19"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ABFFF5E-C117-4555-800B-ECE055FE7286}"/>
              </a:ext>
            </a:extLst>
          </p:cNvPr>
          <p:cNvSpPr>
            <a:spLocks noGrp="1"/>
          </p:cNvSpPr>
          <p:nvPr>
            <p:ph type="title"/>
          </p:nvPr>
        </p:nvSpPr>
        <p:spPr/>
        <p:txBody>
          <a:bodyPr/>
          <a:lstStyle/>
          <a:p>
            <a:r>
              <a:rPr lang="en-US" altLang="zh-CN" sz="2400" dirty="0"/>
              <a:t>Statistical Analysis and Forecast</a:t>
            </a:r>
            <a:br>
              <a:rPr lang="en-US" altLang="zh-CN" sz="2200" dirty="0"/>
            </a:br>
            <a:endParaRPr lang="zh-CN" altLang="en-US" sz="2200" dirty="0"/>
          </a:p>
        </p:txBody>
      </p:sp>
      <p:sp>
        <p:nvSpPr>
          <p:cNvPr id="3" name="页脚占位符 2">
            <a:extLst>
              <a:ext uri="{FF2B5EF4-FFF2-40B4-BE49-F238E27FC236}">
                <a16:creationId xmlns:a16="http://schemas.microsoft.com/office/drawing/2014/main" id="{2409ABF2-701C-4271-8AF0-80F968620859}"/>
              </a:ext>
            </a:extLst>
          </p:cNvPr>
          <p:cNvSpPr>
            <a:spLocks noGrp="1"/>
          </p:cNvSpPr>
          <p:nvPr>
            <p:ph type="ftr" sz="quarter" idx="10"/>
          </p:nvPr>
        </p:nvSpPr>
        <p:spPr/>
        <p:txBody>
          <a:bodyPr/>
          <a:lstStyle/>
          <a:p>
            <a:pPr>
              <a:lnSpc>
                <a:spcPct val="100000"/>
              </a:lnSpc>
            </a:pPr>
            <a:r>
              <a:rPr lang="en-US" dirty="0"/>
              <a:t>Restricted | © Siemens 2021 | </a:t>
            </a:r>
            <a:r>
              <a:rPr lang="en-US" altLang="zh-CN" dirty="0"/>
              <a:t>T RDA IOT INW-CN</a:t>
            </a:r>
            <a:r>
              <a:rPr lang="en-US" dirty="0"/>
              <a:t> | </a:t>
            </a:r>
            <a:r>
              <a:rPr lang="en-US" altLang="zh-CN" dirty="0"/>
              <a:t>2021-09</a:t>
            </a:r>
            <a:endParaRPr lang="en-US" dirty="0"/>
          </a:p>
        </p:txBody>
      </p:sp>
      <p:sp>
        <p:nvSpPr>
          <p:cNvPr id="4" name="灯片编号占位符 3">
            <a:extLst>
              <a:ext uri="{FF2B5EF4-FFF2-40B4-BE49-F238E27FC236}">
                <a16:creationId xmlns:a16="http://schemas.microsoft.com/office/drawing/2014/main" id="{0FA45ED5-DF7A-472B-8FE0-F1E8BAFE7A4C}"/>
              </a:ext>
            </a:extLst>
          </p:cNvPr>
          <p:cNvSpPr>
            <a:spLocks noGrp="1"/>
          </p:cNvSpPr>
          <p:nvPr>
            <p:ph type="sldNum" sz="quarter" idx="11"/>
          </p:nvPr>
        </p:nvSpPr>
        <p:spPr/>
        <p:txBody>
          <a:bodyPr/>
          <a:lstStyle/>
          <a:p>
            <a:r>
              <a:rPr lang="en-US"/>
              <a:t>Page </a:t>
            </a:r>
            <a:fld id="{15EBE321-CBB1-4E91-BD14-37C8D44326FB}" type="slidenum">
              <a:rPr lang="en-US" smtClean="0"/>
              <a:pPr/>
              <a:t>7</a:t>
            </a:fld>
            <a:endParaRPr lang="en-US" dirty="0"/>
          </a:p>
        </p:txBody>
      </p:sp>
      <p:sp>
        <p:nvSpPr>
          <p:cNvPr id="13" name="副标题 2">
            <a:extLst>
              <a:ext uri="{FF2B5EF4-FFF2-40B4-BE49-F238E27FC236}">
                <a16:creationId xmlns:a16="http://schemas.microsoft.com/office/drawing/2014/main" id="{27D09CC9-7674-41C3-B658-05ABCCE90A54}"/>
              </a:ext>
            </a:extLst>
          </p:cNvPr>
          <p:cNvSpPr txBox="1">
            <a:spLocks/>
          </p:cNvSpPr>
          <p:nvPr/>
        </p:nvSpPr>
        <p:spPr>
          <a:xfrm>
            <a:off x="819977" y="1806375"/>
            <a:ext cx="1189799" cy="547200"/>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dirty="0"/>
              <a:t>Stumpy</a:t>
            </a:r>
          </a:p>
          <a:p>
            <a:pPr>
              <a:lnSpc>
                <a:spcPct val="150000"/>
              </a:lnSpc>
            </a:pPr>
            <a:endParaRPr lang="en-US" altLang="zh-CN" dirty="0"/>
          </a:p>
        </p:txBody>
      </p:sp>
      <p:sp>
        <p:nvSpPr>
          <p:cNvPr id="6" name="圆: 空心 5">
            <a:extLst>
              <a:ext uri="{FF2B5EF4-FFF2-40B4-BE49-F238E27FC236}">
                <a16:creationId xmlns:a16="http://schemas.microsoft.com/office/drawing/2014/main" id="{ADE204A8-AF87-4B36-8668-7D87ECFB9EE7}"/>
              </a:ext>
            </a:extLst>
          </p:cNvPr>
          <p:cNvSpPr/>
          <p:nvPr/>
        </p:nvSpPr>
        <p:spPr>
          <a:xfrm>
            <a:off x="661688" y="1416751"/>
            <a:ext cx="1348088" cy="1326449"/>
          </a:xfrm>
          <a:prstGeom prst="donut">
            <a:avLst>
              <a:gd name="adj" fmla="val 8746"/>
            </a:avLst>
          </a:prstGeom>
          <a:solidFill>
            <a:schemeClr val="accent1"/>
          </a:solidFill>
          <a:ln>
            <a:noFill/>
          </a:ln>
          <a:effectLst>
            <a:glow rad="101600">
              <a:schemeClr val="tx1"/>
            </a:glo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zh-CN" altLang="en-US" dirty="0">
              <a:solidFill>
                <a:schemeClr val="tx1"/>
              </a:solidFill>
            </a:endParaRPr>
          </a:p>
        </p:txBody>
      </p:sp>
      <p:sp>
        <p:nvSpPr>
          <p:cNvPr id="21" name="副标题 2">
            <a:extLst>
              <a:ext uri="{FF2B5EF4-FFF2-40B4-BE49-F238E27FC236}">
                <a16:creationId xmlns:a16="http://schemas.microsoft.com/office/drawing/2014/main" id="{20FD9EB5-1786-4092-ACD5-CA3CA5921A2E}"/>
              </a:ext>
            </a:extLst>
          </p:cNvPr>
          <p:cNvSpPr txBox="1">
            <a:spLocks/>
          </p:cNvSpPr>
          <p:nvPr/>
        </p:nvSpPr>
        <p:spPr>
          <a:xfrm>
            <a:off x="812882" y="4542492"/>
            <a:ext cx="1189799" cy="547200"/>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dirty="0"/>
              <a:t>Prophet</a:t>
            </a:r>
            <a:endParaRPr lang="en-US" altLang="zh-CN" dirty="0"/>
          </a:p>
        </p:txBody>
      </p:sp>
      <p:sp>
        <p:nvSpPr>
          <p:cNvPr id="23" name="圆: 空心 22">
            <a:extLst>
              <a:ext uri="{FF2B5EF4-FFF2-40B4-BE49-F238E27FC236}">
                <a16:creationId xmlns:a16="http://schemas.microsoft.com/office/drawing/2014/main" id="{6F62E6D9-70F5-47A5-B334-D4CCDB47AD49}"/>
              </a:ext>
            </a:extLst>
          </p:cNvPr>
          <p:cNvSpPr/>
          <p:nvPr/>
        </p:nvSpPr>
        <p:spPr>
          <a:xfrm>
            <a:off x="665226" y="4152868"/>
            <a:ext cx="1348088" cy="1326449"/>
          </a:xfrm>
          <a:prstGeom prst="donut">
            <a:avLst>
              <a:gd name="adj" fmla="val 8746"/>
            </a:avLst>
          </a:prstGeom>
          <a:solidFill>
            <a:schemeClr val="accent1"/>
          </a:solidFill>
          <a:ln>
            <a:noFill/>
          </a:ln>
          <a:effectLst>
            <a:glow rad="101600">
              <a:schemeClr val="tx1"/>
            </a:glo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zh-CN" altLang="en-US" dirty="0">
              <a:solidFill>
                <a:schemeClr val="tx1"/>
              </a:solidFill>
            </a:endParaRPr>
          </a:p>
        </p:txBody>
      </p:sp>
      <p:pic>
        <p:nvPicPr>
          <p:cNvPr id="10" name="图片 9">
            <a:extLst>
              <a:ext uri="{FF2B5EF4-FFF2-40B4-BE49-F238E27FC236}">
                <a16:creationId xmlns:a16="http://schemas.microsoft.com/office/drawing/2014/main" id="{7D9D38A8-5E28-42AC-8E3E-C6AEA50C217C}"/>
              </a:ext>
            </a:extLst>
          </p:cNvPr>
          <p:cNvPicPr>
            <a:picLocks noChangeAspect="1"/>
          </p:cNvPicPr>
          <p:nvPr/>
        </p:nvPicPr>
        <p:blipFill>
          <a:blip r:embed="rId2"/>
          <a:stretch>
            <a:fillRect/>
          </a:stretch>
        </p:blipFill>
        <p:spPr>
          <a:xfrm>
            <a:off x="2837696" y="1044510"/>
            <a:ext cx="7594990" cy="2384490"/>
          </a:xfrm>
          <a:prstGeom prst="rect">
            <a:avLst/>
          </a:prstGeom>
        </p:spPr>
      </p:pic>
      <p:pic>
        <p:nvPicPr>
          <p:cNvPr id="15" name="图片 14">
            <a:extLst>
              <a:ext uri="{FF2B5EF4-FFF2-40B4-BE49-F238E27FC236}">
                <a16:creationId xmlns:a16="http://schemas.microsoft.com/office/drawing/2014/main" id="{1A68DDCD-5049-40CD-B182-014608BA0C48}"/>
              </a:ext>
            </a:extLst>
          </p:cNvPr>
          <p:cNvPicPr>
            <a:picLocks noChangeAspect="1"/>
          </p:cNvPicPr>
          <p:nvPr/>
        </p:nvPicPr>
        <p:blipFill>
          <a:blip r:embed="rId3"/>
          <a:stretch>
            <a:fillRect/>
          </a:stretch>
        </p:blipFill>
        <p:spPr>
          <a:xfrm>
            <a:off x="2837696" y="3764186"/>
            <a:ext cx="7594990" cy="2495678"/>
          </a:xfrm>
          <a:prstGeom prst="rect">
            <a:avLst/>
          </a:prstGeom>
        </p:spPr>
      </p:pic>
      <p:sp>
        <p:nvSpPr>
          <p:cNvPr id="24" name="Flowchart: Terminator 10">
            <a:extLst>
              <a:ext uri="{FF2B5EF4-FFF2-40B4-BE49-F238E27FC236}">
                <a16:creationId xmlns:a16="http://schemas.microsoft.com/office/drawing/2014/main" id="{3539E11F-F570-48E9-89FA-900BC77DB856}"/>
              </a:ext>
            </a:extLst>
          </p:cNvPr>
          <p:cNvSpPr/>
          <p:nvPr/>
        </p:nvSpPr>
        <p:spPr bwMode="auto">
          <a:xfrm rot="1046439">
            <a:off x="9447026" y="3378740"/>
            <a:ext cx="2042331" cy="669022"/>
          </a:xfrm>
          <a:prstGeom prst="flowChartTerminator">
            <a:avLst/>
          </a:prstGeom>
          <a:solidFill>
            <a:srgbClr val="41AAAA">
              <a:alpha val="65000"/>
            </a:srgbClr>
          </a:solidFill>
          <a:ln w="22225">
            <a:solidFill>
              <a:schemeClr val="accent1">
                <a:lumMod val="60000"/>
                <a:lumOff val="40000"/>
              </a:schemeClr>
            </a:solidFill>
            <a:miter lim="800000"/>
          </a:ln>
          <a:effectLst/>
        </p:spPr>
        <p:txBody>
          <a:bodyPr rot="0" spcFirstLastPara="0" vertOverflow="overflow" horzOverflow="overflow" vert="horz" wrap="square" lIns="108000" tIns="108000" rIns="108000" bIns="108000" numCol="1" spcCol="72000" rtlCol="0" fromWordArt="0" anchor="t" anchorCtr="0" forceAA="0" compatLnSpc="1">
            <a:prstTxWarp prst="textNoShape">
              <a:avLst/>
            </a:prstTxWarp>
            <a:noAutofit/>
          </a:bodyPr>
          <a:lstStyle/>
          <a:p>
            <a:pPr algn="ctr"/>
            <a:r>
              <a:rPr lang="en-US" altLang="zh-CN" sz="1400" dirty="0">
                <a:latin typeface="Arial" panose="020B0604020202020204" pitchFamily="34" charset="0"/>
              </a:rPr>
              <a:t>Effectiveness</a:t>
            </a:r>
            <a:r>
              <a:rPr lang="zh-CN" altLang="en-US" sz="1400" dirty="0">
                <a:latin typeface="Arial" panose="020B0604020202020204" pitchFamily="34" charset="0"/>
              </a:rPr>
              <a:t>：</a:t>
            </a:r>
            <a:r>
              <a:rPr lang="en-US" altLang="zh-CN" sz="1400" b="1" dirty="0">
                <a:latin typeface="Arial" panose="020B0604020202020204" pitchFamily="34" charset="0"/>
              </a:rPr>
              <a:t>Negative</a:t>
            </a:r>
            <a:endParaRPr lang="en-US" altLang="zh-CN" sz="1400" b="1" i="0" dirty="0">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105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1" grpId="0"/>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ABFFF5E-C117-4555-800B-ECE055FE7286}"/>
              </a:ext>
            </a:extLst>
          </p:cNvPr>
          <p:cNvSpPr>
            <a:spLocks noGrp="1"/>
          </p:cNvSpPr>
          <p:nvPr>
            <p:ph type="title"/>
          </p:nvPr>
        </p:nvSpPr>
        <p:spPr/>
        <p:txBody>
          <a:bodyPr/>
          <a:lstStyle/>
          <a:p>
            <a:r>
              <a:rPr lang="en-US" altLang="zh-CN" sz="2800" dirty="0"/>
              <a:t>Forecast using LSTM Deep Learning Model</a:t>
            </a:r>
            <a:br>
              <a:rPr lang="en-US" altLang="zh-CN" sz="2400" dirty="0"/>
            </a:br>
            <a:endParaRPr lang="zh-CN" altLang="en-US" sz="2400" dirty="0"/>
          </a:p>
        </p:txBody>
      </p:sp>
      <p:sp>
        <p:nvSpPr>
          <p:cNvPr id="3" name="页脚占位符 2">
            <a:extLst>
              <a:ext uri="{FF2B5EF4-FFF2-40B4-BE49-F238E27FC236}">
                <a16:creationId xmlns:a16="http://schemas.microsoft.com/office/drawing/2014/main" id="{2409ABF2-701C-4271-8AF0-80F968620859}"/>
              </a:ext>
            </a:extLst>
          </p:cNvPr>
          <p:cNvSpPr>
            <a:spLocks noGrp="1"/>
          </p:cNvSpPr>
          <p:nvPr>
            <p:ph type="ftr" sz="quarter" idx="10"/>
          </p:nvPr>
        </p:nvSpPr>
        <p:spPr/>
        <p:txBody>
          <a:bodyPr/>
          <a:lstStyle/>
          <a:p>
            <a:pPr>
              <a:lnSpc>
                <a:spcPct val="100000"/>
              </a:lnSpc>
            </a:pPr>
            <a:r>
              <a:rPr lang="en-US" dirty="0"/>
              <a:t>Restricted | © Siemens 2021 | </a:t>
            </a:r>
            <a:r>
              <a:rPr lang="en-US" altLang="zh-CN" dirty="0"/>
              <a:t>T RDA IOT INW-CN</a:t>
            </a:r>
            <a:r>
              <a:rPr lang="en-US" dirty="0"/>
              <a:t> | </a:t>
            </a:r>
            <a:r>
              <a:rPr lang="en-US" altLang="zh-CN" dirty="0"/>
              <a:t>2021-09</a:t>
            </a:r>
            <a:endParaRPr lang="en-US" dirty="0"/>
          </a:p>
        </p:txBody>
      </p:sp>
      <p:sp>
        <p:nvSpPr>
          <p:cNvPr id="4" name="灯片编号占位符 3">
            <a:extLst>
              <a:ext uri="{FF2B5EF4-FFF2-40B4-BE49-F238E27FC236}">
                <a16:creationId xmlns:a16="http://schemas.microsoft.com/office/drawing/2014/main" id="{0FA45ED5-DF7A-472B-8FE0-F1E8BAFE7A4C}"/>
              </a:ext>
            </a:extLst>
          </p:cNvPr>
          <p:cNvSpPr>
            <a:spLocks noGrp="1"/>
          </p:cNvSpPr>
          <p:nvPr>
            <p:ph type="sldNum" sz="quarter" idx="11"/>
          </p:nvPr>
        </p:nvSpPr>
        <p:spPr/>
        <p:txBody>
          <a:bodyPr/>
          <a:lstStyle/>
          <a:p>
            <a:r>
              <a:rPr lang="en-US"/>
              <a:t>Page </a:t>
            </a:r>
            <a:fld id="{15EBE321-CBB1-4E91-BD14-37C8D44326FB}" type="slidenum">
              <a:rPr lang="en-US" smtClean="0"/>
              <a:pPr/>
              <a:t>8</a:t>
            </a:fld>
            <a:endParaRPr lang="en-US" dirty="0"/>
          </a:p>
        </p:txBody>
      </p:sp>
      <p:sp>
        <p:nvSpPr>
          <p:cNvPr id="9" name="副标题 2">
            <a:extLst>
              <a:ext uri="{FF2B5EF4-FFF2-40B4-BE49-F238E27FC236}">
                <a16:creationId xmlns:a16="http://schemas.microsoft.com/office/drawing/2014/main" id="{9E0F385C-D9C8-4456-9DBF-31CE8160845B}"/>
              </a:ext>
            </a:extLst>
          </p:cNvPr>
          <p:cNvSpPr txBox="1">
            <a:spLocks/>
          </p:cNvSpPr>
          <p:nvPr/>
        </p:nvSpPr>
        <p:spPr>
          <a:xfrm>
            <a:off x="410399" y="1038074"/>
            <a:ext cx="10991025" cy="2740222"/>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b="1" dirty="0"/>
              <a:t>LSTM</a:t>
            </a:r>
            <a:r>
              <a:rPr lang="zh-CN" altLang="en-US" b="1" dirty="0"/>
              <a:t>（</a:t>
            </a:r>
            <a:r>
              <a:rPr lang="en-US" altLang="zh-CN" b="1" dirty="0"/>
              <a:t>Long short time memory),</a:t>
            </a:r>
            <a:r>
              <a:rPr lang="zh-CN" altLang="en-US" b="1" dirty="0"/>
              <a:t> </a:t>
            </a:r>
            <a:r>
              <a:rPr lang="en-US" altLang="zh-CN" sz="1600" b="1" dirty="0"/>
              <a:t>is</a:t>
            </a:r>
            <a:r>
              <a:rPr lang="zh-CN" altLang="en-US" sz="1600" b="1" dirty="0"/>
              <a:t> </a:t>
            </a:r>
            <a:r>
              <a:rPr lang="en-US" altLang="zh-CN" sz="1600" b="1" dirty="0"/>
              <a:t>a deep learning model which can be applied to time series forecasting.</a:t>
            </a:r>
          </a:p>
          <a:p>
            <a:pPr>
              <a:lnSpc>
                <a:spcPct val="150000"/>
              </a:lnSpc>
            </a:pPr>
            <a:r>
              <a:rPr lang="en-US" altLang="zh-CN" b="1" dirty="0"/>
              <a:t>Advantage</a:t>
            </a:r>
            <a:r>
              <a:rPr lang="en-US" altLang="zh-CN" sz="1600" b="1" dirty="0"/>
              <a:t> is</a:t>
            </a:r>
            <a:r>
              <a:rPr lang="zh-CN" altLang="en-US" sz="1600" b="1" dirty="0"/>
              <a:t> </a:t>
            </a:r>
            <a:r>
              <a:rPr lang="en-US" altLang="zh-CN" sz="1600" b="1" dirty="0"/>
              <a:t>capable of automatically learning features from sequence data.</a:t>
            </a:r>
          </a:p>
        </p:txBody>
      </p:sp>
      <p:pic>
        <p:nvPicPr>
          <p:cNvPr id="6" name="图片 5">
            <a:extLst>
              <a:ext uri="{FF2B5EF4-FFF2-40B4-BE49-F238E27FC236}">
                <a16:creationId xmlns:a16="http://schemas.microsoft.com/office/drawing/2014/main" id="{70C5DD03-1B29-426B-8394-D5A278E0E30F}"/>
              </a:ext>
            </a:extLst>
          </p:cNvPr>
          <p:cNvPicPr>
            <a:picLocks noChangeAspect="1"/>
          </p:cNvPicPr>
          <p:nvPr/>
        </p:nvPicPr>
        <p:blipFill>
          <a:blip r:embed="rId2"/>
          <a:stretch>
            <a:fillRect/>
          </a:stretch>
        </p:blipFill>
        <p:spPr>
          <a:xfrm>
            <a:off x="410398" y="2181758"/>
            <a:ext cx="6534385" cy="1479037"/>
          </a:xfrm>
          <a:prstGeom prst="rect">
            <a:avLst/>
          </a:prstGeom>
        </p:spPr>
      </p:pic>
      <p:pic>
        <p:nvPicPr>
          <p:cNvPr id="13" name="图片 12">
            <a:extLst>
              <a:ext uri="{FF2B5EF4-FFF2-40B4-BE49-F238E27FC236}">
                <a16:creationId xmlns:a16="http://schemas.microsoft.com/office/drawing/2014/main" id="{35546E89-C538-4008-B8E7-03ECD4507E48}"/>
              </a:ext>
            </a:extLst>
          </p:cNvPr>
          <p:cNvPicPr>
            <a:picLocks noChangeAspect="1"/>
          </p:cNvPicPr>
          <p:nvPr/>
        </p:nvPicPr>
        <p:blipFill>
          <a:blip r:embed="rId3"/>
          <a:stretch>
            <a:fillRect/>
          </a:stretch>
        </p:blipFill>
        <p:spPr>
          <a:xfrm>
            <a:off x="410397" y="3867145"/>
            <a:ext cx="6534385" cy="1428761"/>
          </a:xfrm>
          <a:prstGeom prst="rect">
            <a:avLst/>
          </a:prstGeom>
        </p:spPr>
      </p:pic>
      <p:pic>
        <p:nvPicPr>
          <p:cNvPr id="19" name="图片 18">
            <a:extLst>
              <a:ext uri="{FF2B5EF4-FFF2-40B4-BE49-F238E27FC236}">
                <a16:creationId xmlns:a16="http://schemas.microsoft.com/office/drawing/2014/main" id="{B2198152-2AC1-490C-AE7A-6F46167B409B}"/>
              </a:ext>
            </a:extLst>
          </p:cNvPr>
          <p:cNvPicPr>
            <a:picLocks noChangeAspect="1"/>
          </p:cNvPicPr>
          <p:nvPr/>
        </p:nvPicPr>
        <p:blipFill>
          <a:blip r:embed="rId4"/>
          <a:stretch>
            <a:fillRect/>
          </a:stretch>
        </p:blipFill>
        <p:spPr>
          <a:xfrm>
            <a:off x="410397" y="5552635"/>
            <a:ext cx="6534385" cy="429065"/>
          </a:xfrm>
          <a:prstGeom prst="rect">
            <a:avLst/>
          </a:prstGeom>
        </p:spPr>
      </p:pic>
      <p:sp>
        <p:nvSpPr>
          <p:cNvPr id="20" name="副标题 2">
            <a:extLst>
              <a:ext uri="{FF2B5EF4-FFF2-40B4-BE49-F238E27FC236}">
                <a16:creationId xmlns:a16="http://schemas.microsoft.com/office/drawing/2014/main" id="{A08F2A31-4C42-4FD9-9AA5-5EA266717F33}"/>
              </a:ext>
            </a:extLst>
          </p:cNvPr>
          <p:cNvSpPr txBox="1">
            <a:spLocks/>
          </p:cNvSpPr>
          <p:nvPr/>
        </p:nvSpPr>
        <p:spPr>
          <a:xfrm>
            <a:off x="3351674" y="4005525"/>
            <a:ext cx="3458701" cy="518850"/>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1600" dirty="0">
                <a:solidFill>
                  <a:srgbClr val="009999"/>
                </a:solidFill>
              </a:rPr>
              <a:t>From the plot output, seems good</a:t>
            </a:r>
          </a:p>
          <a:p>
            <a:pPr>
              <a:lnSpc>
                <a:spcPct val="150000"/>
              </a:lnSpc>
            </a:pPr>
            <a:endParaRPr lang="en-US" altLang="zh-CN" dirty="0">
              <a:solidFill>
                <a:srgbClr val="009999"/>
              </a:solidFill>
            </a:endParaRPr>
          </a:p>
        </p:txBody>
      </p:sp>
      <p:sp>
        <p:nvSpPr>
          <p:cNvPr id="21" name="副标题 2">
            <a:extLst>
              <a:ext uri="{FF2B5EF4-FFF2-40B4-BE49-F238E27FC236}">
                <a16:creationId xmlns:a16="http://schemas.microsoft.com/office/drawing/2014/main" id="{E26C72B9-4B87-41E8-A30E-2BCD57D5892B}"/>
              </a:ext>
            </a:extLst>
          </p:cNvPr>
          <p:cNvSpPr txBox="1">
            <a:spLocks/>
          </p:cNvSpPr>
          <p:nvPr/>
        </p:nvSpPr>
        <p:spPr>
          <a:xfrm>
            <a:off x="3146322" y="5627400"/>
            <a:ext cx="4030202" cy="518850"/>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1600" dirty="0">
                <a:solidFill>
                  <a:srgbClr val="FF0000"/>
                </a:solidFill>
              </a:rPr>
              <a:t>But predication accuracy, only get 3.66%</a:t>
            </a:r>
          </a:p>
        </p:txBody>
      </p:sp>
      <p:sp>
        <p:nvSpPr>
          <p:cNvPr id="22" name="矩形: 对角圆角 21">
            <a:extLst>
              <a:ext uri="{FF2B5EF4-FFF2-40B4-BE49-F238E27FC236}">
                <a16:creationId xmlns:a16="http://schemas.microsoft.com/office/drawing/2014/main" id="{3320BBF8-1F1E-4137-970A-5A18EF8299C0}"/>
              </a:ext>
            </a:extLst>
          </p:cNvPr>
          <p:cNvSpPr/>
          <p:nvPr/>
        </p:nvSpPr>
        <p:spPr>
          <a:xfrm>
            <a:off x="7404389" y="2858208"/>
            <a:ext cx="4139911" cy="2618667"/>
          </a:xfrm>
          <a:prstGeom prst="round2DiagRect">
            <a:avLst/>
          </a:prstGeom>
          <a:solidFill>
            <a:schemeClr val="accent1">
              <a:alpha val="80000"/>
            </a:schemeClr>
          </a:solidFill>
          <a:ln w="19050">
            <a:solidFill>
              <a:srgbClr val="33CCCC"/>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altLang="zh-CN" sz="1600" dirty="0"/>
              <a:t>The LSTM as a type of RNN in deep learning, can get the features from data automatically to train and predict. But if the data's feature is not so obvious, then LSTM will just scale the shape and make a little delay on the input.</a:t>
            </a:r>
            <a:endParaRPr lang="zh-CN" altLang="en-US" sz="1600" dirty="0"/>
          </a:p>
        </p:txBody>
      </p:sp>
      <p:sp>
        <p:nvSpPr>
          <p:cNvPr id="23" name="Flowchart: Terminator 10">
            <a:extLst>
              <a:ext uri="{FF2B5EF4-FFF2-40B4-BE49-F238E27FC236}">
                <a16:creationId xmlns:a16="http://schemas.microsoft.com/office/drawing/2014/main" id="{65E558B8-61F8-42DA-8068-98AB939E676E}"/>
              </a:ext>
            </a:extLst>
          </p:cNvPr>
          <p:cNvSpPr/>
          <p:nvPr/>
        </p:nvSpPr>
        <p:spPr bwMode="auto">
          <a:xfrm rot="1603592">
            <a:off x="10190173" y="2540422"/>
            <a:ext cx="2042331" cy="669022"/>
          </a:xfrm>
          <a:prstGeom prst="flowChartTerminator">
            <a:avLst/>
          </a:prstGeom>
          <a:solidFill>
            <a:srgbClr val="41AAAA">
              <a:alpha val="65000"/>
            </a:srgbClr>
          </a:solidFill>
          <a:ln w="22225">
            <a:solidFill>
              <a:schemeClr val="accent1">
                <a:lumMod val="60000"/>
                <a:lumOff val="40000"/>
              </a:schemeClr>
            </a:solidFill>
            <a:miter lim="800000"/>
          </a:ln>
          <a:effectLst/>
        </p:spPr>
        <p:txBody>
          <a:bodyPr rot="0" spcFirstLastPara="0" vertOverflow="overflow" horzOverflow="overflow" vert="horz" wrap="square" lIns="108000" tIns="108000" rIns="108000" bIns="108000" numCol="1" spcCol="72000" rtlCol="0" fromWordArt="0" anchor="t" anchorCtr="0" forceAA="0" compatLnSpc="1">
            <a:prstTxWarp prst="textNoShape">
              <a:avLst/>
            </a:prstTxWarp>
            <a:noAutofit/>
          </a:bodyPr>
          <a:lstStyle/>
          <a:p>
            <a:pPr algn="ctr"/>
            <a:r>
              <a:rPr lang="en-US" altLang="zh-CN" sz="1400" dirty="0">
                <a:latin typeface="Arial" panose="020B0604020202020204" pitchFamily="34" charset="0"/>
              </a:rPr>
              <a:t>Effectiveness</a:t>
            </a:r>
            <a:r>
              <a:rPr lang="zh-CN" altLang="en-US" sz="1400" dirty="0">
                <a:latin typeface="Arial" panose="020B0604020202020204" pitchFamily="34" charset="0"/>
              </a:rPr>
              <a:t>：</a:t>
            </a:r>
            <a:r>
              <a:rPr lang="en-US" altLang="zh-CN" sz="1400" b="1" dirty="0">
                <a:latin typeface="Arial" panose="020B0604020202020204" pitchFamily="34" charset="0"/>
              </a:rPr>
              <a:t>Negative</a:t>
            </a:r>
            <a:endParaRPr lang="en-US" altLang="zh-CN" sz="1400" b="1" i="0" dirty="0">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032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2"/>
            </p:custDataLst>
          </p:nvPr>
        </p:nvGraphicFramePr>
        <p:xfrm>
          <a:off x="1588" y="3373"/>
          <a:ext cx="1586" cy="1586"/>
        </p:xfrm>
        <a:graphic>
          <a:graphicData uri="http://schemas.openxmlformats.org/presentationml/2006/ole">
            <mc:AlternateContent xmlns:mc="http://schemas.openxmlformats.org/markup-compatibility/2006">
              <mc:Choice xmlns:v="urn:schemas-microsoft-com:vml" Requires="v">
                <p:oleObj name="think-cell Slide" r:id="rId5" imgW="216" imgH="216" progId="TCLayout.ActiveDocument.1">
                  <p:embed/>
                </p:oleObj>
              </mc:Choice>
              <mc:Fallback>
                <p:oleObj name="think-cell Slide" r:id="rId5" imgW="216" imgH="216" progId="TCLayout.ActiveDocument.1">
                  <p:embed/>
                  <p:pic>
                    <p:nvPicPr>
                      <p:cNvPr id="2" name="Objekt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3373"/>
                        <a:ext cx="1586" cy="15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a:extLst>
              <a:ext uri="{FF2B5EF4-FFF2-40B4-BE49-F238E27FC236}">
                <a16:creationId xmlns:a16="http://schemas.microsoft.com/office/drawing/2014/main" id="{E03871C5-033E-4062-A558-1F283803C6C5}"/>
              </a:ext>
            </a:extLst>
          </p:cNvPr>
          <p:cNvSpPr/>
          <p:nvPr/>
        </p:nvSpPr>
        <p:spPr>
          <a:xfrm>
            <a:off x="1084521" y="-45409"/>
            <a:ext cx="5868729" cy="6924675"/>
          </a:xfrm>
          <a:prstGeom prst="rect">
            <a:avLst/>
          </a:prstGeom>
          <a:solidFill>
            <a:schemeClr val="accent1">
              <a:alpha val="3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zh-CN" altLang="en-US" dirty="0"/>
          </a:p>
        </p:txBody>
      </p:sp>
      <p:sp>
        <p:nvSpPr>
          <p:cNvPr id="11" name="标题 4">
            <a:extLst>
              <a:ext uri="{FF2B5EF4-FFF2-40B4-BE49-F238E27FC236}">
                <a16:creationId xmlns:a16="http://schemas.microsoft.com/office/drawing/2014/main" id="{5FF3DF53-402C-4566-B941-DFBD6EF1E167}"/>
              </a:ext>
            </a:extLst>
          </p:cNvPr>
          <p:cNvSpPr txBox="1">
            <a:spLocks/>
          </p:cNvSpPr>
          <p:nvPr/>
        </p:nvSpPr>
        <p:spPr>
          <a:xfrm>
            <a:off x="1390650" y="255404"/>
            <a:ext cx="3399036"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sz="2800" dirty="0">
                <a:solidFill>
                  <a:schemeClr val="bg2"/>
                </a:solidFill>
              </a:rPr>
              <a:t>Summary</a:t>
            </a:r>
            <a:br>
              <a:rPr lang="en-US" altLang="zh-CN" sz="2400" dirty="0"/>
            </a:br>
            <a:endParaRPr lang="zh-CN" altLang="en-US" sz="2400" dirty="0"/>
          </a:p>
        </p:txBody>
      </p:sp>
      <p:cxnSp>
        <p:nvCxnSpPr>
          <p:cNvPr id="5" name="直接连接符 4">
            <a:extLst>
              <a:ext uri="{FF2B5EF4-FFF2-40B4-BE49-F238E27FC236}">
                <a16:creationId xmlns:a16="http://schemas.microsoft.com/office/drawing/2014/main" id="{218E2AF4-180D-4F39-B70F-B34636DCD082}"/>
              </a:ext>
            </a:extLst>
          </p:cNvPr>
          <p:cNvCxnSpPr/>
          <p:nvPr/>
        </p:nvCxnSpPr>
        <p:spPr>
          <a:xfrm>
            <a:off x="1466185" y="2839999"/>
            <a:ext cx="5105400" cy="0"/>
          </a:xfrm>
          <a:prstGeom prst="line">
            <a:avLst/>
          </a:prstGeom>
          <a:ln w="9525">
            <a:solidFill>
              <a:schemeClr val="bg2"/>
            </a:solidFill>
            <a:headEnd w="lg" len="lg"/>
            <a:tailEnd type="none" w="lg" len="lg"/>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64D38214-7090-4DB4-86FC-C7446E5CC91F}"/>
              </a:ext>
            </a:extLst>
          </p:cNvPr>
          <p:cNvGrpSpPr/>
          <p:nvPr/>
        </p:nvGrpSpPr>
        <p:grpSpPr>
          <a:xfrm>
            <a:off x="1605516" y="1451421"/>
            <a:ext cx="467834" cy="600664"/>
            <a:chOff x="1571625" y="1266622"/>
            <a:chExt cx="312532" cy="465626"/>
          </a:xfrm>
        </p:grpSpPr>
        <p:sp>
          <p:nvSpPr>
            <p:cNvPr id="9" name="Freihandform: Form 4">
              <a:extLst>
                <a:ext uri="{FF2B5EF4-FFF2-40B4-BE49-F238E27FC236}">
                  <a16:creationId xmlns:a16="http://schemas.microsoft.com/office/drawing/2014/main" id="{86C3A613-EA81-4059-8ABA-8888B2FE1832}"/>
                </a:ext>
              </a:extLst>
            </p:cNvPr>
            <p:cNvSpPr/>
            <p:nvPr/>
          </p:nvSpPr>
          <p:spPr bwMode="gray">
            <a:xfrm>
              <a:off x="1657350" y="1424736"/>
              <a:ext cx="207757" cy="307512"/>
            </a:xfrm>
            <a:custGeom>
              <a:avLst/>
              <a:gdLst>
                <a:gd name="connsiteX0" fmla="*/ 908018 w 908113"/>
                <a:gd name="connsiteY0" fmla="*/ 726662 h 1695449"/>
                <a:gd name="connsiteX1" fmla="*/ 908018 w 908113"/>
                <a:gd name="connsiteY1" fmla="*/ 635794 h 1695449"/>
                <a:gd name="connsiteX2" fmla="*/ 817245 w 908113"/>
                <a:gd name="connsiteY2" fmla="*/ 545021 h 1695449"/>
                <a:gd name="connsiteX3" fmla="*/ 726472 w 908113"/>
                <a:gd name="connsiteY3" fmla="*/ 635699 h 1695449"/>
                <a:gd name="connsiteX4" fmla="*/ 726472 w 908113"/>
                <a:gd name="connsiteY4" fmla="*/ 514731 h 1695449"/>
                <a:gd name="connsiteX5" fmla="*/ 635699 w 908113"/>
                <a:gd name="connsiteY5" fmla="*/ 423862 h 1695449"/>
                <a:gd name="connsiteX6" fmla="*/ 544925 w 908113"/>
                <a:gd name="connsiteY6" fmla="*/ 514731 h 1695449"/>
                <a:gd name="connsiteX7" fmla="*/ 544925 w 908113"/>
                <a:gd name="connsiteY7" fmla="*/ 454152 h 1695449"/>
                <a:gd name="connsiteX8" fmla="*/ 454057 w 908113"/>
                <a:gd name="connsiteY8" fmla="*/ 363283 h 1695449"/>
                <a:gd name="connsiteX9" fmla="*/ 363188 w 908113"/>
                <a:gd name="connsiteY9" fmla="*/ 454152 h 1695449"/>
                <a:gd name="connsiteX10" fmla="*/ 363188 w 908113"/>
                <a:gd name="connsiteY10" fmla="*/ 90869 h 1695449"/>
                <a:gd name="connsiteX11" fmla="*/ 272415 w 908113"/>
                <a:gd name="connsiteY11" fmla="*/ 0 h 1695449"/>
                <a:gd name="connsiteX12" fmla="*/ 181547 w 908113"/>
                <a:gd name="connsiteY12" fmla="*/ 90869 h 1695449"/>
                <a:gd name="connsiteX13" fmla="*/ 181547 w 908113"/>
                <a:gd name="connsiteY13" fmla="*/ 756857 h 1695449"/>
                <a:gd name="connsiteX14" fmla="*/ 90773 w 908113"/>
                <a:gd name="connsiteY14" fmla="*/ 666083 h 1695449"/>
                <a:gd name="connsiteX15" fmla="*/ 0 w 908113"/>
                <a:gd name="connsiteY15" fmla="*/ 756952 h 1695449"/>
                <a:gd name="connsiteX16" fmla="*/ 0 w 908113"/>
                <a:gd name="connsiteY16" fmla="*/ 1209389 h 1695449"/>
                <a:gd name="connsiteX17" fmla="*/ 258509 w 908113"/>
                <a:gd name="connsiteY17" fmla="*/ 1574387 h 1695449"/>
                <a:gd name="connsiteX18" fmla="*/ 258509 w 908113"/>
                <a:gd name="connsiteY18" fmla="*/ 1695450 h 1695449"/>
                <a:gd name="connsiteX19" fmla="*/ 798481 w 908113"/>
                <a:gd name="connsiteY19" fmla="*/ 1695450 h 1695449"/>
                <a:gd name="connsiteX20" fmla="*/ 798481 w 908113"/>
                <a:gd name="connsiteY20" fmla="*/ 1450372 h 1695449"/>
                <a:gd name="connsiteX21" fmla="*/ 908114 w 908113"/>
                <a:gd name="connsiteY21" fmla="*/ 1150525 h 1695449"/>
                <a:gd name="connsiteX22" fmla="*/ 908114 w 908113"/>
                <a:gd name="connsiteY22" fmla="*/ 726662 h 1695449"/>
                <a:gd name="connsiteX23" fmla="*/ 908018 w 908113"/>
                <a:gd name="connsiteY23" fmla="*/ 726662 h 169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08113" h="1695449">
                  <a:moveTo>
                    <a:pt x="908018" y="726662"/>
                  </a:moveTo>
                  <a:lnTo>
                    <a:pt x="908018" y="635794"/>
                  </a:lnTo>
                  <a:cubicBezTo>
                    <a:pt x="908018" y="585692"/>
                    <a:pt x="867347" y="545021"/>
                    <a:pt x="817245" y="545021"/>
                  </a:cubicBezTo>
                  <a:cubicBezTo>
                    <a:pt x="767144" y="545021"/>
                    <a:pt x="726567" y="585597"/>
                    <a:pt x="726472" y="635699"/>
                  </a:cubicBezTo>
                  <a:lnTo>
                    <a:pt x="726472" y="514731"/>
                  </a:lnTo>
                  <a:cubicBezTo>
                    <a:pt x="726472" y="464534"/>
                    <a:pt x="685800" y="423862"/>
                    <a:pt x="635699" y="423862"/>
                  </a:cubicBezTo>
                  <a:cubicBezTo>
                    <a:pt x="585502" y="423862"/>
                    <a:pt x="544925" y="464534"/>
                    <a:pt x="544925" y="514731"/>
                  </a:cubicBezTo>
                  <a:lnTo>
                    <a:pt x="544925" y="454152"/>
                  </a:lnTo>
                  <a:cubicBezTo>
                    <a:pt x="544925" y="404051"/>
                    <a:pt x="504254" y="363283"/>
                    <a:pt x="454057" y="363283"/>
                  </a:cubicBezTo>
                  <a:cubicBezTo>
                    <a:pt x="403860" y="363283"/>
                    <a:pt x="363188" y="403955"/>
                    <a:pt x="363188" y="454152"/>
                  </a:cubicBezTo>
                  <a:lnTo>
                    <a:pt x="363188" y="90869"/>
                  </a:lnTo>
                  <a:cubicBezTo>
                    <a:pt x="363188" y="40767"/>
                    <a:pt x="322517" y="0"/>
                    <a:pt x="272415" y="0"/>
                  </a:cubicBezTo>
                  <a:cubicBezTo>
                    <a:pt x="222218" y="0"/>
                    <a:pt x="181547" y="40672"/>
                    <a:pt x="181547" y="90869"/>
                  </a:cubicBezTo>
                  <a:lnTo>
                    <a:pt x="181547" y="756857"/>
                  </a:lnTo>
                  <a:cubicBezTo>
                    <a:pt x="181547" y="706755"/>
                    <a:pt x="140875" y="666083"/>
                    <a:pt x="90773" y="666083"/>
                  </a:cubicBezTo>
                  <a:cubicBezTo>
                    <a:pt x="40577" y="666083"/>
                    <a:pt x="0" y="706755"/>
                    <a:pt x="0" y="756952"/>
                  </a:cubicBezTo>
                  <a:lnTo>
                    <a:pt x="0" y="1209389"/>
                  </a:lnTo>
                  <a:lnTo>
                    <a:pt x="258509" y="1574387"/>
                  </a:lnTo>
                  <a:lnTo>
                    <a:pt x="258509" y="1695450"/>
                  </a:lnTo>
                  <a:lnTo>
                    <a:pt x="798481" y="1695450"/>
                  </a:lnTo>
                  <a:lnTo>
                    <a:pt x="798481" y="1450372"/>
                  </a:lnTo>
                  <a:lnTo>
                    <a:pt x="908114" y="1150525"/>
                  </a:lnTo>
                  <a:lnTo>
                    <a:pt x="908114" y="726662"/>
                  </a:lnTo>
                  <a:lnTo>
                    <a:pt x="908018" y="726662"/>
                  </a:lnTo>
                  <a:close/>
                </a:path>
              </a:pathLst>
            </a:custGeom>
            <a:solidFill>
              <a:schemeClr val="bg2"/>
            </a:solidFill>
            <a:ln w="9525" cap="flat">
              <a:noFill/>
              <a:prstDash val="solid"/>
              <a:miter/>
            </a:ln>
          </p:spPr>
          <p:txBody>
            <a:bodyPr rtlCol="0" anchor="ctr"/>
            <a:lstStyle/>
            <a:p>
              <a:endParaRPr lang="en-US"/>
            </a:p>
          </p:txBody>
        </p:sp>
        <p:sp>
          <p:nvSpPr>
            <p:cNvPr id="10" name="Freihandform: Form 6">
              <a:extLst>
                <a:ext uri="{FF2B5EF4-FFF2-40B4-BE49-F238E27FC236}">
                  <a16:creationId xmlns:a16="http://schemas.microsoft.com/office/drawing/2014/main" id="{2A4288CF-4A33-42F2-BA31-D61B14817728}"/>
                </a:ext>
              </a:extLst>
            </p:cNvPr>
            <p:cNvSpPr/>
            <p:nvPr/>
          </p:nvSpPr>
          <p:spPr bwMode="gray">
            <a:xfrm>
              <a:off x="1571625" y="1266622"/>
              <a:ext cx="312532" cy="186689"/>
            </a:xfrm>
            <a:custGeom>
              <a:avLst/>
              <a:gdLst>
                <a:gd name="connsiteX0" fmla="*/ 162020 w 863917"/>
                <a:gd name="connsiteY0" fmla="*/ 431959 h 665130"/>
                <a:gd name="connsiteX1" fmla="*/ 432054 w 863917"/>
                <a:gd name="connsiteY1" fmla="*/ 161925 h 665130"/>
                <a:gd name="connsiteX2" fmla="*/ 701993 w 863917"/>
                <a:gd name="connsiteY2" fmla="*/ 431959 h 665130"/>
                <a:gd name="connsiteX3" fmla="*/ 659225 w 863917"/>
                <a:gd name="connsiteY3" fmla="*/ 577691 h 665130"/>
                <a:gd name="connsiteX4" fmla="*/ 795623 w 863917"/>
                <a:gd name="connsiteY4" fmla="*/ 665131 h 665130"/>
                <a:gd name="connsiteX5" fmla="*/ 863918 w 863917"/>
                <a:gd name="connsiteY5" fmla="*/ 431959 h 665130"/>
                <a:gd name="connsiteX6" fmla="*/ 431959 w 863917"/>
                <a:gd name="connsiteY6" fmla="*/ 0 h 665130"/>
                <a:gd name="connsiteX7" fmla="*/ 0 w 863917"/>
                <a:gd name="connsiteY7" fmla="*/ 431959 h 665130"/>
                <a:gd name="connsiteX8" fmla="*/ 64675 w 863917"/>
                <a:gd name="connsiteY8" fmla="*/ 659321 h 665130"/>
                <a:gd name="connsiteX9" fmla="*/ 202406 w 863917"/>
                <a:gd name="connsiteY9" fmla="*/ 574072 h 665130"/>
                <a:gd name="connsiteX10" fmla="*/ 162020 w 863917"/>
                <a:gd name="connsiteY10" fmla="*/ 431959 h 66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917" h="665130">
                  <a:moveTo>
                    <a:pt x="162020" y="431959"/>
                  </a:moveTo>
                  <a:cubicBezTo>
                    <a:pt x="162020" y="282797"/>
                    <a:pt x="282893" y="161925"/>
                    <a:pt x="432054" y="161925"/>
                  </a:cubicBezTo>
                  <a:cubicBezTo>
                    <a:pt x="581216" y="161925"/>
                    <a:pt x="701993" y="282893"/>
                    <a:pt x="701993" y="431959"/>
                  </a:cubicBezTo>
                  <a:cubicBezTo>
                    <a:pt x="701993" y="485680"/>
                    <a:pt x="686276" y="535591"/>
                    <a:pt x="659225" y="577691"/>
                  </a:cubicBezTo>
                  <a:lnTo>
                    <a:pt x="795623" y="665131"/>
                  </a:lnTo>
                  <a:cubicBezTo>
                    <a:pt x="840200" y="595598"/>
                    <a:pt x="863918" y="514636"/>
                    <a:pt x="863918" y="431959"/>
                  </a:cubicBezTo>
                  <a:cubicBezTo>
                    <a:pt x="864013" y="194977"/>
                    <a:pt x="668941" y="0"/>
                    <a:pt x="431959" y="0"/>
                  </a:cubicBezTo>
                  <a:cubicBezTo>
                    <a:pt x="194977" y="0"/>
                    <a:pt x="0" y="194977"/>
                    <a:pt x="0" y="431959"/>
                  </a:cubicBezTo>
                  <a:cubicBezTo>
                    <a:pt x="0" y="512255"/>
                    <a:pt x="22384" y="591026"/>
                    <a:pt x="64675" y="659321"/>
                  </a:cubicBezTo>
                  <a:lnTo>
                    <a:pt x="202406" y="574072"/>
                  </a:lnTo>
                  <a:cubicBezTo>
                    <a:pt x="176784" y="532829"/>
                    <a:pt x="162020" y="484156"/>
                    <a:pt x="162020" y="431959"/>
                  </a:cubicBezTo>
                  <a:close/>
                </a:path>
              </a:pathLst>
            </a:custGeom>
            <a:solidFill>
              <a:srgbClr val="92D050"/>
            </a:solidFill>
            <a:ln w="9525" cap="flat">
              <a:solidFill>
                <a:srgbClr val="00BEDC"/>
              </a:solidFill>
              <a:prstDash val="solid"/>
              <a:miter/>
            </a:ln>
          </p:spPr>
          <p:txBody>
            <a:bodyPr rtlCol="0" anchor="ctr"/>
            <a:lstStyle/>
            <a:p>
              <a:endParaRPr lang="en-US"/>
            </a:p>
          </p:txBody>
        </p:sp>
      </p:grpSp>
      <p:cxnSp>
        <p:nvCxnSpPr>
          <p:cNvPr id="12" name="直接连接符 11">
            <a:extLst>
              <a:ext uri="{FF2B5EF4-FFF2-40B4-BE49-F238E27FC236}">
                <a16:creationId xmlns:a16="http://schemas.microsoft.com/office/drawing/2014/main" id="{4F923EB6-C603-41A9-A1A3-59150DECF4E8}"/>
              </a:ext>
            </a:extLst>
          </p:cNvPr>
          <p:cNvCxnSpPr/>
          <p:nvPr/>
        </p:nvCxnSpPr>
        <p:spPr>
          <a:xfrm>
            <a:off x="1390650" y="4884994"/>
            <a:ext cx="5105400" cy="0"/>
          </a:xfrm>
          <a:prstGeom prst="line">
            <a:avLst/>
          </a:prstGeom>
          <a:ln w="9525">
            <a:solidFill>
              <a:schemeClr val="bg2"/>
            </a:solidFill>
            <a:headEnd w="lg" len="lg"/>
            <a:tailEnd type="none" w="lg" len="lg"/>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3" name="副标题 2">
            <a:extLst>
              <a:ext uri="{FF2B5EF4-FFF2-40B4-BE49-F238E27FC236}">
                <a16:creationId xmlns:a16="http://schemas.microsoft.com/office/drawing/2014/main" id="{2DDA725E-5A2D-4EE7-88D9-EF5451DEF57A}"/>
              </a:ext>
            </a:extLst>
          </p:cNvPr>
          <p:cNvSpPr txBox="1">
            <a:spLocks/>
          </p:cNvSpPr>
          <p:nvPr/>
        </p:nvSpPr>
        <p:spPr>
          <a:xfrm>
            <a:off x="2373455" y="1146940"/>
            <a:ext cx="4186800" cy="575999"/>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400" b="1" dirty="0">
                <a:solidFill>
                  <a:schemeClr val="bg2"/>
                </a:solidFill>
              </a:rPr>
              <a:t>Feasibility</a:t>
            </a:r>
          </a:p>
        </p:txBody>
      </p:sp>
      <p:grpSp>
        <p:nvGrpSpPr>
          <p:cNvPr id="21" name="组合 20">
            <a:extLst>
              <a:ext uri="{FF2B5EF4-FFF2-40B4-BE49-F238E27FC236}">
                <a16:creationId xmlns:a16="http://schemas.microsoft.com/office/drawing/2014/main" id="{0FDD016B-DC90-4E9E-941B-67625C2A2911}"/>
              </a:ext>
            </a:extLst>
          </p:cNvPr>
          <p:cNvGrpSpPr/>
          <p:nvPr/>
        </p:nvGrpSpPr>
        <p:grpSpPr>
          <a:xfrm>
            <a:off x="1605515" y="3407734"/>
            <a:ext cx="646957" cy="542906"/>
            <a:chOff x="1605515" y="3429000"/>
            <a:chExt cx="646957" cy="542906"/>
          </a:xfrm>
        </p:grpSpPr>
        <p:sp>
          <p:nvSpPr>
            <p:cNvPr id="15" name="Freeform 10">
              <a:extLst>
                <a:ext uri="{FF2B5EF4-FFF2-40B4-BE49-F238E27FC236}">
                  <a16:creationId xmlns:a16="http://schemas.microsoft.com/office/drawing/2014/main" id="{616F5185-25F2-4904-B0ED-D57BBCB7BAA0}"/>
                </a:ext>
              </a:extLst>
            </p:cNvPr>
            <p:cNvSpPr>
              <a:spLocks/>
            </p:cNvSpPr>
            <p:nvPr/>
          </p:nvSpPr>
          <p:spPr bwMode="gray">
            <a:xfrm>
              <a:off x="1770582" y="3429000"/>
              <a:ext cx="334572" cy="542906"/>
            </a:xfrm>
            <a:custGeom>
              <a:avLst/>
              <a:gdLst>
                <a:gd name="T0" fmla="*/ 378 w 754"/>
                <a:gd name="T1" fmla="*/ 0 h 1458"/>
                <a:gd name="T2" fmla="*/ 754 w 754"/>
                <a:gd name="T3" fmla="*/ 374 h 1458"/>
                <a:gd name="T4" fmla="*/ 680 w 754"/>
                <a:gd name="T5" fmla="*/ 450 h 1458"/>
                <a:gd name="T6" fmla="*/ 661 w 754"/>
                <a:gd name="T7" fmla="*/ 467 h 1458"/>
                <a:gd name="T8" fmla="*/ 452 w 754"/>
                <a:gd name="T9" fmla="*/ 300 h 1458"/>
                <a:gd name="T10" fmla="*/ 436 w 754"/>
                <a:gd name="T11" fmla="*/ 1458 h 1458"/>
                <a:gd name="T12" fmla="*/ 321 w 754"/>
                <a:gd name="T13" fmla="*/ 1458 h 1458"/>
                <a:gd name="T14" fmla="*/ 304 w 754"/>
                <a:gd name="T15" fmla="*/ 300 h 1458"/>
                <a:gd name="T16" fmla="*/ 93 w 754"/>
                <a:gd name="T17" fmla="*/ 469 h 1458"/>
                <a:gd name="T18" fmla="*/ 0 w 754"/>
                <a:gd name="T19" fmla="*/ 376 h 1458"/>
                <a:gd name="T20" fmla="*/ 378 w 754"/>
                <a:gd name="T21" fmla="*/ 0 h 1458"/>
                <a:gd name="T22" fmla="*/ 378 w 754"/>
                <a:gd name="T23" fmla="*/ 0 h 1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4" h="1458">
                  <a:moveTo>
                    <a:pt x="378" y="0"/>
                  </a:moveTo>
                  <a:lnTo>
                    <a:pt x="754" y="374"/>
                  </a:lnTo>
                  <a:lnTo>
                    <a:pt x="680" y="450"/>
                  </a:lnTo>
                  <a:lnTo>
                    <a:pt x="661" y="467"/>
                  </a:lnTo>
                  <a:lnTo>
                    <a:pt x="452" y="300"/>
                  </a:lnTo>
                  <a:lnTo>
                    <a:pt x="436" y="1458"/>
                  </a:lnTo>
                  <a:lnTo>
                    <a:pt x="321" y="1458"/>
                  </a:lnTo>
                  <a:lnTo>
                    <a:pt x="304" y="300"/>
                  </a:lnTo>
                  <a:lnTo>
                    <a:pt x="93" y="469"/>
                  </a:lnTo>
                  <a:lnTo>
                    <a:pt x="0" y="376"/>
                  </a:lnTo>
                  <a:lnTo>
                    <a:pt x="378" y="0"/>
                  </a:lnTo>
                  <a:lnTo>
                    <a:pt x="378" y="0"/>
                  </a:lnTo>
                  <a:close/>
                </a:path>
              </a:pathLst>
            </a:custGeom>
            <a:solidFill>
              <a:srgbClr val="FFB900"/>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4">
              <a:extLst>
                <a:ext uri="{FF2B5EF4-FFF2-40B4-BE49-F238E27FC236}">
                  <a16:creationId xmlns:a16="http://schemas.microsoft.com/office/drawing/2014/main" id="{A7DDF5EC-EB07-4091-8ABA-C7974C94EFE7}"/>
                </a:ext>
              </a:extLst>
            </p:cNvPr>
            <p:cNvSpPr>
              <a:spLocks/>
            </p:cNvSpPr>
            <p:nvPr/>
          </p:nvSpPr>
          <p:spPr bwMode="gray">
            <a:xfrm>
              <a:off x="2003984" y="3655025"/>
              <a:ext cx="248488" cy="238313"/>
            </a:xfrm>
            <a:custGeom>
              <a:avLst/>
              <a:gdLst>
                <a:gd name="T0" fmla="*/ 105 w 560"/>
                <a:gd name="T1" fmla="*/ 0 h 640"/>
                <a:gd name="T2" fmla="*/ 560 w 560"/>
                <a:gd name="T3" fmla="*/ 0 h 640"/>
                <a:gd name="T4" fmla="*/ 560 w 560"/>
                <a:gd name="T5" fmla="*/ 460 h 640"/>
                <a:gd name="T6" fmla="*/ 445 w 560"/>
                <a:gd name="T7" fmla="*/ 460 h 640"/>
                <a:gd name="T8" fmla="*/ 424 w 560"/>
                <a:gd name="T9" fmla="*/ 230 h 640"/>
                <a:gd name="T10" fmla="*/ 0 w 560"/>
                <a:gd name="T11" fmla="*/ 640 h 640"/>
                <a:gd name="T12" fmla="*/ 0 w 560"/>
                <a:gd name="T13" fmla="*/ 481 h 640"/>
                <a:gd name="T14" fmla="*/ 331 w 560"/>
                <a:gd name="T15" fmla="*/ 139 h 640"/>
                <a:gd name="T16" fmla="*/ 105 w 560"/>
                <a:gd name="T17" fmla="*/ 115 h 640"/>
                <a:gd name="T18" fmla="*/ 105 w 560"/>
                <a:gd name="T19" fmla="*/ 91 h 640"/>
                <a:gd name="T20" fmla="*/ 105 w 560"/>
                <a:gd name="T21" fmla="*/ 0 h 640"/>
                <a:gd name="T22" fmla="*/ 105 w 560"/>
                <a:gd name="T23" fmla="*/ 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0" h="640">
                  <a:moveTo>
                    <a:pt x="105" y="0"/>
                  </a:moveTo>
                  <a:lnTo>
                    <a:pt x="560" y="0"/>
                  </a:lnTo>
                  <a:lnTo>
                    <a:pt x="560" y="460"/>
                  </a:lnTo>
                  <a:lnTo>
                    <a:pt x="445" y="460"/>
                  </a:lnTo>
                  <a:lnTo>
                    <a:pt x="424" y="230"/>
                  </a:lnTo>
                  <a:lnTo>
                    <a:pt x="0" y="640"/>
                  </a:lnTo>
                  <a:lnTo>
                    <a:pt x="0" y="481"/>
                  </a:lnTo>
                  <a:lnTo>
                    <a:pt x="331" y="139"/>
                  </a:lnTo>
                  <a:lnTo>
                    <a:pt x="105" y="115"/>
                  </a:lnTo>
                  <a:lnTo>
                    <a:pt x="105" y="91"/>
                  </a:lnTo>
                  <a:lnTo>
                    <a:pt x="105" y="0"/>
                  </a:lnTo>
                  <a:lnTo>
                    <a:pt x="105"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5">
              <a:extLst>
                <a:ext uri="{FF2B5EF4-FFF2-40B4-BE49-F238E27FC236}">
                  <a16:creationId xmlns:a16="http://schemas.microsoft.com/office/drawing/2014/main" id="{5170F834-F4B1-41FC-B023-852590FADC58}"/>
                </a:ext>
              </a:extLst>
            </p:cNvPr>
            <p:cNvSpPr>
              <a:spLocks/>
            </p:cNvSpPr>
            <p:nvPr/>
          </p:nvSpPr>
          <p:spPr bwMode="gray">
            <a:xfrm>
              <a:off x="1605515" y="3655025"/>
              <a:ext cx="248045" cy="238313"/>
            </a:xfrm>
            <a:custGeom>
              <a:avLst/>
              <a:gdLst>
                <a:gd name="T0" fmla="*/ 0 w 559"/>
                <a:gd name="T1" fmla="*/ 0 h 640"/>
                <a:gd name="T2" fmla="*/ 455 w 559"/>
                <a:gd name="T3" fmla="*/ 0 h 640"/>
                <a:gd name="T4" fmla="*/ 455 w 559"/>
                <a:gd name="T5" fmla="*/ 91 h 640"/>
                <a:gd name="T6" fmla="*/ 455 w 559"/>
                <a:gd name="T7" fmla="*/ 115 h 640"/>
                <a:gd name="T8" fmla="*/ 228 w 559"/>
                <a:gd name="T9" fmla="*/ 139 h 640"/>
                <a:gd name="T10" fmla="*/ 559 w 559"/>
                <a:gd name="T11" fmla="*/ 481 h 640"/>
                <a:gd name="T12" fmla="*/ 559 w 559"/>
                <a:gd name="T13" fmla="*/ 640 h 640"/>
                <a:gd name="T14" fmla="*/ 135 w 559"/>
                <a:gd name="T15" fmla="*/ 230 h 640"/>
                <a:gd name="T16" fmla="*/ 114 w 559"/>
                <a:gd name="T17" fmla="*/ 460 h 640"/>
                <a:gd name="T18" fmla="*/ 0 w 559"/>
                <a:gd name="T19" fmla="*/ 460 h 640"/>
                <a:gd name="T20" fmla="*/ 0 w 559"/>
                <a:gd name="T21" fmla="*/ 0 h 640"/>
                <a:gd name="T22" fmla="*/ 0 w 559"/>
                <a:gd name="T23" fmla="*/ 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59" h="640">
                  <a:moveTo>
                    <a:pt x="0" y="0"/>
                  </a:moveTo>
                  <a:lnTo>
                    <a:pt x="455" y="0"/>
                  </a:lnTo>
                  <a:lnTo>
                    <a:pt x="455" y="91"/>
                  </a:lnTo>
                  <a:lnTo>
                    <a:pt x="455" y="115"/>
                  </a:lnTo>
                  <a:lnTo>
                    <a:pt x="228" y="139"/>
                  </a:lnTo>
                  <a:lnTo>
                    <a:pt x="559" y="481"/>
                  </a:lnTo>
                  <a:lnTo>
                    <a:pt x="559" y="640"/>
                  </a:lnTo>
                  <a:lnTo>
                    <a:pt x="135" y="230"/>
                  </a:lnTo>
                  <a:lnTo>
                    <a:pt x="114" y="460"/>
                  </a:lnTo>
                  <a:lnTo>
                    <a:pt x="0" y="460"/>
                  </a:lnTo>
                  <a:lnTo>
                    <a:pt x="0" y="0"/>
                  </a:lnTo>
                  <a:lnTo>
                    <a:pt x="0"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2" name="组合 21">
            <a:extLst>
              <a:ext uri="{FF2B5EF4-FFF2-40B4-BE49-F238E27FC236}">
                <a16:creationId xmlns:a16="http://schemas.microsoft.com/office/drawing/2014/main" id="{7C1CF6DB-B224-42C7-95ED-7EB9D9E500AB}"/>
              </a:ext>
            </a:extLst>
          </p:cNvPr>
          <p:cNvGrpSpPr/>
          <p:nvPr/>
        </p:nvGrpSpPr>
        <p:grpSpPr>
          <a:xfrm>
            <a:off x="1573616" y="5477139"/>
            <a:ext cx="772205" cy="669154"/>
            <a:chOff x="1573616" y="5477139"/>
            <a:chExt cx="772205" cy="669154"/>
          </a:xfrm>
        </p:grpSpPr>
        <p:sp>
          <p:nvSpPr>
            <p:cNvPr id="19" name="Freihandform: Form 28">
              <a:extLst>
                <a:ext uri="{FF2B5EF4-FFF2-40B4-BE49-F238E27FC236}">
                  <a16:creationId xmlns:a16="http://schemas.microsoft.com/office/drawing/2014/main" id="{2E87C5E5-2F6F-439B-B6F8-B7BDEA022422}"/>
                </a:ext>
              </a:extLst>
            </p:cNvPr>
            <p:cNvSpPr>
              <a:spLocks/>
            </p:cNvSpPr>
            <p:nvPr/>
          </p:nvSpPr>
          <p:spPr bwMode="gray">
            <a:xfrm>
              <a:off x="1573616" y="5477139"/>
              <a:ext cx="772205" cy="669154"/>
            </a:xfrm>
            <a:custGeom>
              <a:avLst/>
              <a:gdLst>
                <a:gd name="connsiteX0" fmla="*/ 1501793 w 1721595"/>
                <a:gd name="connsiteY0" fmla="*/ 0 h 1245420"/>
                <a:gd name="connsiteX1" fmla="*/ 219738 w 1721595"/>
                <a:gd name="connsiteY1" fmla="*/ 0 h 1245420"/>
                <a:gd name="connsiteX2" fmla="*/ 183169 w 1721595"/>
                <a:gd name="connsiteY2" fmla="*/ 36634 h 1245420"/>
                <a:gd name="connsiteX3" fmla="*/ 183169 w 1721595"/>
                <a:gd name="connsiteY3" fmla="*/ 842449 h 1245420"/>
                <a:gd name="connsiteX4" fmla="*/ 219738 w 1721595"/>
                <a:gd name="connsiteY4" fmla="*/ 879082 h 1245420"/>
                <a:gd name="connsiteX5" fmla="*/ 1501793 w 1721595"/>
                <a:gd name="connsiteY5" fmla="*/ 879082 h 1245420"/>
                <a:gd name="connsiteX6" fmla="*/ 1538427 w 1721595"/>
                <a:gd name="connsiteY6" fmla="*/ 842449 h 1245420"/>
                <a:gd name="connsiteX7" fmla="*/ 1538427 w 1721595"/>
                <a:gd name="connsiteY7" fmla="*/ 36634 h 1245420"/>
                <a:gd name="connsiteX8" fmla="*/ 1501793 w 1721595"/>
                <a:gd name="connsiteY8" fmla="*/ 0 h 1245420"/>
                <a:gd name="connsiteX9" fmla="*/ 1465159 w 1721595"/>
                <a:gd name="connsiteY9" fmla="*/ 805815 h 1245420"/>
                <a:gd name="connsiteX10" fmla="*/ 256372 w 1721595"/>
                <a:gd name="connsiteY10" fmla="*/ 805815 h 1245420"/>
                <a:gd name="connsiteX11" fmla="*/ 256372 w 1721595"/>
                <a:gd name="connsiteY11" fmla="*/ 73268 h 1245420"/>
                <a:gd name="connsiteX12" fmla="*/ 1465159 w 1721595"/>
                <a:gd name="connsiteY12" fmla="*/ 73268 h 1245420"/>
                <a:gd name="connsiteX13" fmla="*/ 1465159 w 1721595"/>
                <a:gd name="connsiteY13" fmla="*/ 805815 h 1245420"/>
                <a:gd name="connsiteX14" fmla="*/ 1538427 w 1721595"/>
                <a:gd name="connsiteY14" fmla="*/ 952350 h 1245420"/>
                <a:gd name="connsiteX15" fmla="*/ 183169 w 1721595"/>
                <a:gd name="connsiteY15" fmla="*/ 952350 h 1245420"/>
                <a:gd name="connsiteX16" fmla="*/ 0 w 1721595"/>
                <a:gd name="connsiteY16" fmla="*/ 1135519 h 1245420"/>
                <a:gd name="connsiteX17" fmla="*/ 0 w 1721595"/>
                <a:gd name="connsiteY17" fmla="*/ 1172153 h 1245420"/>
                <a:gd name="connsiteX18" fmla="*/ 73268 w 1721595"/>
                <a:gd name="connsiteY18" fmla="*/ 1245421 h 1245420"/>
                <a:gd name="connsiteX19" fmla="*/ 1648328 w 1721595"/>
                <a:gd name="connsiteY19" fmla="*/ 1245421 h 1245420"/>
                <a:gd name="connsiteX20" fmla="*/ 1721596 w 1721595"/>
                <a:gd name="connsiteY20" fmla="*/ 1172153 h 1245420"/>
                <a:gd name="connsiteX21" fmla="*/ 1721596 w 1721595"/>
                <a:gd name="connsiteY21" fmla="*/ 1135519 h 1245420"/>
                <a:gd name="connsiteX22" fmla="*/ 1538427 w 1721595"/>
                <a:gd name="connsiteY22" fmla="*/ 952350 h 124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1595" h="1245420">
                  <a:moveTo>
                    <a:pt x="1501793" y="0"/>
                  </a:moveTo>
                  <a:lnTo>
                    <a:pt x="219738" y="0"/>
                  </a:lnTo>
                  <a:cubicBezTo>
                    <a:pt x="199515" y="0"/>
                    <a:pt x="183169" y="16411"/>
                    <a:pt x="183169" y="36634"/>
                  </a:cubicBezTo>
                  <a:lnTo>
                    <a:pt x="183169" y="842449"/>
                  </a:lnTo>
                  <a:cubicBezTo>
                    <a:pt x="183169" y="862672"/>
                    <a:pt x="199515" y="879082"/>
                    <a:pt x="219738" y="879082"/>
                  </a:cubicBezTo>
                  <a:lnTo>
                    <a:pt x="1501793" y="879082"/>
                  </a:lnTo>
                  <a:cubicBezTo>
                    <a:pt x="1522016" y="879082"/>
                    <a:pt x="1538427" y="862672"/>
                    <a:pt x="1538427" y="842449"/>
                  </a:cubicBezTo>
                  <a:lnTo>
                    <a:pt x="1538427" y="36634"/>
                  </a:lnTo>
                  <a:cubicBezTo>
                    <a:pt x="1538427" y="16411"/>
                    <a:pt x="1522016" y="0"/>
                    <a:pt x="1501793" y="0"/>
                  </a:cubicBezTo>
                  <a:close/>
                  <a:moveTo>
                    <a:pt x="1465159" y="805815"/>
                  </a:moveTo>
                  <a:lnTo>
                    <a:pt x="256372" y="805815"/>
                  </a:lnTo>
                  <a:lnTo>
                    <a:pt x="256372" y="73268"/>
                  </a:lnTo>
                  <a:lnTo>
                    <a:pt x="1465159" y="73268"/>
                  </a:lnTo>
                  <a:lnTo>
                    <a:pt x="1465159" y="805815"/>
                  </a:lnTo>
                  <a:close/>
                  <a:moveTo>
                    <a:pt x="1538427" y="952350"/>
                  </a:moveTo>
                  <a:lnTo>
                    <a:pt x="183169" y="952350"/>
                  </a:lnTo>
                  <a:lnTo>
                    <a:pt x="0" y="1135519"/>
                  </a:lnTo>
                  <a:lnTo>
                    <a:pt x="0" y="1172153"/>
                  </a:lnTo>
                  <a:cubicBezTo>
                    <a:pt x="0" y="1212599"/>
                    <a:pt x="32822" y="1245421"/>
                    <a:pt x="73268" y="1245421"/>
                  </a:cubicBezTo>
                  <a:lnTo>
                    <a:pt x="1648328" y="1245421"/>
                  </a:lnTo>
                  <a:cubicBezTo>
                    <a:pt x="1688774" y="1245421"/>
                    <a:pt x="1721596" y="1212599"/>
                    <a:pt x="1721596" y="1172153"/>
                  </a:cubicBezTo>
                  <a:lnTo>
                    <a:pt x="1721596" y="1135519"/>
                  </a:lnTo>
                  <a:lnTo>
                    <a:pt x="1538427" y="952350"/>
                  </a:lnTo>
                  <a:close/>
                </a:path>
              </a:pathLst>
            </a:custGeom>
            <a:solidFill>
              <a:schemeClr val="bg1"/>
            </a:solidFill>
            <a:ln w="6458" cap="flat">
              <a:noFill/>
              <a:prstDash val="solid"/>
              <a:miter/>
            </a:ln>
          </p:spPr>
          <p:txBody>
            <a:bodyPr rtlCol="0" anchor="ctr"/>
            <a:lstStyle/>
            <a:p>
              <a:endParaRPr lang="en-US"/>
            </a:p>
          </p:txBody>
        </p:sp>
        <p:sp>
          <p:nvSpPr>
            <p:cNvPr id="20" name="Freihandform: Form 29">
              <a:extLst>
                <a:ext uri="{FF2B5EF4-FFF2-40B4-BE49-F238E27FC236}">
                  <a16:creationId xmlns:a16="http://schemas.microsoft.com/office/drawing/2014/main" id="{62EA40C2-2515-4AFF-AE72-DE07A7D72270}"/>
                </a:ext>
              </a:extLst>
            </p:cNvPr>
            <p:cNvSpPr/>
            <p:nvPr/>
          </p:nvSpPr>
          <p:spPr bwMode="gray">
            <a:xfrm>
              <a:off x="1802853" y="5572493"/>
              <a:ext cx="287476" cy="292319"/>
            </a:xfrm>
            <a:custGeom>
              <a:avLst/>
              <a:gdLst>
                <a:gd name="connsiteX0" fmla="*/ 444862 w 832223"/>
                <a:gd name="connsiteY0" fmla="*/ 284210 h 832223"/>
                <a:gd name="connsiteX1" fmla="*/ 588650 w 832223"/>
                <a:gd name="connsiteY1" fmla="*/ 284210 h 832223"/>
                <a:gd name="connsiteX2" fmla="*/ 588650 w 832223"/>
                <a:gd name="connsiteY2" fmla="*/ 427962 h 832223"/>
                <a:gd name="connsiteX3" fmla="*/ 554959 w 832223"/>
                <a:gd name="connsiteY3" fmla="*/ 427962 h 832223"/>
                <a:gd name="connsiteX4" fmla="*/ 550626 w 832223"/>
                <a:gd name="connsiteY4" fmla="*/ 362871 h 832223"/>
                <a:gd name="connsiteX5" fmla="*/ 426280 w 832223"/>
                <a:gd name="connsiteY5" fmla="*/ 497314 h 832223"/>
                <a:gd name="connsiteX6" fmla="*/ 345077 w 832223"/>
                <a:gd name="connsiteY6" fmla="*/ 426279 h 832223"/>
                <a:gd name="connsiteX7" fmla="*/ 263874 w 832223"/>
                <a:gd name="connsiteY7" fmla="*/ 507482 h 832223"/>
                <a:gd name="connsiteX8" fmla="*/ 223308 w 832223"/>
                <a:gd name="connsiteY8" fmla="*/ 466881 h 832223"/>
                <a:gd name="connsiteX9" fmla="*/ 303007 w 832223"/>
                <a:gd name="connsiteY9" fmla="*/ 386680 h 832223"/>
                <a:gd name="connsiteX10" fmla="*/ 345077 w 832223"/>
                <a:gd name="connsiteY10" fmla="*/ 345076 h 832223"/>
                <a:gd name="connsiteX11" fmla="*/ 426280 w 832223"/>
                <a:gd name="connsiteY11" fmla="*/ 416147 h 832223"/>
                <a:gd name="connsiteX12" fmla="*/ 509989 w 832223"/>
                <a:gd name="connsiteY12" fmla="*/ 322198 h 832223"/>
                <a:gd name="connsiteX13" fmla="*/ 444898 w 832223"/>
                <a:gd name="connsiteY13" fmla="*/ 317865 h 832223"/>
                <a:gd name="connsiteX14" fmla="*/ 416112 w 832223"/>
                <a:gd name="connsiteY14" fmla="*/ 162370 h 832223"/>
                <a:gd name="connsiteX15" fmla="*/ 162370 w 832223"/>
                <a:gd name="connsiteY15" fmla="*/ 416112 h 832223"/>
                <a:gd name="connsiteX16" fmla="*/ 416112 w 832223"/>
                <a:gd name="connsiteY16" fmla="*/ 669853 h 832223"/>
                <a:gd name="connsiteX17" fmla="*/ 669853 w 832223"/>
                <a:gd name="connsiteY17" fmla="*/ 416112 h 832223"/>
                <a:gd name="connsiteX18" fmla="*/ 416112 w 832223"/>
                <a:gd name="connsiteY18" fmla="*/ 162370 h 832223"/>
                <a:gd name="connsiteX19" fmla="*/ 343860 w 832223"/>
                <a:gd name="connsiteY19" fmla="*/ 0 h 832223"/>
                <a:gd name="connsiteX20" fmla="*/ 488364 w 832223"/>
                <a:gd name="connsiteY20" fmla="*/ 0 h 832223"/>
                <a:gd name="connsiteX21" fmla="*/ 496455 w 832223"/>
                <a:gd name="connsiteY21" fmla="*/ 105263 h 832223"/>
                <a:gd name="connsiteX22" fmla="*/ 579807 w 832223"/>
                <a:gd name="connsiteY22" fmla="*/ 139993 h 832223"/>
                <a:gd name="connsiteX23" fmla="*/ 660186 w 832223"/>
                <a:gd name="connsiteY23" fmla="*/ 71106 h 832223"/>
                <a:gd name="connsiteX24" fmla="*/ 762370 w 832223"/>
                <a:gd name="connsiteY24" fmla="*/ 173290 h 832223"/>
                <a:gd name="connsiteX25" fmla="*/ 693161 w 832223"/>
                <a:gd name="connsiteY25" fmla="*/ 254028 h 832223"/>
                <a:gd name="connsiteX26" fmla="*/ 727282 w 832223"/>
                <a:gd name="connsiteY26" fmla="*/ 336985 h 832223"/>
                <a:gd name="connsiteX27" fmla="*/ 832223 w 832223"/>
                <a:gd name="connsiteY27" fmla="*/ 345077 h 832223"/>
                <a:gd name="connsiteX28" fmla="*/ 832223 w 832223"/>
                <a:gd name="connsiteY28" fmla="*/ 489581 h 832223"/>
                <a:gd name="connsiteX29" fmla="*/ 726602 w 832223"/>
                <a:gd name="connsiteY29" fmla="*/ 497637 h 832223"/>
                <a:gd name="connsiteX30" fmla="*/ 692338 w 832223"/>
                <a:gd name="connsiteY30" fmla="*/ 579556 h 832223"/>
                <a:gd name="connsiteX31" fmla="*/ 762442 w 832223"/>
                <a:gd name="connsiteY31" fmla="*/ 661367 h 832223"/>
                <a:gd name="connsiteX32" fmla="*/ 660258 w 832223"/>
                <a:gd name="connsiteY32" fmla="*/ 763551 h 832223"/>
                <a:gd name="connsiteX33" fmla="*/ 578160 w 832223"/>
                <a:gd name="connsiteY33" fmla="*/ 693161 h 832223"/>
                <a:gd name="connsiteX34" fmla="*/ 496599 w 832223"/>
                <a:gd name="connsiteY34" fmla="*/ 726924 h 832223"/>
                <a:gd name="connsiteX35" fmla="*/ 488507 w 832223"/>
                <a:gd name="connsiteY35" fmla="*/ 832223 h 832223"/>
                <a:gd name="connsiteX36" fmla="*/ 344003 w 832223"/>
                <a:gd name="connsiteY36" fmla="*/ 832223 h 832223"/>
                <a:gd name="connsiteX37" fmla="*/ 335911 w 832223"/>
                <a:gd name="connsiteY37" fmla="*/ 727032 h 832223"/>
                <a:gd name="connsiteX38" fmla="*/ 254279 w 832223"/>
                <a:gd name="connsiteY38" fmla="*/ 693304 h 832223"/>
                <a:gd name="connsiteX39" fmla="*/ 172216 w 832223"/>
                <a:gd name="connsiteY39" fmla="*/ 763659 h 832223"/>
                <a:gd name="connsiteX40" fmla="*/ 70032 w 832223"/>
                <a:gd name="connsiteY40" fmla="*/ 661475 h 832223"/>
                <a:gd name="connsiteX41" fmla="*/ 140029 w 832223"/>
                <a:gd name="connsiteY41" fmla="*/ 579842 h 832223"/>
                <a:gd name="connsiteX42" fmla="*/ 105657 w 832223"/>
                <a:gd name="connsiteY42" fmla="*/ 497852 h 832223"/>
                <a:gd name="connsiteX43" fmla="*/ 0 w 832223"/>
                <a:gd name="connsiteY43" fmla="*/ 489724 h 832223"/>
                <a:gd name="connsiteX44" fmla="*/ 0 w 832223"/>
                <a:gd name="connsiteY44" fmla="*/ 345220 h 832223"/>
                <a:gd name="connsiteX45" fmla="*/ 104941 w 832223"/>
                <a:gd name="connsiteY45" fmla="*/ 337164 h 832223"/>
                <a:gd name="connsiteX46" fmla="*/ 139062 w 832223"/>
                <a:gd name="connsiteY46" fmla="*/ 254064 h 832223"/>
                <a:gd name="connsiteX47" fmla="*/ 69925 w 832223"/>
                <a:gd name="connsiteY47" fmla="*/ 173398 h 832223"/>
                <a:gd name="connsiteX48" fmla="*/ 172109 w 832223"/>
                <a:gd name="connsiteY48" fmla="*/ 71214 h 832223"/>
                <a:gd name="connsiteX49" fmla="*/ 252381 w 832223"/>
                <a:gd name="connsiteY49" fmla="*/ 140029 h 832223"/>
                <a:gd name="connsiteX50" fmla="*/ 335768 w 832223"/>
                <a:gd name="connsiteY50" fmla="*/ 105263 h 832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32223" h="832223">
                  <a:moveTo>
                    <a:pt x="444862" y="284210"/>
                  </a:moveTo>
                  <a:lnTo>
                    <a:pt x="588650" y="284210"/>
                  </a:lnTo>
                  <a:lnTo>
                    <a:pt x="588650" y="427962"/>
                  </a:lnTo>
                  <a:lnTo>
                    <a:pt x="554959" y="427962"/>
                  </a:lnTo>
                  <a:lnTo>
                    <a:pt x="550626" y="362871"/>
                  </a:lnTo>
                  <a:lnTo>
                    <a:pt x="426280" y="497314"/>
                  </a:lnTo>
                  <a:lnTo>
                    <a:pt x="345077" y="426279"/>
                  </a:lnTo>
                  <a:lnTo>
                    <a:pt x="263874" y="507482"/>
                  </a:lnTo>
                  <a:lnTo>
                    <a:pt x="223308" y="466881"/>
                  </a:lnTo>
                  <a:lnTo>
                    <a:pt x="303007" y="386680"/>
                  </a:lnTo>
                  <a:lnTo>
                    <a:pt x="345077" y="345076"/>
                  </a:lnTo>
                  <a:lnTo>
                    <a:pt x="426280" y="416147"/>
                  </a:lnTo>
                  <a:lnTo>
                    <a:pt x="509989" y="322198"/>
                  </a:lnTo>
                  <a:lnTo>
                    <a:pt x="444898" y="317865"/>
                  </a:lnTo>
                  <a:close/>
                  <a:moveTo>
                    <a:pt x="416112" y="162370"/>
                  </a:moveTo>
                  <a:cubicBezTo>
                    <a:pt x="275976" y="162370"/>
                    <a:pt x="162370" y="275975"/>
                    <a:pt x="162370" y="416112"/>
                  </a:cubicBezTo>
                  <a:cubicBezTo>
                    <a:pt x="162370" y="556248"/>
                    <a:pt x="275976" y="669853"/>
                    <a:pt x="416112" y="669853"/>
                  </a:cubicBezTo>
                  <a:cubicBezTo>
                    <a:pt x="556248" y="669853"/>
                    <a:pt x="669853" y="556283"/>
                    <a:pt x="669853" y="416112"/>
                  </a:cubicBezTo>
                  <a:cubicBezTo>
                    <a:pt x="669853" y="275975"/>
                    <a:pt x="556248" y="162370"/>
                    <a:pt x="416112" y="162370"/>
                  </a:cubicBezTo>
                  <a:close/>
                  <a:moveTo>
                    <a:pt x="343860" y="0"/>
                  </a:moveTo>
                  <a:lnTo>
                    <a:pt x="488364" y="0"/>
                  </a:lnTo>
                  <a:lnTo>
                    <a:pt x="496455" y="105263"/>
                  </a:lnTo>
                  <a:cubicBezTo>
                    <a:pt x="526137" y="112889"/>
                    <a:pt x="554099" y="124740"/>
                    <a:pt x="579807" y="139993"/>
                  </a:cubicBezTo>
                  <a:lnTo>
                    <a:pt x="660186" y="71106"/>
                  </a:lnTo>
                  <a:lnTo>
                    <a:pt x="762370" y="173290"/>
                  </a:lnTo>
                  <a:lnTo>
                    <a:pt x="693161" y="254028"/>
                  </a:lnTo>
                  <a:cubicBezTo>
                    <a:pt x="708199" y="279627"/>
                    <a:pt x="719799" y="307483"/>
                    <a:pt x="727282" y="336985"/>
                  </a:cubicBezTo>
                  <a:lnTo>
                    <a:pt x="832223" y="345077"/>
                  </a:lnTo>
                  <a:lnTo>
                    <a:pt x="832223" y="489581"/>
                  </a:lnTo>
                  <a:lnTo>
                    <a:pt x="726602" y="497637"/>
                  </a:lnTo>
                  <a:cubicBezTo>
                    <a:pt x="718976" y="526781"/>
                    <a:pt x="707340" y="554278"/>
                    <a:pt x="692338" y="579556"/>
                  </a:cubicBezTo>
                  <a:lnTo>
                    <a:pt x="762442" y="661367"/>
                  </a:lnTo>
                  <a:lnTo>
                    <a:pt x="660258" y="763551"/>
                  </a:lnTo>
                  <a:lnTo>
                    <a:pt x="578160" y="693161"/>
                  </a:lnTo>
                  <a:cubicBezTo>
                    <a:pt x="552954" y="707948"/>
                    <a:pt x="525600" y="719441"/>
                    <a:pt x="496599" y="726924"/>
                  </a:cubicBezTo>
                  <a:lnTo>
                    <a:pt x="488507" y="832223"/>
                  </a:lnTo>
                  <a:lnTo>
                    <a:pt x="344003" y="832223"/>
                  </a:lnTo>
                  <a:lnTo>
                    <a:pt x="335911" y="727032"/>
                  </a:lnTo>
                  <a:cubicBezTo>
                    <a:pt x="306910" y="719549"/>
                    <a:pt x="279520" y="708056"/>
                    <a:pt x="254279" y="693304"/>
                  </a:cubicBezTo>
                  <a:lnTo>
                    <a:pt x="172216" y="763659"/>
                  </a:lnTo>
                  <a:lnTo>
                    <a:pt x="70032" y="661475"/>
                  </a:lnTo>
                  <a:lnTo>
                    <a:pt x="140029" y="579842"/>
                  </a:lnTo>
                  <a:cubicBezTo>
                    <a:pt x="124991" y="554565"/>
                    <a:pt x="113319" y="527032"/>
                    <a:pt x="105657" y="497852"/>
                  </a:cubicBezTo>
                  <a:lnTo>
                    <a:pt x="0" y="489724"/>
                  </a:lnTo>
                  <a:lnTo>
                    <a:pt x="0" y="345220"/>
                  </a:lnTo>
                  <a:lnTo>
                    <a:pt x="104941" y="337164"/>
                  </a:lnTo>
                  <a:cubicBezTo>
                    <a:pt x="112424" y="307590"/>
                    <a:pt x="124024" y="279699"/>
                    <a:pt x="139062" y="254064"/>
                  </a:cubicBezTo>
                  <a:lnTo>
                    <a:pt x="69925" y="173398"/>
                  </a:lnTo>
                  <a:lnTo>
                    <a:pt x="172109" y="71214"/>
                  </a:lnTo>
                  <a:lnTo>
                    <a:pt x="252381" y="140029"/>
                  </a:lnTo>
                  <a:cubicBezTo>
                    <a:pt x="278088" y="124740"/>
                    <a:pt x="306087" y="112925"/>
                    <a:pt x="335768" y="105263"/>
                  </a:cubicBezTo>
                  <a:close/>
                </a:path>
              </a:pathLst>
            </a:custGeom>
            <a:solidFill>
              <a:srgbClr val="FFB900"/>
            </a:solidFill>
            <a:ln w="3579" cap="flat">
              <a:noFill/>
              <a:prstDash val="solid"/>
              <a:miter/>
            </a:ln>
          </p:spPr>
          <p:txBody>
            <a:bodyPr rtlCol="0" anchor="ctr"/>
            <a:lstStyle/>
            <a:p>
              <a:endParaRPr lang="en-US"/>
            </a:p>
          </p:txBody>
        </p:sp>
      </p:grpSp>
      <p:sp>
        <p:nvSpPr>
          <p:cNvPr id="23" name="副标题 2">
            <a:extLst>
              <a:ext uri="{FF2B5EF4-FFF2-40B4-BE49-F238E27FC236}">
                <a16:creationId xmlns:a16="http://schemas.microsoft.com/office/drawing/2014/main" id="{E84A7074-8F6A-4230-A319-1D4A4B409AB4}"/>
              </a:ext>
            </a:extLst>
          </p:cNvPr>
          <p:cNvSpPr txBox="1">
            <a:spLocks/>
          </p:cNvSpPr>
          <p:nvPr/>
        </p:nvSpPr>
        <p:spPr>
          <a:xfrm>
            <a:off x="2402916" y="1653269"/>
            <a:ext cx="4157340" cy="749684"/>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1600" b="1" dirty="0">
                <a:solidFill>
                  <a:schemeClr val="bg2"/>
                </a:solidFill>
              </a:rPr>
              <a:t>Monitoring device status based on Currents data (SR:1s)</a:t>
            </a:r>
          </a:p>
          <a:p>
            <a:pPr>
              <a:lnSpc>
                <a:spcPct val="150000"/>
              </a:lnSpc>
            </a:pPr>
            <a:endParaRPr lang="en-US" altLang="zh-CN" sz="1600" b="1" dirty="0">
              <a:solidFill>
                <a:schemeClr val="bg2"/>
              </a:solidFill>
            </a:endParaRPr>
          </a:p>
        </p:txBody>
      </p:sp>
      <p:sp>
        <p:nvSpPr>
          <p:cNvPr id="24" name="副标题 2">
            <a:extLst>
              <a:ext uri="{FF2B5EF4-FFF2-40B4-BE49-F238E27FC236}">
                <a16:creationId xmlns:a16="http://schemas.microsoft.com/office/drawing/2014/main" id="{AC512A39-1E18-41BE-81D2-4855B4C55652}"/>
              </a:ext>
            </a:extLst>
          </p:cNvPr>
          <p:cNvSpPr txBox="1">
            <a:spLocks/>
          </p:cNvSpPr>
          <p:nvPr/>
        </p:nvSpPr>
        <p:spPr>
          <a:xfrm>
            <a:off x="2435801" y="3106066"/>
            <a:ext cx="4186800" cy="575999"/>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400" b="1" dirty="0">
                <a:solidFill>
                  <a:schemeClr val="bg2"/>
                </a:solidFill>
              </a:rPr>
              <a:t>Reliability</a:t>
            </a:r>
          </a:p>
        </p:txBody>
      </p:sp>
      <p:sp>
        <p:nvSpPr>
          <p:cNvPr id="25" name="副标题 2">
            <a:extLst>
              <a:ext uri="{FF2B5EF4-FFF2-40B4-BE49-F238E27FC236}">
                <a16:creationId xmlns:a16="http://schemas.microsoft.com/office/drawing/2014/main" id="{C740F8CB-81ED-4A6C-B4AD-3203C37F8206}"/>
              </a:ext>
            </a:extLst>
          </p:cNvPr>
          <p:cNvSpPr txBox="1">
            <a:spLocks/>
          </p:cNvSpPr>
          <p:nvPr/>
        </p:nvSpPr>
        <p:spPr>
          <a:xfrm>
            <a:off x="2465262" y="3612395"/>
            <a:ext cx="4157340" cy="749684"/>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1600" b="1" dirty="0">
                <a:solidFill>
                  <a:schemeClr val="bg2"/>
                </a:solidFill>
              </a:rPr>
              <a:t>Still need understand the work cycle and fault data sample </a:t>
            </a:r>
          </a:p>
        </p:txBody>
      </p:sp>
      <p:sp>
        <p:nvSpPr>
          <p:cNvPr id="26" name="副标题 2">
            <a:extLst>
              <a:ext uri="{FF2B5EF4-FFF2-40B4-BE49-F238E27FC236}">
                <a16:creationId xmlns:a16="http://schemas.microsoft.com/office/drawing/2014/main" id="{7214043D-0E80-4F4E-BCBF-60CBAECAC004}"/>
              </a:ext>
            </a:extLst>
          </p:cNvPr>
          <p:cNvSpPr txBox="1">
            <a:spLocks/>
          </p:cNvSpPr>
          <p:nvPr/>
        </p:nvSpPr>
        <p:spPr>
          <a:xfrm>
            <a:off x="2435800" y="5206124"/>
            <a:ext cx="4186800" cy="575999"/>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400" b="1" dirty="0">
                <a:solidFill>
                  <a:schemeClr val="bg2"/>
                </a:solidFill>
              </a:rPr>
              <a:t>Scalability </a:t>
            </a:r>
          </a:p>
        </p:txBody>
      </p:sp>
      <p:sp>
        <p:nvSpPr>
          <p:cNvPr id="27" name="副标题 2">
            <a:extLst>
              <a:ext uri="{FF2B5EF4-FFF2-40B4-BE49-F238E27FC236}">
                <a16:creationId xmlns:a16="http://schemas.microsoft.com/office/drawing/2014/main" id="{C87D49FE-F3E2-491A-AA0B-0D35B9DCE073}"/>
              </a:ext>
            </a:extLst>
          </p:cNvPr>
          <p:cNvSpPr txBox="1">
            <a:spLocks/>
          </p:cNvSpPr>
          <p:nvPr/>
        </p:nvSpPr>
        <p:spPr>
          <a:xfrm>
            <a:off x="2465261" y="5712453"/>
            <a:ext cx="4157340" cy="749684"/>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1600" b="1" dirty="0">
                <a:solidFill>
                  <a:schemeClr val="bg2"/>
                </a:solidFill>
              </a:rPr>
              <a:t>Difficult to realize scalability if it’s just based on algorithms</a:t>
            </a:r>
          </a:p>
        </p:txBody>
      </p:sp>
    </p:spTree>
    <p:custDataLst>
      <p:tags r:id="rId1"/>
    </p:custDataLst>
    <p:extLst>
      <p:ext uri="{BB962C8B-B14F-4D97-AF65-F5344CB8AC3E}">
        <p14:creationId xmlns:p14="http://schemas.microsoft.com/office/powerpoint/2010/main" val="401198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84C18A-DF8B-49AB-AA6B-419D73294131}"/>
              </a:ext>
            </a:extLst>
          </p:cNvPr>
          <p:cNvSpPr>
            <a:spLocks noGrp="1"/>
          </p:cNvSpPr>
          <p:nvPr>
            <p:ph type="title"/>
          </p:nvPr>
        </p:nvSpPr>
        <p:spPr>
          <a:xfrm>
            <a:off x="410400" y="1414463"/>
            <a:ext cx="12581700" cy="1600438"/>
          </a:xfrm>
        </p:spPr>
        <p:txBody>
          <a:bodyPr/>
          <a:lstStyle/>
          <a:p>
            <a:r>
              <a:rPr lang="en-US" altLang="zh-CN" dirty="0"/>
              <a:t>Proposal </a:t>
            </a:r>
            <a:br>
              <a:rPr lang="en-US" altLang="zh-CN" dirty="0"/>
            </a:br>
            <a:r>
              <a:rPr lang="en-US" altLang="zh-CN" sz="4400" dirty="0"/>
              <a:t>based on SPC and Smart Statistics</a:t>
            </a:r>
            <a:endParaRPr lang="zh-CN" altLang="en-US" sz="4400" dirty="0"/>
          </a:p>
        </p:txBody>
      </p:sp>
      <p:sp>
        <p:nvSpPr>
          <p:cNvPr id="3" name="副标题 2">
            <a:extLst>
              <a:ext uri="{FF2B5EF4-FFF2-40B4-BE49-F238E27FC236}">
                <a16:creationId xmlns:a16="http://schemas.microsoft.com/office/drawing/2014/main" id="{F6769C2C-2DA8-4B49-AB2C-078F84CF0A43}"/>
              </a:ext>
            </a:extLst>
          </p:cNvPr>
          <p:cNvSpPr>
            <a:spLocks noGrp="1"/>
          </p:cNvSpPr>
          <p:nvPr>
            <p:ph type="subTitle" idx="1"/>
          </p:nvPr>
        </p:nvSpPr>
        <p:spPr>
          <a:xfrm>
            <a:off x="515938" y="3555803"/>
            <a:ext cx="9288000" cy="1622622"/>
          </a:xfrm>
        </p:spPr>
        <p:txBody>
          <a:bodyPr/>
          <a:lstStyle/>
          <a:p>
            <a:pPr marL="342900" indent="-342900">
              <a:lnSpc>
                <a:spcPct val="150000"/>
              </a:lnSpc>
              <a:buFont typeface="Wingdings" panose="05000000000000000000" pitchFamily="2" charset="2"/>
              <a:buChar char="u"/>
            </a:pPr>
            <a:r>
              <a:rPr lang="en-US" altLang="zh-CN" dirty="0"/>
              <a:t>SPC – Statistical Process Control </a:t>
            </a:r>
          </a:p>
          <a:p>
            <a:pPr marL="342900" indent="-342900">
              <a:lnSpc>
                <a:spcPct val="150000"/>
              </a:lnSpc>
              <a:buFont typeface="Wingdings" panose="05000000000000000000" pitchFamily="2" charset="2"/>
              <a:buChar char="u"/>
            </a:pPr>
            <a:r>
              <a:rPr lang="en-US" altLang="zh-CN" dirty="0"/>
              <a:t>Demo</a:t>
            </a:r>
          </a:p>
        </p:txBody>
      </p:sp>
      <p:sp>
        <p:nvSpPr>
          <p:cNvPr id="5" name="Footer Placeholder 3">
            <a:extLst>
              <a:ext uri="{FF2B5EF4-FFF2-40B4-BE49-F238E27FC236}">
                <a16:creationId xmlns:a16="http://schemas.microsoft.com/office/drawing/2014/main" id="{1558E0D2-09E5-4ADE-A359-5621EF5B6CE5}"/>
              </a:ext>
            </a:extLst>
          </p:cNvPr>
          <p:cNvSpPr>
            <a:spLocks noGrp="1"/>
          </p:cNvSpPr>
          <p:nvPr>
            <p:ph type="ftr" sz="quarter" idx="12"/>
          </p:nvPr>
        </p:nvSpPr>
        <p:spPr>
          <a:xfrm>
            <a:off x="411163" y="6310800"/>
            <a:ext cx="9288000" cy="547200"/>
          </a:xfrm>
        </p:spPr>
        <p:txBody>
          <a:bodyPr/>
          <a:lstStyle/>
          <a:p>
            <a:pPr>
              <a:lnSpc>
                <a:spcPct val="100000"/>
              </a:lnSpc>
            </a:pPr>
            <a:r>
              <a:rPr lang="en-US" dirty="0"/>
              <a:t>Restricted | © Siemens 2021 | T RDA IOT INW-CN | 2021-09</a:t>
            </a:r>
          </a:p>
        </p:txBody>
      </p:sp>
    </p:spTree>
    <p:extLst>
      <p:ext uri="{BB962C8B-B14F-4D97-AF65-F5344CB8AC3E}">
        <p14:creationId xmlns:p14="http://schemas.microsoft.com/office/powerpoint/2010/main" val="2914654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B2A6B7C9-931B-41B9-BEBB-79C6EE397A9F}"/>
              </a:ext>
            </a:extLst>
          </p:cNvPr>
          <p:cNvSpPr>
            <a:spLocks noGrp="1"/>
          </p:cNvSpPr>
          <p:nvPr>
            <p:ph type="ftr" sz="quarter" idx="13"/>
          </p:nvPr>
        </p:nvSpPr>
        <p:spPr/>
        <p:txBody>
          <a:bodyPr/>
          <a:lstStyle/>
          <a:p>
            <a:pPr>
              <a:lnSpc>
                <a:spcPct val="100000"/>
              </a:lnSpc>
            </a:pPr>
            <a:r>
              <a:rPr lang="en-US" dirty="0"/>
              <a:t>Restricted | © Siemens 2021 | </a:t>
            </a:r>
            <a:r>
              <a:rPr lang="en-US" altLang="zh-CN" dirty="0"/>
              <a:t>T RDA IOT INW-CN</a:t>
            </a:r>
            <a:r>
              <a:rPr lang="en-US" dirty="0"/>
              <a:t> | </a:t>
            </a:r>
            <a:r>
              <a:rPr lang="en-US" altLang="zh-CN" dirty="0"/>
              <a:t>2021-09</a:t>
            </a:r>
            <a:endParaRPr lang="en-US" dirty="0"/>
          </a:p>
        </p:txBody>
      </p:sp>
      <p:sp>
        <p:nvSpPr>
          <p:cNvPr id="4" name="灯片编号占位符 3">
            <a:extLst>
              <a:ext uri="{FF2B5EF4-FFF2-40B4-BE49-F238E27FC236}">
                <a16:creationId xmlns:a16="http://schemas.microsoft.com/office/drawing/2014/main" id="{063D3FF2-2834-4198-B928-21C7F1E7BB2D}"/>
              </a:ext>
            </a:extLst>
          </p:cNvPr>
          <p:cNvSpPr>
            <a:spLocks noGrp="1"/>
          </p:cNvSpPr>
          <p:nvPr>
            <p:ph type="sldNum" sz="quarter" idx="14"/>
          </p:nvPr>
        </p:nvSpPr>
        <p:spPr/>
        <p:txBody>
          <a:bodyPr/>
          <a:lstStyle/>
          <a:p>
            <a:r>
              <a:rPr lang="en-US"/>
              <a:t>Page </a:t>
            </a:r>
            <a:fld id="{15EBE321-CBB1-4E91-BD14-37C8D44326FB}" type="slidenum">
              <a:rPr lang="en-US" smtClean="0"/>
              <a:pPr/>
              <a:t>11</a:t>
            </a:fld>
            <a:endParaRPr lang="en-US" dirty="0"/>
          </a:p>
        </p:txBody>
      </p:sp>
      <p:sp>
        <p:nvSpPr>
          <p:cNvPr id="5" name="标题 4">
            <a:extLst>
              <a:ext uri="{FF2B5EF4-FFF2-40B4-BE49-F238E27FC236}">
                <a16:creationId xmlns:a16="http://schemas.microsoft.com/office/drawing/2014/main" id="{A693736A-C2D1-44EA-B0E2-656FA76D1BDB}"/>
              </a:ext>
            </a:extLst>
          </p:cNvPr>
          <p:cNvSpPr txBox="1">
            <a:spLocks/>
          </p:cNvSpPr>
          <p:nvPr/>
        </p:nvSpPr>
        <p:spPr>
          <a:xfrm>
            <a:off x="2132322" y="910798"/>
            <a:ext cx="9863997"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sz="3200" dirty="0"/>
              <a:t>Statistical Process Control</a:t>
            </a:r>
            <a:br>
              <a:rPr lang="en-US" altLang="zh-CN" sz="2200" dirty="0"/>
            </a:br>
            <a:endParaRPr lang="zh-CN" altLang="en-US" sz="2200" dirty="0"/>
          </a:p>
        </p:txBody>
      </p:sp>
      <p:pic>
        <p:nvPicPr>
          <p:cNvPr id="8" name="SPC">
            <a:hlinkClick r:id="" action="ppaction://media"/>
            <a:extLst>
              <a:ext uri="{FF2B5EF4-FFF2-40B4-BE49-F238E27FC236}">
                <a16:creationId xmlns:a16="http://schemas.microsoft.com/office/drawing/2014/main" id="{A2D3C6BB-1CD3-477E-8EE3-E645F0506B3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35162" y="2374799"/>
            <a:ext cx="4985414" cy="3048000"/>
          </a:xfrm>
          <a:prstGeom prst="rect">
            <a:avLst/>
          </a:prstGeom>
        </p:spPr>
      </p:pic>
      <p:sp>
        <p:nvSpPr>
          <p:cNvPr id="13" name="Title 1">
            <a:extLst>
              <a:ext uri="{FF2B5EF4-FFF2-40B4-BE49-F238E27FC236}">
                <a16:creationId xmlns:a16="http://schemas.microsoft.com/office/drawing/2014/main" id="{6937F0F9-26F0-4E8E-8AE8-6E95D0FCD53C}"/>
              </a:ext>
            </a:extLst>
          </p:cNvPr>
          <p:cNvSpPr txBox="1">
            <a:spLocks/>
          </p:cNvSpPr>
          <p:nvPr/>
        </p:nvSpPr>
        <p:spPr>
          <a:xfrm>
            <a:off x="6096001" y="2482336"/>
            <a:ext cx="5791200"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50000"/>
              </a:lnSpc>
            </a:pPr>
            <a:r>
              <a:rPr lang="en-US" altLang="zh-CN" dirty="0">
                <a:solidFill>
                  <a:schemeClr val="tx1"/>
                </a:solidFill>
                <a:latin typeface="Arial" panose="020B0604020202020204" pitchFamily="34" charset="0"/>
              </a:rPr>
              <a:t>P</a:t>
            </a:r>
            <a:r>
              <a:rPr lang="en-US" altLang="zh-CN" i="0" dirty="0">
                <a:solidFill>
                  <a:schemeClr val="tx1"/>
                </a:solidFill>
                <a:effectLst/>
                <a:latin typeface="Arial" panose="020B0604020202020204" pitchFamily="34" charset="0"/>
              </a:rPr>
              <a:t>rocess control by means of mathematical statistics.  It analyzes and evaluates the production process, finds the signs of systematic factors in time according to the real-time information, and takes measures to eliminate </a:t>
            </a:r>
            <a:r>
              <a:rPr lang="en-US" altLang="zh-CN" dirty="0">
                <a:solidFill>
                  <a:schemeClr val="tx1"/>
                </a:solidFill>
                <a:latin typeface="Arial" panose="020B0604020202020204" pitchFamily="34" charset="0"/>
              </a:rPr>
              <a:t>random</a:t>
            </a:r>
            <a:r>
              <a:rPr lang="en-US" altLang="zh-CN" i="0" dirty="0">
                <a:solidFill>
                  <a:schemeClr val="tx1"/>
                </a:solidFill>
                <a:effectLst/>
                <a:latin typeface="Arial" panose="020B0604020202020204" pitchFamily="34" charset="0"/>
              </a:rPr>
              <a:t> influence ~</a:t>
            </a:r>
            <a:endParaRPr lang="en-US" dirty="0">
              <a:solidFill>
                <a:schemeClr val="tx1"/>
              </a:solidFill>
              <a:latin typeface="+mn-lt"/>
              <a:ea typeface="+mn-ea"/>
              <a:cs typeface="+mn-ea"/>
              <a:sym typeface="+mn-lt"/>
            </a:endParaRPr>
          </a:p>
        </p:txBody>
      </p:sp>
    </p:spTree>
    <p:extLst>
      <p:ext uri="{BB962C8B-B14F-4D97-AF65-F5344CB8AC3E}">
        <p14:creationId xmlns:p14="http://schemas.microsoft.com/office/powerpoint/2010/main" val="186357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3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B2A6B7C9-931B-41B9-BEBB-79C6EE397A9F}"/>
              </a:ext>
            </a:extLst>
          </p:cNvPr>
          <p:cNvSpPr>
            <a:spLocks noGrp="1"/>
          </p:cNvSpPr>
          <p:nvPr>
            <p:ph type="ftr" sz="quarter" idx="13"/>
          </p:nvPr>
        </p:nvSpPr>
        <p:spPr/>
        <p:txBody>
          <a:bodyPr/>
          <a:lstStyle/>
          <a:p>
            <a:pPr>
              <a:lnSpc>
                <a:spcPct val="100000"/>
              </a:lnSpc>
            </a:pPr>
            <a:r>
              <a:rPr lang="en-US" dirty="0"/>
              <a:t>Restricted | © Siemens 2021 | </a:t>
            </a:r>
            <a:r>
              <a:rPr lang="en-US" altLang="zh-CN" dirty="0"/>
              <a:t>T RDA IOT INW-CN</a:t>
            </a:r>
            <a:r>
              <a:rPr lang="en-US" dirty="0"/>
              <a:t> | </a:t>
            </a:r>
            <a:r>
              <a:rPr lang="en-US" altLang="zh-CN" dirty="0"/>
              <a:t>2021-09</a:t>
            </a:r>
            <a:endParaRPr lang="en-US" dirty="0"/>
          </a:p>
        </p:txBody>
      </p:sp>
      <p:sp>
        <p:nvSpPr>
          <p:cNvPr id="4" name="灯片编号占位符 3">
            <a:extLst>
              <a:ext uri="{FF2B5EF4-FFF2-40B4-BE49-F238E27FC236}">
                <a16:creationId xmlns:a16="http://schemas.microsoft.com/office/drawing/2014/main" id="{063D3FF2-2834-4198-B928-21C7F1E7BB2D}"/>
              </a:ext>
            </a:extLst>
          </p:cNvPr>
          <p:cNvSpPr>
            <a:spLocks noGrp="1"/>
          </p:cNvSpPr>
          <p:nvPr>
            <p:ph type="sldNum" sz="quarter" idx="14"/>
          </p:nvPr>
        </p:nvSpPr>
        <p:spPr/>
        <p:txBody>
          <a:bodyPr/>
          <a:lstStyle/>
          <a:p>
            <a:r>
              <a:rPr lang="en-US"/>
              <a:t>Page </a:t>
            </a:r>
            <a:fld id="{15EBE321-CBB1-4E91-BD14-37C8D44326FB}" type="slidenum">
              <a:rPr lang="en-US" smtClean="0"/>
              <a:pPr/>
              <a:t>12</a:t>
            </a:fld>
            <a:endParaRPr lang="en-US" dirty="0"/>
          </a:p>
        </p:txBody>
      </p:sp>
      <p:sp>
        <p:nvSpPr>
          <p:cNvPr id="5" name="标题 4">
            <a:extLst>
              <a:ext uri="{FF2B5EF4-FFF2-40B4-BE49-F238E27FC236}">
                <a16:creationId xmlns:a16="http://schemas.microsoft.com/office/drawing/2014/main" id="{A693736A-C2D1-44EA-B0E2-656FA76D1BDB}"/>
              </a:ext>
            </a:extLst>
          </p:cNvPr>
          <p:cNvSpPr txBox="1">
            <a:spLocks/>
          </p:cNvSpPr>
          <p:nvPr/>
        </p:nvSpPr>
        <p:spPr>
          <a:xfrm>
            <a:off x="2132322" y="910798"/>
            <a:ext cx="9863997" cy="576000"/>
          </a:xfrm>
          <a:prstGeom prst="rect">
            <a:avLst/>
          </a:prstGeom>
        </p:spPr>
        <p:txBody>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sz="4000" dirty="0"/>
              <a:t>Demo</a:t>
            </a:r>
            <a:br>
              <a:rPr lang="en-US" altLang="zh-CN" sz="4000" dirty="0"/>
            </a:br>
            <a:endParaRPr lang="zh-CN" altLang="en-US" sz="4000" dirty="0"/>
          </a:p>
        </p:txBody>
      </p:sp>
      <p:pic>
        <p:nvPicPr>
          <p:cNvPr id="2" name="图片 1">
            <a:extLst>
              <a:ext uri="{FF2B5EF4-FFF2-40B4-BE49-F238E27FC236}">
                <a16:creationId xmlns:a16="http://schemas.microsoft.com/office/drawing/2014/main" id="{1A416810-EFE0-4DB2-89A2-2CA0F105A627}"/>
              </a:ext>
            </a:extLst>
          </p:cNvPr>
          <p:cNvPicPr>
            <a:picLocks noChangeAspect="1"/>
          </p:cNvPicPr>
          <p:nvPr/>
        </p:nvPicPr>
        <p:blipFill>
          <a:blip r:embed="rId2"/>
          <a:stretch>
            <a:fillRect/>
          </a:stretch>
        </p:blipFill>
        <p:spPr>
          <a:xfrm>
            <a:off x="1285874" y="1640659"/>
            <a:ext cx="9344025" cy="4516279"/>
          </a:xfrm>
          <a:prstGeom prst="rect">
            <a:avLst/>
          </a:prstGeom>
        </p:spPr>
      </p:pic>
    </p:spTree>
    <p:extLst>
      <p:ext uri="{BB962C8B-B14F-4D97-AF65-F5344CB8AC3E}">
        <p14:creationId xmlns:p14="http://schemas.microsoft.com/office/powerpoint/2010/main" val="184923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ABFFF5E-C117-4555-800B-ECE055FE7286}"/>
              </a:ext>
            </a:extLst>
          </p:cNvPr>
          <p:cNvSpPr>
            <a:spLocks noGrp="1"/>
          </p:cNvSpPr>
          <p:nvPr>
            <p:ph type="title"/>
          </p:nvPr>
        </p:nvSpPr>
        <p:spPr>
          <a:xfrm>
            <a:off x="410397" y="785106"/>
            <a:ext cx="9863997" cy="576000"/>
          </a:xfrm>
        </p:spPr>
        <p:txBody>
          <a:bodyPr/>
          <a:lstStyle/>
          <a:p>
            <a:r>
              <a:rPr lang="en-US" altLang="zh-CN" sz="2800" dirty="0"/>
              <a:t>Solution</a:t>
            </a:r>
            <a:br>
              <a:rPr lang="en-US" altLang="zh-CN" sz="2800" dirty="0"/>
            </a:br>
            <a:r>
              <a:rPr lang="en-US" altLang="zh-CN" sz="2800" dirty="0"/>
              <a:t>based on SPC and Smart Statistics</a:t>
            </a:r>
            <a:br>
              <a:rPr lang="en-US" altLang="zh-CN" sz="2400" dirty="0"/>
            </a:br>
            <a:endParaRPr lang="zh-CN" altLang="en-US" sz="2400" dirty="0"/>
          </a:p>
        </p:txBody>
      </p:sp>
      <p:sp>
        <p:nvSpPr>
          <p:cNvPr id="3" name="页脚占位符 2">
            <a:extLst>
              <a:ext uri="{FF2B5EF4-FFF2-40B4-BE49-F238E27FC236}">
                <a16:creationId xmlns:a16="http://schemas.microsoft.com/office/drawing/2014/main" id="{2409ABF2-701C-4271-8AF0-80F968620859}"/>
              </a:ext>
            </a:extLst>
          </p:cNvPr>
          <p:cNvSpPr>
            <a:spLocks noGrp="1"/>
          </p:cNvSpPr>
          <p:nvPr>
            <p:ph type="ftr" sz="quarter" idx="10"/>
          </p:nvPr>
        </p:nvSpPr>
        <p:spPr/>
        <p:txBody>
          <a:bodyPr/>
          <a:lstStyle/>
          <a:p>
            <a:pPr>
              <a:lnSpc>
                <a:spcPct val="100000"/>
              </a:lnSpc>
            </a:pPr>
            <a:r>
              <a:rPr lang="en-US" dirty="0"/>
              <a:t>Restricted | © Siemens 2021 | </a:t>
            </a:r>
            <a:r>
              <a:rPr lang="en-US" altLang="zh-CN" dirty="0"/>
              <a:t>T RDA IOT INW-CN</a:t>
            </a:r>
            <a:r>
              <a:rPr lang="en-US" dirty="0"/>
              <a:t> | </a:t>
            </a:r>
            <a:r>
              <a:rPr lang="en-US" altLang="zh-CN" dirty="0"/>
              <a:t>2021-09</a:t>
            </a:r>
            <a:endParaRPr lang="en-US" dirty="0"/>
          </a:p>
        </p:txBody>
      </p:sp>
      <p:sp>
        <p:nvSpPr>
          <p:cNvPr id="4" name="灯片编号占位符 3">
            <a:extLst>
              <a:ext uri="{FF2B5EF4-FFF2-40B4-BE49-F238E27FC236}">
                <a16:creationId xmlns:a16="http://schemas.microsoft.com/office/drawing/2014/main" id="{0FA45ED5-DF7A-472B-8FE0-F1E8BAFE7A4C}"/>
              </a:ext>
            </a:extLst>
          </p:cNvPr>
          <p:cNvSpPr>
            <a:spLocks noGrp="1"/>
          </p:cNvSpPr>
          <p:nvPr>
            <p:ph type="sldNum" sz="quarter" idx="11"/>
          </p:nvPr>
        </p:nvSpPr>
        <p:spPr/>
        <p:txBody>
          <a:bodyPr/>
          <a:lstStyle/>
          <a:p>
            <a:r>
              <a:rPr lang="en-US"/>
              <a:t>Page </a:t>
            </a:r>
            <a:fld id="{15EBE321-CBB1-4E91-BD14-37C8D44326FB}" type="slidenum">
              <a:rPr lang="en-US" smtClean="0"/>
              <a:pPr/>
              <a:t>13</a:t>
            </a:fld>
            <a:endParaRPr lang="en-US" dirty="0"/>
          </a:p>
        </p:txBody>
      </p:sp>
      <p:sp>
        <p:nvSpPr>
          <p:cNvPr id="14" name="cdtText Box 4 Id114692">
            <a:extLst>
              <a:ext uri="{FF2B5EF4-FFF2-40B4-BE49-F238E27FC236}">
                <a16:creationId xmlns:a16="http://schemas.microsoft.com/office/drawing/2014/main" id="{E7B5149F-D2D6-4BE4-A7C0-418FBBCB356C}"/>
              </a:ext>
            </a:extLst>
          </p:cNvPr>
          <p:cNvSpPr txBox="1">
            <a:spLocks noChangeArrowheads="1"/>
          </p:cNvSpPr>
          <p:nvPr/>
        </p:nvSpPr>
        <p:spPr bwMode="auto">
          <a:xfrm>
            <a:off x="391347" y="1488438"/>
            <a:ext cx="3447228" cy="712871"/>
          </a:xfrm>
          <a:prstGeom prst="rect">
            <a:avLst/>
          </a:prstGeo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ln w="9525" algn="ctr">
            <a:noFill/>
            <a:miter lim="800000"/>
            <a:headEnd/>
            <a:tailEnd/>
          </a:ln>
          <a:effectLst/>
        </p:spPr>
        <p:txBody>
          <a:bodyPr wrap="square" lIns="144000" tIns="0" rIns="0" bIns="0" anchor="ctr" anchorCtr="0">
            <a:noAutofit/>
          </a:bodyPr>
          <a:lstStyle/>
          <a:p>
            <a:pPr algn="ctr" defTabSz="914675" fontAlgn="auto" hangingPunct="0">
              <a:spcAft>
                <a:spcPts val="0"/>
              </a:spcAft>
            </a:pPr>
            <a:endParaRPr lang="en-US" altLang="zh-CN" sz="1400" b="1" kern="0" dirty="0">
              <a:solidFill>
                <a:srgbClr val="FFFFFF"/>
              </a:solidFill>
              <a:cs typeface="+mn-ea"/>
              <a:sym typeface="+mn-lt"/>
            </a:endParaRPr>
          </a:p>
        </p:txBody>
      </p:sp>
      <p:sp>
        <p:nvSpPr>
          <p:cNvPr id="16" name="cdtText Box 4 Id114692">
            <a:extLst>
              <a:ext uri="{FF2B5EF4-FFF2-40B4-BE49-F238E27FC236}">
                <a16:creationId xmlns:a16="http://schemas.microsoft.com/office/drawing/2014/main" id="{C10EFC35-3FA3-44BA-B36C-DFA4E03D1D47}"/>
              </a:ext>
            </a:extLst>
          </p:cNvPr>
          <p:cNvSpPr txBox="1">
            <a:spLocks noChangeArrowheads="1"/>
          </p:cNvSpPr>
          <p:nvPr/>
        </p:nvSpPr>
        <p:spPr bwMode="auto">
          <a:xfrm>
            <a:off x="4415659" y="1488439"/>
            <a:ext cx="3447228" cy="712871"/>
          </a:xfrm>
          <a:prstGeom prst="rect">
            <a:avLst/>
          </a:prstGeo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ln w="9525" algn="ctr">
            <a:noFill/>
            <a:miter lim="800000"/>
            <a:headEnd/>
            <a:tailEnd/>
          </a:ln>
          <a:effectLst/>
        </p:spPr>
        <p:txBody>
          <a:bodyPr wrap="square" lIns="144000" tIns="0" rIns="0" bIns="0" anchor="ctr" anchorCtr="0">
            <a:noAutofit/>
          </a:bodyPr>
          <a:lstStyle/>
          <a:p>
            <a:pPr algn="ctr" defTabSz="914675" fontAlgn="auto" hangingPunct="0">
              <a:spcAft>
                <a:spcPts val="0"/>
              </a:spcAft>
            </a:pPr>
            <a:endParaRPr lang="en-US" altLang="zh-CN" sz="1400" b="1" kern="0" dirty="0">
              <a:solidFill>
                <a:srgbClr val="FFFFFF"/>
              </a:solidFill>
              <a:cs typeface="+mn-ea"/>
              <a:sym typeface="+mn-lt"/>
            </a:endParaRPr>
          </a:p>
        </p:txBody>
      </p:sp>
      <p:sp>
        <p:nvSpPr>
          <p:cNvPr id="17" name="cdtText Box 4 Id114692">
            <a:extLst>
              <a:ext uri="{FF2B5EF4-FFF2-40B4-BE49-F238E27FC236}">
                <a16:creationId xmlns:a16="http://schemas.microsoft.com/office/drawing/2014/main" id="{C44D6380-9387-4B20-AB26-99E92992E1B5}"/>
              </a:ext>
            </a:extLst>
          </p:cNvPr>
          <p:cNvSpPr txBox="1">
            <a:spLocks noChangeArrowheads="1"/>
          </p:cNvSpPr>
          <p:nvPr/>
        </p:nvSpPr>
        <p:spPr bwMode="auto">
          <a:xfrm>
            <a:off x="8439971" y="1488438"/>
            <a:ext cx="3447228" cy="712871"/>
          </a:xfrm>
          <a:prstGeom prst="rect">
            <a:avLst/>
          </a:prstGeo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ln w="9525" algn="ctr">
            <a:noFill/>
            <a:miter lim="800000"/>
            <a:headEnd/>
            <a:tailEnd/>
          </a:ln>
          <a:effectLst/>
        </p:spPr>
        <p:txBody>
          <a:bodyPr wrap="square" lIns="144000" tIns="0" rIns="0" bIns="0" anchor="ctr" anchorCtr="0">
            <a:noAutofit/>
          </a:bodyPr>
          <a:lstStyle/>
          <a:p>
            <a:pPr algn="ctr" defTabSz="914675" fontAlgn="auto" hangingPunct="0">
              <a:spcAft>
                <a:spcPts val="0"/>
              </a:spcAft>
            </a:pPr>
            <a:endParaRPr lang="en-US" altLang="zh-CN" sz="1400" b="1" kern="0" dirty="0">
              <a:solidFill>
                <a:srgbClr val="FFFFFF"/>
              </a:solidFill>
              <a:cs typeface="+mn-ea"/>
              <a:sym typeface="+mn-lt"/>
            </a:endParaRPr>
          </a:p>
        </p:txBody>
      </p:sp>
      <p:sp>
        <p:nvSpPr>
          <p:cNvPr id="18" name="副标题 2">
            <a:extLst>
              <a:ext uri="{FF2B5EF4-FFF2-40B4-BE49-F238E27FC236}">
                <a16:creationId xmlns:a16="http://schemas.microsoft.com/office/drawing/2014/main" id="{D7DF24BA-D214-4506-8DEC-DE1F52A9ABAD}"/>
              </a:ext>
            </a:extLst>
          </p:cNvPr>
          <p:cNvSpPr txBox="1">
            <a:spLocks/>
          </p:cNvSpPr>
          <p:nvPr/>
        </p:nvSpPr>
        <p:spPr>
          <a:xfrm>
            <a:off x="457201" y="1571273"/>
            <a:ext cx="3257549" cy="547200"/>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1600" dirty="0"/>
              <a:t>Data Collection &amp; Exploration Tool</a:t>
            </a:r>
          </a:p>
        </p:txBody>
      </p:sp>
      <p:cxnSp>
        <p:nvCxnSpPr>
          <p:cNvPr id="7" name="直接连接符 6">
            <a:extLst>
              <a:ext uri="{FF2B5EF4-FFF2-40B4-BE49-F238E27FC236}">
                <a16:creationId xmlns:a16="http://schemas.microsoft.com/office/drawing/2014/main" id="{05DDFEBE-7841-4DC8-99CA-E1DD750A0307}"/>
              </a:ext>
            </a:extLst>
          </p:cNvPr>
          <p:cNvCxnSpPr>
            <a:cxnSpLocks/>
          </p:cNvCxnSpPr>
          <p:nvPr/>
        </p:nvCxnSpPr>
        <p:spPr>
          <a:xfrm>
            <a:off x="4086225" y="2276474"/>
            <a:ext cx="0" cy="3762375"/>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D2830E1A-4545-4974-BFB1-21A0B4D2858F}"/>
              </a:ext>
            </a:extLst>
          </p:cNvPr>
          <p:cNvCxnSpPr>
            <a:cxnSpLocks/>
          </p:cNvCxnSpPr>
          <p:nvPr/>
        </p:nvCxnSpPr>
        <p:spPr>
          <a:xfrm>
            <a:off x="8153400" y="2276474"/>
            <a:ext cx="0" cy="3762375"/>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25" name="副标题 2">
            <a:extLst>
              <a:ext uri="{FF2B5EF4-FFF2-40B4-BE49-F238E27FC236}">
                <a16:creationId xmlns:a16="http://schemas.microsoft.com/office/drawing/2014/main" id="{18E7AF34-489D-457C-B99E-6DBF61A56FEB}"/>
              </a:ext>
            </a:extLst>
          </p:cNvPr>
          <p:cNvSpPr txBox="1">
            <a:spLocks/>
          </p:cNvSpPr>
          <p:nvPr/>
        </p:nvSpPr>
        <p:spPr>
          <a:xfrm>
            <a:off x="4529564" y="1571273"/>
            <a:ext cx="3227771" cy="547200"/>
          </a:xfrm>
          <a:prstGeom prst="rect">
            <a:avLst/>
          </a:prstGeom>
        </p:spPr>
        <p:txBody>
          <a:bodyPr/>
          <a:lstStyle>
            <a:defPPr>
              <a:defRPr lang="en-US"/>
            </a:defPPr>
            <a:lvl1pPr indent="0">
              <a:lnSpc>
                <a:spcPct val="150000"/>
              </a:lnSpc>
              <a:spcBef>
                <a:spcPts val="0"/>
              </a:spcBef>
              <a:spcAft>
                <a:spcPts val="300"/>
              </a:spcAft>
              <a:buFont typeface="Arial" panose="020B0604020202020204" pitchFamily="34" charset="0"/>
              <a:buNone/>
              <a:defRPr sz="1600"/>
            </a:lvl1pPr>
            <a:lvl2pPr marL="180000" indent="-180000">
              <a:lnSpc>
                <a:spcPct val="110000"/>
              </a:lnSpc>
              <a:spcBef>
                <a:spcPts val="0"/>
              </a:spcBef>
              <a:spcAft>
                <a:spcPts val="300"/>
              </a:spcAft>
              <a:buClr>
                <a:schemeClr val="accent1"/>
              </a:buClr>
              <a:buFont typeface="Arial" panose="020B0604020202020204" pitchFamily="34" charset="0"/>
              <a:buChar char="•"/>
            </a:lvl2pPr>
            <a:lvl3pPr marL="360000" indent="-180000">
              <a:lnSpc>
                <a:spcPct val="110000"/>
              </a:lnSpc>
              <a:spcBef>
                <a:spcPts val="0"/>
              </a:spcBef>
              <a:spcAft>
                <a:spcPts val="300"/>
              </a:spcAft>
              <a:buClr>
                <a:schemeClr val="accent1"/>
              </a:buClr>
              <a:buFont typeface="Arial" panose="020B0604020202020204" pitchFamily="34" charset="0"/>
              <a:buChar char="•"/>
            </a:lvl3pPr>
            <a:lvl4pPr marL="540000" indent="-180000">
              <a:lnSpc>
                <a:spcPct val="110000"/>
              </a:lnSpc>
              <a:spcBef>
                <a:spcPts val="0"/>
              </a:spcBef>
              <a:spcAft>
                <a:spcPts val="300"/>
              </a:spcAft>
              <a:buClr>
                <a:schemeClr val="accent1"/>
              </a:buClr>
              <a:buFont typeface="Arial" panose="020B0604020202020204" pitchFamily="34" charset="0"/>
              <a:buChar char="•"/>
            </a:lvl4pPr>
            <a:lvl5pPr marL="720000" indent="-180000">
              <a:lnSpc>
                <a:spcPct val="110000"/>
              </a:lnSpc>
              <a:spcBef>
                <a:spcPts val="0"/>
              </a:spcBef>
              <a:spcAft>
                <a:spcPts val="300"/>
              </a:spcAft>
              <a:buClr>
                <a:schemeClr val="accent1"/>
              </a:buClr>
              <a:buFont typeface="Arial" panose="020B0604020202020204" pitchFamily="34" charset="0"/>
              <a:buChar char="•"/>
            </a:lvl5pPr>
            <a:lvl6pPr marL="900000" indent="-180000">
              <a:lnSpc>
                <a:spcPct val="110000"/>
              </a:lnSpc>
              <a:spcBef>
                <a:spcPts val="0"/>
              </a:spcBef>
              <a:spcAft>
                <a:spcPts val="300"/>
              </a:spcAft>
              <a:buClr>
                <a:schemeClr val="accent1"/>
              </a:buClr>
              <a:buFont typeface="Arial" panose="020B0604020202020204" pitchFamily="34" charset="0"/>
              <a:buChar char="•"/>
            </a:lvl6pPr>
            <a:lvl7pPr marL="1080000" indent="-180000">
              <a:lnSpc>
                <a:spcPct val="110000"/>
              </a:lnSpc>
              <a:spcBef>
                <a:spcPts val="0"/>
              </a:spcBef>
              <a:spcAft>
                <a:spcPts val="300"/>
              </a:spcAft>
              <a:buClr>
                <a:schemeClr val="accent1"/>
              </a:buClr>
              <a:buFont typeface="Arial" panose="020B0604020202020204" pitchFamily="34" charset="0"/>
              <a:buChar char="•"/>
            </a:lvl7pPr>
            <a:lvl8pPr marL="1260000" indent="-180000">
              <a:lnSpc>
                <a:spcPct val="110000"/>
              </a:lnSpc>
              <a:spcBef>
                <a:spcPts val="0"/>
              </a:spcBef>
              <a:spcAft>
                <a:spcPts val="300"/>
              </a:spcAft>
              <a:buClr>
                <a:schemeClr val="accent1"/>
              </a:buClr>
              <a:buFont typeface="Arial" panose="020B0604020202020204" pitchFamily="34" charset="0"/>
              <a:buChar char="•"/>
            </a:lvl8pPr>
            <a:lvl9pPr marL="1440000" indent="-180000">
              <a:lnSpc>
                <a:spcPct val="110000"/>
              </a:lnSpc>
              <a:spcBef>
                <a:spcPts val="0"/>
              </a:spcBef>
              <a:spcAft>
                <a:spcPts val="300"/>
              </a:spcAft>
              <a:buClr>
                <a:schemeClr val="accent1"/>
              </a:buClr>
              <a:buFont typeface="Arial" panose="020B0604020202020204" pitchFamily="34" charset="0"/>
              <a:buChar char="•"/>
            </a:lvl9pPr>
          </a:lstStyle>
          <a:p>
            <a:r>
              <a:rPr lang="en-US" altLang="zh-CN" dirty="0"/>
              <a:t>Statistical Process Control (SPC) </a:t>
            </a:r>
          </a:p>
        </p:txBody>
      </p:sp>
      <p:sp>
        <p:nvSpPr>
          <p:cNvPr id="26" name="副标题 2">
            <a:extLst>
              <a:ext uri="{FF2B5EF4-FFF2-40B4-BE49-F238E27FC236}">
                <a16:creationId xmlns:a16="http://schemas.microsoft.com/office/drawing/2014/main" id="{66B0A959-056D-44FC-9B21-22C228116948}"/>
              </a:ext>
            </a:extLst>
          </p:cNvPr>
          <p:cNvSpPr txBox="1">
            <a:spLocks/>
          </p:cNvSpPr>
          <p:nvPr/>
        </p:nvSpPr>
        <p:spPr>
          <a:xfrm>
            <a:off x="8552221" y="1551871"/>
            <a:ext cx="3227771" cy="547200"/>
          </a:xfrm>
          <a:prstGeom prst="rect">
            <a:avLst/>
          </a:prstGeom>
        </p:spPr>
        <p:txBody>
          <a:bodyPr/>
          <a:lstStyle>
            <a:defPPr>
              <a:defRPr lang="en-US"/>
            </a:defPPr>
            <a:lvl1pPr indent="0">
              <a:lnSpc>
                <a:spcPct val="150000"/>
              </a:lnSpc>
              <a:spcBef>
                <a:spcPts val="0"/>
              </a:spcBef>
              <a:spcAft>
                <a:spcPts val="300"/>
              </a:spcAft>
              <a:buFont typeface="Arial" panose="020B0604020202020204" pitchFamily="34" charset="0"/>
              <a:buNone/>
              <a:defRPr sz="1600"/>
            </a:lvl1pPr>
            <a:lvl2pPr marL="180000" indent="-180000">
              <a:lnSpc>
                <a:spcPct val="110000"/>
              </a:lnSpc>
              <a:spcBef>
                <a:spcPts val="0"/>
              </a:spcBef>
              <a:spcAft>
                <a:spcPts val="300"/>
              </a:spcAft>
              <a:buClr>
                <a:schemeClr val="accent1"/>
              </a:buClr>
              <a:buFont typeface="Arial" panose="020B0604020202020204" pitchFamily="34" charset="0"/>
              <a:buChar char="•"/>
            </a:lvl2pPr>
            <a:lvl3pPr marL="360000" indent="-180000">
              <a:lnSpc>
                <a:spcPct val="110000"/>
              </a:lnSpc>
              <a:spcBef>
                <a:spcPts val="0"/>
              </a:spcBef>
              <a:spcAft>
                <a:spcPts val="300"/>
              </a:spcAft>
              <a:buClr>
                <a:schemeClr val="accent1"/>
              </a:buClr>
              <a:buFont typeface="Arial" panose="020B0604020202020204" pitchFamily="34" charset="0"/>
              <a:buChar char="•"/>
            </a:lvl3pPr>
            <a:lvl4pPr marL="540000" indent="-180000">
              <a:lnSpc>
                <a:spcPct val="110000"/>
              </a:lnSpc>
              <a:spcBef>
                <a:spcPts val="0"/>
              </a:spcBef>
              <a:spcAft>
                <a:spcPts val="300"/>
              </a:spcAft>
              <a:buClr>
                <a:schemeClr val="accent1"/>
              </a:buClr>
              <a:buFont typeface="Arial" panose="020B0604020202020204" pitchFamily="34" charset="0"/>
              <a:buChar char="•"/>
            </a:lvl4pPr>
            <a:lvl5pPr marL="720000" indent="-180000">
              <a:lnSpc>
                <a:spcPct val="110000"/>
              </a:lnSpc>
              <a:spcBef>
                <a:spcPts val="0"/>
              </a:spcBef>
              <a:spcAft>
                <a:spcPts val="300"/>
              </a:spcAft>
              <a:buClr>
                <a:schemeClr val="accent1"/>
              </a:buClr>
              <a:buFont typeface="Arial" panose="020B0604020202020204" pitchFamily="34" charset="0"/>
              <a:buChar char="•"/>
            </a:lvl5pPr>
            <a:lvl6pPr marL="900000" indent="-180000">
              <a:lnSpc>
                <a:spcPct val="110000"/>
              </a:lnSpc>
              <a:spcBef>
                <a:spcPts val="0"/>
              </a:spcBef>
              <a:spcAft>
                <a:spcPts val="300"/>
              </a:spcAft>
              <a:buClr>
                <a:schemeClr val="accent1"/>
              </a:buClr>
              <a:buFont typeface="Arial" panose="020B0604020202020204" pitchFamily="34" charset="0"/>
              <a:buChar char="•"/>
            </a:lvl6pPr>
            <a:lvl7pPr marL="1080000" indent="-180000">
              <a:lnSpc>
                <a:spcPct val="110000"/>
              </a:lnSpc>
              <a:spcBef>
                <a:spcPts val="0"/>
              </a:spcBef>
              <a:spcAft>
                <a:spcPts val="300"/>
              </a:spcAft>
              <a:buClr>
                <a:schemeClr val="accent1"/>
              </a:buClr>
              <a:buFont typeface="Arial" panose="020B0604020202020204" pitchFamily="34" charset="0"/>
              <a:buChar char="•"/>
            </a:lvl7pPr>
            <a:lvl8pPr marL="1260000" indent="-180000">
              <a:lnSpc>
                <a:spcPct val="110000"/>
              </a:lnSpc>
              <a:spcBef>
                <a:spcPts val="0"/>
              </a:spcBef>
              <a:spcAft>
                <a:spcPts val="300"/>
              </a:spcAft>
              <a:buClr>
                <a:schemeClr val="accent1"/>
              </a:buClr>
              <a:buFont typeface="Arial" panose="020B0604020202020204" pitchFamily="34" charset="0"/>
              <a:buChar char="•"/>
            </a:lvl8pPr>
            <a:lvl9pPr marL="1440000" indent="-180000">
              <a:lnSpc>
                <a:spcPct val="110000"/>
              </a:lnSpc>
              <a:spcBef>
                <a:spcPts val="0"/>
              </a:spcBef>
              <a:spcAft>
                <a:spcPts val="300"/>
              </a:spcAft>
              <a:buClr>
                <a:schemeClr val="accent1"/>
              </a:buClr>
              <a:buFont typeface="Arial" panose="020B0604020202020204" pitchFamily="34" charset="0"/>
              <a:buChar char="•"/>
            </a:lvl9pPr>
          </a:lstStyle>
          <a:p>
            <a:r>
              <a:rPr lang="en-US" altLang="zh-CN" dirty="0"/>
              <a:t>Configurable by Smart Statistics</a:t>
            </a:r>
          </a:p>
        </p:txBody>
      </p:sp>
      <p:sp>
        <p:nvSpPr>
          <p:cNvPr id="27" name="副标题 2">
            <a:extLst>
              <a:ext uri="{FF2B5EF4-FFF2-40B4-BE49-F238E27FC236}">
                <a16:creationId xmlns:a16="http://schemas.microsoft.com/office/drawing/2014/main" id="{0F981707-70E2-4833-BC59-3D7EBBFA16D5}"/>
              </a:ext>
            </a:extLst>
          </p:cNvPr>
          <p:cNvSpPr txBox="1">
            <a:spLocks/>
          </p:cNvSpPr>
          <p:nvPr/>
        </p:nvSpPr>
        <p:spPr>
          <a:xfrm>
            <a:off x="410397" y="2390424"/>
            <a:ext cx="3438003" cy="1622622"/>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Wingdings" panose="05000000000000000000" pitchFamily="2" charset="2"/>
              <a:buChar char="l"/>
            </a:pPr>
            <a:r>
              <a:rPr lang="en-US" altLang="zh-CN" dirty="0"/>
              <a:t>Implementation Phase</a:t>
            </a:r>
          </a:p>
          <a:p>
            <a:pPr marL="342900" indent="-342900">
              <a:lnSpc>
                <a:spcPct val="150000"/>
              </a:lnSpc>
              <a:buFont typeface="Wingdings" panose="05000000000000000000" pitchFamily="2" charset="2"/>
              <a:buChar char="l"/>
            </a:pPr>
            <a:r>
              <a:rPr lang="en-US" altLang="zh-CN" dirty="0"/>
              <a:t>Engineer Tool </a:t>
            </a:r>
          </a:p>
          <a:p>
            <a:pPr marL="342900" indent="-342900">
              <a:lnSpc>
                <a:spcPct val="150000"/>
              </a:lnSpc>
              <a:buFont typeface="Wingdings" panose="05000000000000000000" pitchFamily="2" charset="2"/>
              <a:buChar char="l"/>
            </a:pPr>
            <a:r>
              <a:rPr lang="en-US" altLang="zh-CN" dirty="0"/>
              <a:t>Data Visualization</a:t>
            </a:r>
          </a:p>
          <a:p>
            <a:pPr marL="342900" indent="-342900">
              <a:lnSpc>
                <a:spcPct val="150000"/>
              </a:lnSpc>
              <a:buFont typeface="Wingdings" panose="05000000000000000000" pitchFamily="2" charset="2"/>
              <a:buChar char="l"/>
            </a:pPr>
            <a:r>
              <a:rPr lang="en-US" altLang="zh-CN" dirty="0"/>
              <a:t>EDA  Analysis Results</a:t>
            </a:r>
          </a:p>
          <a:p>
            <a:pPr marL="342900" indent="-342900">
              <a:lnSpc>
                <a:spcPct val="150000"/>
              </a:lnSpc>
              <a:buFont typeface="Wingdings" panose="05000000000000000000" pitchFamily="2" charset="2"/>
              <a:buChar char="l"/>
            </a:pPr>
            <a:endParaRPr lang="en-US" altLang="zh-CN" dirty="0"/>
          </a:p>
          <a:p>
            <a:pPr marL="342900" indent="-342900">
              <a:lnSpc>
                <a:spcPct val="150000"/>
              </a:lnSpc>
              <a:buFont typeface="Wingdings" panose="05000000000000000000" pitchFamily="2" charset="2"/>
              <a:buChar char="l"/>
            </a:pPr>
            <a:endParaRPr lang="en-US" altLang="zh-CN" dirty="0"/>
          </a:p>
          <a:p>
            <a:pPr marL="342900" indent="-342900">
              <a:lnSpc>
                <a:spcPct val="150000"/>
              </a:lnSpc>
              <a:buFont typeface="Wingdings" panose="05000000000000000000" pitchFamily="2" charset="2"/>
              <a:buChar char="l"/>
            </a:pPr>
            <a:endParaRPr lang="en-US" altLang="zh-CN" dirty="0"/>
          </a:p>
        </p:txBody>
      </p:sp>
      <p:pic>
        <p:nvPicPr>
          <p:cNvPr id="6" name="图片 5">
            <a:extLst>
              <a:ext uri="{FF2B5EF4-FFF2-40B4-BE49-F238E27FC236}">
                <a16:creationId xmlns:a16="http://schemas.microsoft.com/office/drawing/2014/main" id="{8E7104B6-E3A9-444B-B248-879E5DD2AB27}"/>
              </a:ext>
            </a:extLst>
          </p:cNvPr>
          <p:cNvPicPr>
            <a:picLocks noChangeAspect="1"/>
          </p:cNvPicPr>
          <p:nvPr/>
        </p:nvPicPr>
        <p:blipFill>
          <a:blip r:embed="rId4"/>
          <a:stretch>
            <a:fillRect/>
          </a:stretch>
        </p:blipFill>
        <p:spPr>
          <a:xfrm>
            <a:off x="507435" y="4316122"/>
            <a:ext cx="3090407" cy="1911841"/>
          </a:xfrm>
          <a:prstGeom prst="rect">
            <a:avLst/>
          </a:prstGeom>
        </p:spPr>
      </p:pic>
      <p:pic>
        <p:nvPicPr>
          <p:cNvPr id="19" name="SPC">
            <a:hlinkClick r:id="" action="ppaction://media"/>
            <a:extLst>
              <a:ext uri="{FF2B5EF4-FFF2-40B4-BE49-F238E27FC236}">
                <a16:creationId xmlns:a16="http://schemas.microsoft.com/office/drawing/2014/main" id="{5E27B876-7D47-4B29-8EAA-8E00926CF11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24051" y="4327329"/>
            <a:ext cx="3538835" cy="1900633"/>
          </a:xfrm>
          <a:prstGeom prst="rect">
            <a:avLst/>
          </a:prstGeom>
        </p:spPr>
      </p:pic>
      <p:sp>
        <p:nvSpPr>
          <p:cNvPr id="20" name="副标题 2">
            <a:extLst>
              <a:ext uri="{FF2B5EF4-FFF2-40B4-BE49-F238E27FC236}">
                <a16:creationId xmlns:a16="http://schemas.microsoft.com/office/drawing/2014/main" id="{907295C9-FF50-403D-B0C6-E78CA8C9E629}"/>
              </a:ext>
            </a:extLst>
          </p:cNvPr>
          <p:cNvSpPr txBox="1">
            <a:spLocks/>
          </p:cNvSpPr>
          <p:nvPr/>
        </p:nvSpPr>
        <p:spPr>
          <a:xfrm>
            <a:off x="4477571" y="2390424"/>
            <a:ext cx="3438003" cy="1622622"/>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Wingdings" panose="05000000000000000000" pitchFamily="2" charset="2"/>
              <a:buChar char="l"/>
            </a:pPr>
            <a:r>
              <a:rPr lang="en-US" altLang="zh-CN" dirty="0"/>
              <a:t>Delivery Phase</a:t>
            </a:r>
          </a:p>
          <a:p>
            <a:pPr marL="342900" indent="-342900">
              <a:lnSpc>
                <a:spcPct val="150000"/>
              </a:lnSpc>
              <a:buFont typeface="Wingdings" panose="05000000000000000000" pitchFamily="2" charset="2"/>
              <a:buChar char="l"/>
            </a:pPr>
            <a:r>
              <a:rPr lang="en-US" altLang="zh-CN" dirty="0"/>
              <a:t>Integrate with </a:t>
            </a:r>
            <a:r>
              <a:rPr lang="en-US" altLang="zh-CN" dirty="0" err="1"/>
              <a:t>SiMaint</a:t>
            </a:r>
            <a:endParaRPr lang="en-US" altLang="zh-CN" dirty="0"/>
          </a:p>
          <a:p>
            <a:pPr marL="342900" indent="-342900">
              <a:lnSpc>
                <a:spcPct val="150000"/>
              </a:lnSpc>
              <a:buFont typeface="Wingdings" panose="05000000000000000000" pitchFamily="2" charset="2"/>
              <a:buChar char="l"/>
            </a:pPr>
            <a:r>
              <a:rPr lang="en-US" altLang="zh-CN" dirty="0"/>
              <a:t>Customer Side Web App</a:t>
            </a:r>
          </a:p>
          <a:p>
            <a:pPr marL="342900" indent="-342900">
              <a:lnSpc>
                <a:spcPct val="150000"/>
              </a:lnSpc>
              <a:buFont typeface="Wingdings" panose="05000000000000000000" pitchFamily="2" charset="2"/>
              <a:buChar char="l"/>
            </a:pPr>
            <a:r>
              <a:rPr lang="en-US" altLang="zh-CN" dirty="0"/>
              <a:t>Real-time Control and Alert</a:t>
            </a:r>
          </a:p>
          <a:p>
            <a:pPr>
              <a:lnSpc>
                <a:spcPct val="150000"/>
              </a:lnSpc>
            </a:pPr>
            <a:endParaRPr lang="en-US" altLang="zh-CN" dirty="0"/>
          </a:p>
          <a:p>
            <a:pPr>
              <a:lnSpc>
                <a:spcPct val="150000"/>
              </a:lnSpc>
            </a:pPr>
            <a:endParaRPr lang="en-US" altLang="zh-CN" dirty="0"/>
          </a:p>
          <a:p>
            <a:pPr marL="342900" indent="-342900">
              <a:lnSpc>
                <a:spcPct val="150000"/>
              </a:lnSpc>
              <a:buFont typeface="Wingdings" panose="05000000000000000000" pitchFamily="2" charset="2"/>
              <a:buChar char="l"/>
            </a:pPr>
            <a:endParaRPr lang="en-US" altLang="zh-CN" dirty="0"/>
          </a:p>
        </p:txBody>
      </p:sp>
      <p:sp>
        <p:nvSpPr>
          <p:cNvPr id="21" name="副标题 2">
            <a:extLst>
              <a:ext uri="{FF2B5EF4-FFF2-40B4-BE49-F238E27FC236}">
                <a16:creationId xmlns:a16="http://schemas.microsoft.com/office/drawing/2014/main" id="{71C32AAC-7A63-4A41-8EC7-E1A9D33CFC6E}"/>
              </a:ext>
            </a:extLst>
          </p:cNvPr>
          <p:cNvSpPr txBox="1">
            <a:spLocks/>
          </p:cNvSpPr>
          <p:nvPr/>
        </p:nvSpPr>
        <p:spPr>
          <a:xfrm>
            <a:off x="8555392" y="2371022"/>
            <a:ext cx="3438003" cy="1622622"/>
          </a:xfrm>
          <a:prstGeom prst="rect">
            <a:avLst/>
          </a:prstGeom>
        </p:spPr>
        <p:txBody>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Wingdings" panose="05000000000000000000" pitchFamily="2" charset="2"/>
              <a:buChar char="l"/>
            </a:pPr>
            <a:r>
              <a:rPr lang="en-US" altLang="zh-CN" dirty="0"/>
              <a:t>Optimization Phase</a:t>
            </a:r>
          </a:p>
          <a:p>
            <a:pPr marL="342900" indent="-342900">
              <a:lnSpc>
                <a:spcPct val="150000"/>
              </a:lnSpc>
              <a:buFont typeface="Wingdings" panose="05000000000000000000" pitchFamily="2" charset="2"/>
              <a:buChar char="l"/>
            </a:pPr>
            <a:r>
              <a:rPr lang="en-US" altLang="zh-CN" dirty="0"/>
              <a:t>Config parameters in </a:t>
            </a:r>
            <a:r>
              <a:rPr lang="en-US" altLang="zh-CN" dirty="0" err="1"/>
              <a:t>SiMaint</a:t>
            </a:r>
            <a:r>
              <a:rPr lang="en-US" altLang="zh-CN" dirty="0"/>
              <a:t> by</a:t>
            </a:r>
            <a:r>
              <a:rPr lang="zh-CN" altLang="en-US" dirty="0"/>
              <a:t> </a:t>
            </a:r>
            <a:r>
              <a:rPr lang="en-US" altLang="zh-CN" dirty="0"/>
              <a:t>friendly UX</a:t>
            </a:r>
          </a:p>
          <a:p>
            <a:pPr marL="342900" indent="-342900">
              <a:lnSpc>
                <a:spcPct val="150000"/>
              </a:lnSpc>
              <a:buFont typeface="Wingdings" panose="05000000000000000000" pitchFamily="2" charset="2"/>
              <a:buChar char="l"/>
            </a:pPr>
            <a:r>
              <a:rPr lang="en-US" altLang="zh-CN" dirty="0"/>
              <a:t>Support self-learning by smart statistics </a:t>
            </a:r>
          </a:p>
          <a:p>
            <a:pPr>
              <a:lnSpc>
                <a:spcPct val="150000"/>
              </a:lnSpc>
            </a:pPr>
            <a:endParaRPr lang="en-US" altLang="zh-CN" dirty="0"/>
          </a:p>
          <a:p>
            <a:pPr>
              <a:lnSpc>
                <a:spcPct val="150000"/>
              </a:lnSpc>
            </a:pPr>
            <a:endParaRPr lang="en-US" altLang="zh-CN" dirty="0"/>
          </a:p>
          <a:p>
            <a:pPr marL="342900" indent="-342900">
              <a:lnSpc>
                <a:spcPct val="150000"/>
              </a:lnSpc>
              <a:buFont typeface="Wingdings" panose="05000000000000000000" pitchFamily="2" charset="2"/>
              <a:buChar char="l"/>
            </a:pPr>
            <a:endParaRPr lang="en-US" altLang="zh-CN" dirty="0"/>
          </a:p>
        </p:txBody>
      </p:sp>
      <p:pic>
        <p:nvPicPr>
          <p:cNvPr id="1026" name="Picture 2" descr="缺陷数控制图（C控制图）的控制限计算方法">
            <a:extLst>
              <a:ext uri="{FF2B5EF4-FFF2-40B4-BE49-F238E27FC236}">
                <a16:creationId xmlns:a16="http://schemas.microsoft.com/office/drawing/2014/main" id="{D78939B9-BB66-41C3-9207-87A5B13A28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1227" y="4908019"/>
            <a:ext cx="1301604" cy="923085"/>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08D2C523-072D-4B9F-A9F9-968FCD6C8D42}"/>
              </a:ext>
            </a:extLst>
          </p:cNvPr>
          <p:cNvPicPr>
            <a:picLocks noChangeAspect="1"/>
          </p:cNvPicPr>
          <p:nvPr/>
        </p:nvPicPr>
        <p:blipFill>
          <a:blip r:embed="rId7"/>
          <a:stretch>
            <a:fillRect/>
          </a:stretch>
        </p:blipFill>
        <p:spPr>
          <a:xfrm>
            <a:off x="9773674" y="4625694"/>
            <a:ext cx="2156386" cy="1602268"/>
          </a:xfrm>
          <a:prstGeom prst="rect">
            <a:avLst/>
          </a:prstGeom>
        </p:spPr>
      </p:pic>
    </p:spTree>
    <p:extLst>
      <p:ext uri="{BB962C8B-B14F-4D97-AF65-F5344CB8AC3E}">
        <p14:creationId xmlns:p14="http://schemas.microsoft.com/office/powerpoint/2010/main" val="1859181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300"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9"/>
                                        </p:tgtEl>
                                      </p:cBhvr>
                                    </p:cmd>
                                  </p:childTnLst>
                                </p:cTn>
                              </p:par>
                            </p:childTnLst>
                          </p:cTn>
                        </p:par>
                      </p:childTnLst>
                    </p:cTn>
                  </p:par>
                </p:childTnLst>
              </p:cTn>
              <p:nextCondLst>
                <p:cond evt="onClick" delay="0">
                  <p:tgtEl>
                    <p:spTgt spid="19"/>
                  </p:tgtEl>
                </p:cond>
              </p:nextCondLst>
            </p:seq>
            <p:video>
              <p:cMediaNode vol="80000">
                <p:cTn id="12" fill="hold" display="0">
                  <p:stCondLst>
                    <p:cond delay="indefinite"/>
                  </p:stCondLst>
                </p:cTn>
                <p:tgtEl>
                  <p:spTgt spid="19"/>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2409ABF2-701C-4271-8AF0-80F968620859}"/>
              </a:ext>
            </a:extLst>
          </p:cNvPr>
          <p:cNvSpPr>
            <a:spLocks noGrp="1"/>
          </p:cNvSpPr>
          <p:nvPr>
            <p:ph type="ftr" sz="quarter" idx="10"/>
          </p:nvPr>
        </p:nvSpPr>
        <p:spPr/>
        <p:txBody>
          <a:bodyPr/>
          <a:lstStyle/>
          <a:p>
            <a:pPr>
              <a:lnSpc>
                <a:spcPct val="100000"/>
              </a:lnSpc>
            </a:pPr>
            <a:r>
              <a:rPr lang="en-US" dirty="0"/>
              <a:t>Restricted | © Siemens 2021 | </a:t>
            </a:r>
            <a:r>
              <a:rPr lang="en-US" altLang="zh-CN" dirty="0"/>
              <a:t>T RDA IOT INW-CN</a:t>
            </a:r>
            <a:r>
              <a:rPr lang="en-US" dirty="0"/>
              <a:t> | </a:t>
            </a:r>
            <a:r>
              <a:rPr lang="en-US" altLang="zh-CN" dirty="0"/>
              <a:t>2021-09</a:t>
            </a:r>
            <a:endParaRPr lang="en-US" dirty="0"/>
          </a:p>
        </p:txBody>
      </p:sp>
      <p:sp>
        <p:nvSpPr>
          <p:cNvPr id="4" name="灯片编号占位符 3">
            <a:extLst>
              <a:ext uri="{FF2B5EF4-FFF2-40B4-BE49-F238E27FC236}">
                <a16:creationId xmlns:a16="http://schemas.microsoft.com/office/drawing/2014/main" id="{0FA45ED5-DF7A-472B-8FE0-F1E8BAFE7A4C}"/>
              </a:ext>
            </a:extLst>
          </p:cNvPr>
          <p:cNvSpPr>
            <a:spLocks noGrp="1"/>
          </p:cNvSpPr>
          <p:nvPr>
            <p:ph type="sldNum" sz="quarter" idx="11"/>
          </p:nvPr>
        </p:nvSpPr>
        <p:spPr/>
        <p:txBody>
          <a:bodyPr/>
          <a:lstStyle/>
          <a:p>
            <a:r>
              <a:rPr lang="en-US"/>
              <a:t>Page </a:t>
            </a:r>
            <a:fld id="{15EBE321-CBB1-4E91-BD14-37C8D44326FB}" type="slidenum">
              <a:rPr lang="en-US" smtClean="0"/>
              <a:pPr/>
              <a:t>14</a:t>
            </a:fld>
            <a:endParaRPr lang="en-US" dirty="0"/>
          </a:p>
        </p:txBody>
      </p:sp>
      <p:sp>
        <p:nvSpPr>
          <p:cNvPr id="21" name="Freeform 10">
            <a:extLst>
              <a:ext uri="{FF2B5EF4-FFF2-40B4-BE49-F238E27FC236}">
                <a16:creationId xmlns:a16="http://schemas.microsoft.com/office/drawing/2014/main" id="{A8C81486-60B8-42E5-8A9B-4E0F9CB0D10A}"/>
              </a:ext>
            </a:extLst>
          </p:cNvPr>
          <p:cNvSpPr/>
          <p:nvPr/>
        </p:nvSpPr>
        <p:spPr bwMode="auto">
          <a:xfrm>
            <a:off x="660653" y="586165"/>
            <a:ext cx="3912225" cy="3290987"/>
          </a:xfrm>
          <a:custGeom>
            <a:avLst/>
            <a:gdLst>
              <a:gd name="connsiteX0" fmla="*/ 0 w 7170801"/>
              <a:gd name="connsiteY0" fmla="*/ 0 h 6032118"/>
              <a:gd name="connsiteX1" fmla="*/ 7170801 w 7170801"/>
              <a:gd name="connsiteY1" fmla="*/ 7572 h 6032118"/>
              <a:gd name="connsiteX2" fmla="*/ 6573992 w 7170801"/>
              <a:gd name="connsiteY2" fmla="*/ 5131398 h 6032118"/>
              <a:gd name="connsiteX3" fmla="*/ 2970687 w 7170801"/>
              <a:gd name="connsiteY3" fmla="*/ 5131398 h 6032118"/>
              <a:gd name="connsiteX4" fmla="*/ 1602497 w 7170801"/>
              <a:gd name="connsiteY4" fmla="*/ 6032118 h 6032118"/>
              <a:gd name="connsiteX5" fmla="*/ 1602497 w 7170801"/>
              <a:gd name="connsiteY5" fmla="*/ 5131398 h 6032118"/>
              <a:gd name="connsiteX6" fmla="*/ 484094 w 7170801"/>
              <a:gd name="connsiteY6" fmla="*/ 5131398 h 6032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0801" h="6032118">
                <a:moveTo>
                  <a:pt x="0" y="0"/>
                </a:moveTo>
                <a:lnTo>
                  <a:pt x="7170801" y="7572"/>
                </a:lnTo>
                <a:lnTo>
                  <a:pt x="6573992" y="5131398"/>
                </a:lnTo>
                <a:lnTo>
                  <a:pt x="2970687" y="5131398"/>
                </a:lnTo>
                <a:lnTo>
                  <a:pt x="1602497" y="6032118"/>
                </a:lnTo>
                <a:lnTo>
                  <a:pt x="1602497" y="5131398"/>
                </a:lnTo>
                <a:lnTo>
                  <a:pt x="484094" y="5131398"/>
                </a:lnTo>
                <a:close/>
              </a:path>
            </a:pathLst>
          </a:custGeom>
          <a:solidFill>
            <a:srgbClr val="CDD9E1"/>
          </a:solidFill>
          <a:ln>
            <a:noFill/>
          </a:ln>
          <a:effectLst/>
        </p:spPr>
        <p:txBody>
          <a:bodyPr wrap="square" lIns="107944" tIns="53972" rIns="107944" bIns="53972" numCol="1" spcCol="72000" rtlCol="0" anchor="ctr">
            <a:noAutofit/>
          </a:bodyPr>
          <a:lstStyle/>
          <a:p>
            <a:pPr>
              <a:lnSpc>
                <a:spcPct val="110000"/>
              </a:lnSpc>
              <a:spcBef>
                <a:spcPct val="0"/>
              </a:spcBef>
              <a:buFont typeface="Wingdings" charset="0"/>
              <a:buNone/>
            </a:pPr>
            <a:endParaRPr lang="en-US" sz="1799" dirty="0">
              <a:cs typeface="+mn-ea"/>
              <a:sym typeface="+mn-lt"/>
            </a:endParaRPr>
          </a:p>
        </p:txBody>
      </p:sp>
      <p:sp>
        <p:nvSpPr>
          <p:cNvPr id="22" name="Freeform 9">
            <a:extLst>
              <a:ext uri="{FF2B5EF4-FFF2-40B4-BE49-F238E27FC236}">
                <a16:creationId xmlns:a16="http://schemas.microsoft.com/office/drawing/2014/main" id="{86F741D1-40B8-42F8-967D-B5737C1BF3F9}"/>
              </a:ext>
            </a:extLst>
          </p:cNvPr>
          <p:cNvSpPr/>
          <p:nvPr/>
        </p:nvSpPr>
        <p:spPr bwMode="auto">
          <a:xfrm>
            <a:off x="3612269" y="2601396"/>
            <a:ext cx="4354965" cy="3060704"/>
          </a:xfrm>
          <a:custGeom>
            <a:avLst/>
            <a:gdLst>
              <a:gd name="connsiteX0" fmla="*/ 0 w 4357233"/>
              <a:gd name="connsiteY0" fmla="*/ 0 h 3062298"/>
              <a:gd name="connsiteX1" fmla="*/ 4357233 w 4357233"/>
              <a:gd name="connsiteY1" fmla="*/ 0 h 3062298"/>
              <a:gd name="connsiteX2" fmla="*/ 4061717 w 4357233"/>
              <a:gd name="connsiteY2" fmla="*/ 2542701 h 3062298"/>
              <a:gd name="connsiteX3" fmla="*/ 1670637 w 4357233"/>
              <a:gd name="connsiteY3" fmla="*/ 2542700 h 3062298"/>
              <a:gd name="connsiteX4" fmla="*/ 883104 w 4357233"/>
              <a:gd name="connsiteY4" fmla="*/ 3062298 h 3062298"/>
              <a:gd name="connsiteX5" fmla="*/ 883104 w 4357233"/>
              <a:gd name="connsiteY5" fmla="*/ 2542700 h 3062298"/>
              <a:gd name="connsiteX6" fmla="*/ 239350 w 4357233"/>
              <a:gd name="connsiteY6" fmla="*/ 2542700 h 3062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57233" h="3062298">
                <a:moveTo>
                  <a:pt x="0" y="0"/>
                </a:moveTo>
                <a:lnTo>
                  <a:pt x="4357233" y="0"/>
                </a:lnTo>
                <a:lnTo>
                  <a:pt x="4061717" y="2542701"/>
                </a:lnTo>
                <a:lnTo>
                  <a:pt x="1670637" y="2542700"/>
                </a:lnTo>
                <a:lnTo>
                  <a:pt x="883104" y="3062298"/>
                </a:lnTo>
                <a:lnTo>
                  <a:pt x="883104" y="2542700"/>
                </a:lnTo>
                <a:lnTo>
                  <a:pt x="239350" y="2542700"/>
                </a:lnTo>
                <a:close/>
              </a:path>
            </a:pathLst>
          </a:custGeom>
          <a:solidFill>
            <a:srgbClr val="50BED7"/>
          </a:solidFill>
          <a:ln>
            <a:noFill/>
          </a:ln>
          <a:effectLst/>
        </p:spPr>
        <p:txBody>
          <a:bodyPr wrap="square" lIns="107944" tIns="53972" rIns="107944" bIns="53972" numCol="1" spcCol="72000" rtlCol="0" anchor="ctr">
            <a:noAutofit/>
          </a:bodyPr>
          <a:lstStyle/>
          <a:p>
            <a:pPr algn="ctr">
              <a:lnSpc>
                <a:spcPct val="110000"/>
              </a:lnSpc>
              <a:spcBef>
                <a:spcPct val="0"/>
              </a:spcBef>
              <a:buFont typeface="Wingdings" charset="0"/>
              <a:buNone/>
            </a:pPr>
            <a:endParaRPr lang="en-US" sz="1799" dirty="0">
              <a:cs typeface="+mn-ea"/>
              <a:sym typeface="+mn-lt"/>
            </a:endParaRPr>
          </a:p>
        </p:txBody>
      </p:sp>
      <p:sp>
        <p:nvSpPr>
          <p:cNvPr id="23" name="Textfeld 2">
            <a:extLst>
              <a:ext uri="{FF2B5EF4-FFF2-40B4-BE49-F238E27FC236}">
                <a16:creationId xmlns:a16="http://schemas.microsoft.com/office/drawing/2014/main" id="{9327753D-25E2-446A-AE0C-D489F7A6DD0C}"/>
              </a:ext>
            </a:extLst>
          </p:cNvPr>
          <p:cNvSpPr txBox="1"/>
          <p:nvPr/>
        </p:nvSpPr>
        <p:spPr>
          <a:xfrm>
            <a:off x="1083410" y="1421607"/>
            <a:ext cx="3250157" cy="738279"/>
          </a:xfrm>
          <a:prstGeom prst="rect">
            <a:avLst/>
          </a:prstGeom>
          <a:noFill/>
        </p:spPr>
        <p:txBody>
          <a:bodyPr wrap="square" lIns="0" tIns="0" rIns="0" bIns="0" rtlCol="0">
            <a:spAutoFit/>
          </a:bodyPr>
          <a:lstStyle/>
          <a:p>
            <a:pPr>
              <a:spcBef>
                <a:spcPts val="2399"/>
              </a:spcBef>
            </a:pPr>
            <a:r>
              <a:rPr lang="en-US" sz="4798" dirty="0">
                <a:solidFill>
                  <a:srgbClr val="00646E"/>
                </a:solidFill>
                <a:cs typeface="+mn-ea"/>
                <a:sym typeface="+mn-lt"/>
              </a:rPr>
              <a:t>Questions?</a:t>
            </a:r>
          </a:p>
        </p:txBody>
      </p:sp>
      <p:sp>
        <p:nvSpPr>
          <p:cNvPr id="28" name="Textfeld 2">
            <a:extLst>
              <a:ext uri="{FF2B5EF4-FFF2-40B4-BE49-F238E27FC236}">
                <a16:creationId xmlns:a16="http://schemas.microsoft.com/office/drawing/2014/main" id="{F96C4CFD-3E55-426D-A408-B1BFDE0686E5}"/>
              </a:ext>
            </a:extLst>
          </p:cNvPr>
          <p:cNvSpPr txBox="1"/>
          <p:nvPr/>
        </p:nvSpPr>
        <p:spPr>
          <a:xfrm>
            <a:off x="4054474" y="3326897"/>
            <a:ext cx="3312825" cy="738279"/>
          </a:xfrm>
          <a:prstGeom prst="rect">
            <a:avLst/>
          </a:prstGeom>
          <a:noFill/>
        </p:spPr>
        <p:txBody>
          <a:bodyPr wrap="square" lIns="0" tIns="0" rIns="0" bIns="0" rtlCol="0">
            <a:spAutoFit/>
          </a:bodyPr>
          <a:lstStyle/>
          <a:p>
            <a:pPr algn="ctr">
              <a:spcBef>
                <a:spcPts val="2399"/>
              </a:spcBef>
            </a:pPr>
            <a:r>
              <a:rPr lang="en-US" sz="4798" dirty="0">
                <a:solidFill>
                  <a:srgbClr val="FFFFFF"/>
                </a:solidFill>
                <a:cs typeface="+mn-ea"/>
                <a:sym typeface="+mn-lt"/>
              </a:rPr>
              <a:t>Answers!</a:t>
            </a:r>
          </a:p>
        </p:txBody>
      </p:sp>
      <p:grpSp>
        <p:nvGrpSpPr>
          <p:cNvPr id="29" name="Gruppieren 134">
            <a:extLst>
              <a:ext uri="{FF2B5EF4-FFF2-40B4-BE49-F238E27FC236}">
                <a16:creationId xmlns:a16="http://schemas.microsoft.com/office/drawing/2014/main" id="{D3390AD0-A494-41EC-8076-8EC92AE420F2}"/>
              </a:ext>
            </a:extLst>
          </p:cNvPr>
          <p:cNvGrpSpPr/>
          <p:nvPr/>
        </p:nvGrpSpPr>
        <p:grpSpPr bwMode="gray">
          <a:xfrm>
            <a:off x="5880089" y="4415959"/>
            <a:ext cx="6328151" cy="1960727"/>
            <a:chOff x="3846455" y="4452590"/>
            <a:chExt cx="6087317" cy="2155882"/>
          </a:xfrm>
        </p:grpSpPr>
        <p:sp>
          <p:nvSpPr>
            <p:cNvPr id="30" name="Rectangle 1622">
              <a:extLst>
                <a:ext uri="{FF2B5EF4-FFF2-40B4-BE49-F238E27FC236}">
                  <a16:creationId xmlns:a16="http://schemas.microsoft.com/office/drawing/2014/main" id="{4DD915D0-F144-4A2E-83BB-19CCD8B3E0B8}"/>
                </a:ext>
              </a:extLst>
            </p:cNvPr>
            <p:cNvSpPr>
              <a:spLocks noChangeArrowheads="1"/>
            </p:cNvSpPr>
            <p:nvPr/>
          </p:nvSpPr>
          <p:spPr bwMode="gray">
            <a:xfrm>
              <a:off x="3846455" y="6343439"/>
              <a:ext cx="6087317" cy="265033"/>
            </a:xfrm>
            <a:prstGeom prst="rect">
              <a:avLst/>
            </a:prstGeom>
            <a:solidFill>
              <a:srgbClr val="DFE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1" name="Rectangle 1623">
              <a:extLst>
                <a:ext uri="{FF2B5EF4-FFF2-40B4-BE49-F238E27FC236}">
                  <a16:creationId xmlns:a16="http://schemas.microsoft.com/office/drawing/2014/main" id="{D52ADAB2-7224-461A-82F2-962B04A372FE}"/>
                </a:ext>
              </a:extLst>
            </p:cNvPr>
            <p:cNvSpPr>
              <a:spLocks noChangeArrowheads="1"/>
            </p:cNvSpPr>
            <p:nvPr/>
          </p:nvSpPr>
          <p:spPr bwMode="gray">
            <a:xfrm>
              <a:off x="3846455" y="6343439"/>
              <a:ext cx="6087317" cy="64099"/>
            </a:xfrm>
            <a:prstGeom prst="rect">
              <a:avLst/>
            </a:prstGeom>
            <a:solidFill>
              <a:srgbClr val="BECD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2" name="Freeform 1997">
              <a:extLst>
                <a:ext uri="{FF2B5EF4-FFF2-40B4-BE49-F238E27FC236}">
                  <a16:creationId xmlns:a16="http://schemas.microsoft.com/office/drawing/2014/main" id="{9D700671-818B-47DE-9C77-1668BFDE388D}"/>
                </a:ext>
              </a:extLst>
            </p:cNvPr>
            <p:cNvSpPr>
              <a:spLocks/>
            </p:cNvSpPr>
            <p:nvPr/>
          </p:nvSpPr>
          <p:spPr bwMode="gray">
            <a:xfrm>
              <a:off x="8706101" y="5468223"/>
              <a:ext cx="166130" cy="26705"/>
            </a:xfrm>
            <a:custGeom>
              <a:avLst/>
              <a:gdLst>
                <a:gd name="T0" fmla="*/ 548 w 4846"/>
                <a:gd name="T1" fmla="*/ 0 h 779"/>
                <a:gd name="T2" fmla="*/ 0 w 4846"/>
                <a:gd name="T3" fmla="*/ 750 h 779"/>
                <a:gd name="T4" fmla="*/ 4846 w 4846"/>
                <a:gd name="T5" fmla="*/ 779 h 779"/>
                <a:gd name="T6" fmla="*/ 4846 w 4846"/>
                <a:gd name="T7" fmla="*/ 29 h 779"/>
                <a:gd name="T8" fmla="*/ 548 w 4846"/>
                <a:gd name="T9" fmla="*/ 0 h 779"/>
              </a:gdLst>
              <a:ahLst/>
              <a:cxnLst>
                <a:cxn ang="0">
                  <a:pos x="T0" y="T1"/>
                </a:cxn>
                <a:cxn ang="0">
                  <a:pos x="T2" y="T3"/>
                </a:cxn>
                <a:cxn ang="0">
                  <a:pos x="T4" y="T5"/>
                </a:cxn>
                <a:cxn ang="0">
                  <a:pos x="T6" y="T7"/>
                </a:cxn>
                <a:cxn ang="0">
                  <a:pos x="T8" y="T9"/>
                </a:cxn>
              </a:cxnLst>
              <a:rect l="0" t="0" r="r" b="b"/>
              <a:pathLst>
                <a:path w="4846" h="779">
                  <a:moveTo>
                    <a:pt x="548" y="0"/>
                  </a:moveTo>
                  <a:lnTo>
                    <a:pt x="0" y="750"/>
                  </a:lnTo>
                  <a:lnTo>
                    <a:pt x="4846" y="779"/>
                  </a:lnTo>
                  <a:lnTo>
                    <a:pt x="4846" y="29"/>
                  </a:lnTo>
                  <a:lnTo>
                    <a:pt x="548"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3" name="Freeform 1998">
              <a:extLst>
                <a:ext uri="{FF2B5EF4-FFF2-40B4-BE49-F238E27FC236}">
                  <a16:creationId xmlns:a16="http://schemas.microsoft.com/office/drawing/2014/main" id="{36AD5F6E-DCC2-4616-A7E1-B8B50CA5906D}"/>
                </a:ext>
              </a:extLst>
            </p:cNvPr>
            <p:cNvSpPr>
              <a:spLocks/>
            </p:cNvSpPr>
            <p:nvPr/>
          </p:nvSpPr>
          <p:spPr bwMode="gray">
            <a:xfrm>
              <a:off x="8872231" y="5469219"/>
              <a:ext cx="27700" cy="25711"/>
            </a:xfrm>
            <a:custGeom>
              <a:avLst/>
              <a:gdLst>
                <a:gd name="T0" fmla="*/ 0 w 808"/>
                <a:gd name="T1" fmla="*/ 0 h 750"/>
                <a:gd name="T2" fmla="*/ 808 w 808"/>
                <a:gd name="T3" fmla="*/ 346 h 750"/>
                <a:gd name="T4" fmla="*/ 0 w 808"/>
                <a:gd name="T5" fmla="*/ 750 h 750"/>
                <a:gd name="T6" fmla="*/ 0 w 808"/>
                <a:gd name="T7" fmla="*/ 0 h 750"/>
              </a:gdLst>
              <a:ahLst/>
              <a:cxnLst>
                <a:cxn ang="0">
                  <a:pos x="T0" y="T1"/>
                </a:cxn>
                <a:cxn ang="0">
                  <a:pos x="T2" y="T3"/>
                </a:cxn>
                <a:cxn ang="0">
                  <a:pos x="T4" y="T5"/>
                </a:cxn>
                <a:cxn ang="0">
                  <a:pos x="T6" y="T7"/>
                </a:cxn>
              </a:cxnLst>
              <a:rect l="0" t="0" r="r" b="b"/>
              <a:pathLst>
                <a:path w="808" h="750">
                  <a:moveTo>
                    <a:pt x="0" y="0"/>
                  </a:moveTo>
                  <a:lnTo>
                    <a:pt x="808" y="346"/>
                  </a:lnTo>
                  <a:lnTo>
                    <a:pt x="0" y="750"/>
                  </a:lnTo>
                  <a:lnTo>
                    <a:pt x="0" y="0"/>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4" name="Freeform 1999">
              <a:extLst>
                <a:ext uri="{FF2B5EF4-FFF2-40B4-BE49-F238E27FC236}">
                  <a16:creationId xmlns:a16="http://schemas.microsoft.com/office/drawing/2014/main" id="{9916C8F4-0F89-4047-80A3-C3DA4700905B}"/>
                </a:ext>
              </a:extLst>
            </p:cNvPr>
            <p:cNvSpPr>
              <a:spLocks/>
            </p:cNvSpPr>
            <p:nvPr/>
          </p:nvSpPr>
          <p:spPr bwMode="gray">
            <a:xfrm>
              <a:off x="5741719" y="5774807"/>
              <a:ext cx="534933" cy="55365"/>
            </a:xfrm>
            <a:custGeom>
              <a:avLst/>
              <a:gdLst>
                <a:gd name="T0" fmla="*/ 485 w 541"/>
                <a:gd name="T1" fmla="*/ 0 h 56"/>
                <a:gd name="T2" fmla="*/ 56 w 541"/>
                <a:gd name="T3" fmla="*/ 0 h 56"/>
                <a:gd name="T4" fmla="*/ 0 w 541"/>
                <a:gd name="T5" fmla="*/ 56 h 56"/>
                <a:gd name="T6" fmla="*/ 541 w 541"/>
                <a:gd name="T7" fmla="*/ 56 h 56"/>
                <a:gd name="T8" fmla="*/ 485 w 541"/>
                <a:gd name="T9" fmla="*/ 0 h 56"/>
              </a:gdLst>
              <a:ahLst/>
              <a:cxnLst>
                <a:cxn ang="0">
                  <a:pos x="T0" y="T1"/>
                </a:cxn>
                <a:cxn ang="0">
                  <a:pos x="T2" y="T3"/>
                </a:cxn>
                <a:cxn ang="0">
                  <a:pos x="T4" y="T5"/>
                </a:cxn>
                <a:cxn ang="0">
                  <a:pos x="T6" y="T7"/>
                </a:cxn>
                <a:cxn ang="0">
                  <a:pos x="T8" y="T9"/>
                </a:cxn>
              </a:cxnLst>
              <a:rect l="0" t="0" r="r" b="b"/>
              <a:pathLst>
                <a:path w="541" h="56">
                  <a:moveTo>
                    <a:pt x="485" y="0"/>
                  </a:moveTo>
                  <a:cubicBezTo>
                    <a:pt x="56" y="0"/>
                    <a:pt x="56" y="0"/>
                    <a:pt x="56" y="0"/>
                  </a:cubicBezTo>
                  <a:cubicBezTo>
                    <a:pt x="25" y="0"/>
                    <a:pt x="0" y="25"/>
                    <a:pt x="0" y="56"/>
                  </a:cubicBezTo>
                  <a:cubicBezTo>
                    <a:pt x="541" y="56"/>
                    <a:pt x="541" y="56"/>
                    <a:pt x="541" y="56"/>
                  </a:cubicBezTo>
                  <a:cubicBezTo>
                    <a:pt x="541" y="25"/>
                    <a:pt x="516" y="0"/>
                    <a:pt x="485" y="0"/>
                  </a:cubicBez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5" name="Freeform 2000">
              <a:extLst>
                <a:ext uri="{FF2B5EF4-FFF2-40B4-BE49-F238E27FC236}">
                  <a16:creationId xmlns:a16="http://schemas.microsoft.com/office/drawing/2014/main" id="{4FDE2D07-4F9C-4276-A6C6-793E30C99FC9}"/>
                </a:ext>
              </a:extLst>
            </p:cNvPr>
            <p:cNvSpPr>
              <a:spLocks/>
            </p:cNvSpPr>
            <p:nvPr/>
          </p:nvSpPr>
          <p:spPr bwMode="gray">
            <a:xfrm>
              <a:off x="5741719" y="5830171"/>
              <a:ext cx="534933" cy="37573"/>
            </a:xfrm>
            <a:custGeom>
              <a:avLst/>
              <a:gdLst>
                <a:gd name="T0" fmla="*/ 0 w 15604"/>
                <a:gd name="T1" fmla="*/ 0 h 1096"/>
                <a:gd name="T2" fmla="*/ 15604 w 15604"/>
                <a:gd name="T3" fmla="*/ 0 h 1096"/>
                <a:gd name="T4" fmla="*/ 15604 w 15604"/>
                <a:gd name="T5" fmla="*/ 1096 h 1096"/>
                <a:gd name="T6" fmla="*/ 0 w 15604"/>
                <a:gd name="T7" fmla="*/ 1096 h 1096"/>
                <a:gd name="T8" fmla="*/ 0 w 15604"/>
                <a:gd name="T9" fmla="*/ 0 h 1096"/>
                <a:gd name="T10" fmla="*/ 0 w 15604"/>
                <a:gd name="T11" fmla="*/ 0 h 1096"/>
              </a:gdLst>
              <a:ahLst/>
              <a:cxnLst>
                <a:cxn ang="0">
                  <a:pos x="T0" y="T1"/>
                </a:cxn>
                <a:cxn ang="0">
                  <a:pos x="T2" y="T3"/>
                </a:cxn>
                <a:cxn ang="0">
                  <a:pos x="T4" y="T5"/>
                </a:cxn>
                <a:cxn ang="0">
                  <a:pos x="T6" y="T7"/>
                </a:cxn>
                <a:cxn ang="0">
                  <a:pos x="T8" y="T9"/>
                </a:cxn>
                <a:cxn ang="0">
                  <a:pos x="T10" y="T11"/>
                </a:cxn>
              </a:cxnLst>
              <a:rect l="0" t="0" r="r" b="b"/>
              <a:pathLst>
                <a:path w="15604" h="1096">
                  <a:moveTo>
                    <a:pt x="0" y="0"/>
                  </a:moveTo>
                  <a:lnTo>
                    <a:pt x="15604" y="0"/>
                  </a:lnTo>
                  <a:lnTo>
                    <a:pt x="15604" y="1096"/>
                  </a:lnTo>
                  <a:lnTo>
                    <a:pt x="0" y="1096"/>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6" name="Freeform 2001">
              <a:extLst>
                <a:ext uri="{FF2B5EF4-FFF2-40B4-BE49-F238E27FC236}">
                  <a16:creationId xmlns:a16="http://schemas.microsoft.com/office/drawing/2014/main" id="{D40F1D54-1130-4C53-9104-3F24A8B9D920}"/>
                </a:ext>
              </a:extLst>
            </p:cNvPr>
            <p:cNvSpPr>
              <a:spLocks/>
            </p:cNvSpPr>
            <p:nvPr/>
          </p:nvSpPr>
          <p:spPr bwMode="gray">
            <a:xfrm>
              <a:off x="5756563" y="6115979"/>
              <a:ext cx="504285" cy="22763"/>
            </a:xfrm>
            <a:custGeom>
              <a:avLst/>
              <a:gdLst>
                <a:gd name="T0" fmla="*/ 0 w 14710"/>
                <a:gd name="T1" fmla="*/ 0 h 664"/>
                <a:gd name="T2" fmla="*/ 14710 w 14710"/>
                <a:gd name="T3" fmla="*/ 0 h 664"/>
                <a:gd name="T4" fmla="*/ 14710 w 14710"/>
                <a:gd name="T5" fmla="*/ 664 h 664"/>
                <a:gd name="T6" fmla="*/ 0 w 14710"/>
                <a:gd name="T7" fmla="*/ 664 h 664"/>
                <a:gd name="T8" fmla="*/ 0 w 14710"/>
                <a:gd name="T9" fmla="*/ 0 h 664"/>
                <a:gd name="T10" fmla="*/ 0 w 14710"/>
                <a:gd name="T11" fmla="*/ 0 h 664"/>
              </a:gdLst>
              <a:ahLst/>
              <a:cxnLst>
                <a:cxn ang="0">
                  <a:pos x="T0" y="T1"/>
                </a:cxn>
                <a:cxn ang="0">
                  <a:pos x="T2" y="T3"/>
                </a:cxn>
                <a:cxn ang="0">
                  <a:pos x="T4" y="T5"/>
                </a:cxn>
                <a:cxn ang="0">
                  <a:pos x="T6" y="T7"/>
                </a:cxn>
                <a:cxn ang="0">
                  <a:pos x="T8" y="T9"/>
                </a:cxn>
                <a:cxn ang="0">
                  <a:pos x="T10" y="T11"/>
                </a:cxn>
              </a:cxnLst>
              <a:rect l="0" t="0" r="r" b="b"/>
              <a:pathLst>
                <a:path w="14710" h="664">
                  <a:moveTo>
                    <a:pt x="0" y="0"/>
                  </a:moveTo>
                  <a:lnTo>
                    <a:pt x="14710" y="0"/>
                  </a:lnTo>
                  <a:lnTo>
                    <a:pt x="14710" y="664"/>
                  </a:lnTo>
                  <a:lnTo>
                    <a:pt x="0" y="664"/>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7" name="Freeform 2002">
              <a:extLst>
                <a:ext uri="{FF2B5EF4-FFF2-40B4-BE49-F238E27FC236}">
                  <a16:creationId xmlns:a16="http://schemas.microsoft.com/office/drawing/2014/main" id="{4C42C8A6-8C26-4438-9A40-A9C60DD80DEC}"/>
                </a:ext>
              </a:extLst>
            </p:cNvPr>
            <p:cNvSpPr>
              <a:spLocks/>
            </p:cNvSpPr>
            <p:nvPr/>
          </p:nvSpPr>
          <p:spPr bwMode="gray">
            <a:xfrm>
              <a:off x="5741719" y="5455367"/>
              <a:ext cx="31642" cy="884129"/>
            </a:xfrm>
            <a:custGeom>
              <a:avLst/>
              <a:gdLst>
                <a:gd name="T0" fmla="*/ 0 w 923"/>
                <a:gd name="T1" fmla="*/ 0 h 25790"/>
                <a:gd name="T2" fmla="*/ 923 w 923"/>
                <a:gd name="T3" fmla="*/ 0 h 25790"/>
                <a:gd name="T4" fmla="*/ 923 w 923"/>
                <a:gd name="T5" fmla="*/ 25790 h 25790"/>
                <a:gd name="T6" fmla="*/ 0 w 923"/>
                <a:gd name="T7" fmla="*/ 25790 h 25790"/>
                <a:gd name="T8" fmla="*/ 0 w 923"/>
                <a:gd name="T9" fmla="*/ 0 h 25790"/>
                <a:gd name="T10" fmla="*/ 0 w 923"/>
                <a:gd name="T11" fmla="*/ 0 h 25790"/>
              </a:gdLst>
              <a:ahLst/>
              <a:cxnLst>
                <a:cxn ang="0">
                  <a:pos x="T0" y="T1"/>
                </a:cxn>
                <a:cxn ang="0">
                  <a:pos x="T2" y="T3"/>
                </a:cxn>
                <a:cxn ang="0">
                  <a:pos x="T4" y="T5"/>
                </a:cxn>
                <a:cxn ang="0">
                  <a:pos x="T6" y="T7"/>
                </a:cxn>
                <a:cxn ang="0">
                  <a:pos x="T8" y="T9"/>
                </a:cxn>
                <a:cxn ang="0">
                  <a:pos x="T10" y="T11"/>
                </a:cxn>
              </a:cxnLst>
              <a:rect l="0" t="0" r="r" b="b"/>
              <a:pathLst>
                <a:path w="923" h="25790">
                  <a:moveTo>
                    <a:pt x="0" y="0"/>
                  </a:moveTo>
                  <a:lnTo>
                    <a:pt x="923" y="0"/>
                  </a:lnTo>
                  <a:lnTo>
                    <a:pt x="923"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8" name="Freeform 2003">
              <a:extLst>
                <a:ext uri="{FF2B5EF4-FFF2-40B4-BE49-F238E27FC236}">
                  <a16:creationId xmlns:a16="http://schemas.microsoft.com/office/drawing/2014/main" id="{02341734-F00C-47D0-909D-FB7823AB7B7A}"/>
                </a:ext>
              </a:extLst>
            </p:cNvPr>
            <p:cNvSpPr>
              <a:spLocks/>
            </p:cNvSpPr>
            <p:nvPr/>
          </p:nvSpPr>
          <p:spPr bwMode="gray">
            <a:xfrm>
              <a:off x="6245010" y="5455367"/>
              <a:ext cx="31642" cy="884129"/>
            </a:xfrm>
            <a:custGeom>
              <a:avLst/>
              <a:gdLst>
                <a:gd name="T0" fmla="*/ 0 w 923"/>
                <a:gd name="T1" fmla="*/ 0 h 25790"/>
                <a:gd name="T2" fmla="*/ 923 w 923"/>
                <a:gd name="T3" fmla="*/ 0 h 25790"/>
                <a:gd name="T4" fmla="*/ 923 w 923"/>
                <a:gd name="T5" fmla="*/ 25790 h 25790"/>
                <a:gd name="T6" fmla="*/ 0 w 923"/>
                <a:gd name="T7" fmla="*/ 25790 h 25790"/>
                <a:gd name="T8" fmla="*/ 0 w 923"/>
                <a:gd name="T9" fmla="*/ 0 h 25790"/>
                <a:gd name="T10" fmla="*/ 0 w 923"/>
                <a:gd name="T11" fmla="*/ 0 h 25790"/>
              </a:gdLst>
              <a:ahLst/>
              <a:cxnLst>
                <a:cxn ang="0">
                  <a:pos x="T0" y="T1"/>
                </a:cxn>
                <a:cxn ang="0">
                  <a:pos x="T2" y="T3"/>
                </a:cxn>
                <a:cxn ang="0">
                  <a:pos x="T4" y="T5"/>
                </a:cxn>
                <a:cxn ang="0">
                  <a:pos x="T6" y="T7"/>
                </a:cxn>
                <a:cxn ang="0">
                  <a:pos x="T8" y="T9"/>
                </a:cxn>
                <a:cxn ang="0">
                  <a:pos x="T10" y="T11"/>
                </a:cxn>
              </a:cxnLst>
              <a:rect l="0" t="0" r="r" b="b"/>
              <a:pathLst>
                <a:path w="923" h="25790">
                  <a:moveTo>
                    <a:pt x="0" y="0"/>
                  </a:moveTo>
                  <a:lnTo>
                    <a:pt x="923" y="0"/>
                  </a:lnTo>
                  <a:lnTo>
                    <a:pt x="923"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9" name="Freeform 2004">
              <a:extLst>
                <a:ext uri="{FF2B5EF4-FFF2-40B4-BE49-F238E27FC236}">
                  <a16:creationId xmlns:a16="http://schemas.microsoft.com/office/drawing/2014/main" id="{CF249BC1-B13A-4C33-9E78-C214ED457096}"/>
                </a:ext>
              </a:extLst>
            </p:cNvPr>
            <p:cNvSpPr>
              <a:spLocks/>
            </p:cNvSpPr>
            <p:nvPr/>
          </p:nvSpPr>
          <p:spPr bwMode="gray">
            <a:xfrm>
              <a:off x="5741719" y="5246696"/>
              <a:ext cx="534933" cy="208673"/>
            </a:xfrm>
            <a:custGeom>
              <a:avLst/>
              <a:gdLst>
                <a:gd name="T0" fmla="*/ 404 w 541"/>
                <a:gd name="T1" fmla="*/ 0 h 211"/>
                <a:gd name="T2" fmla="*/ 136 w 541"/>
                <a:gd name="T3" fmla="*/ 0 h 211"/>
                <a:gd name="T4" fmla="*/ 0 w 541"/>
                <a:gd name="T5" fmla="*/ 119 h 211"/>
                <a:gd name="T6" fmla="*/ 0 w 541"/>
                <a:gd name="T7" fmla="*/ 211 h 211"/>
                <a:gd name="T8" fmla="*/ 541 w 541"/>
                <a:gd name="T9" fmla="*/ 211 h 211"/>
                <a:gd name="T10" fmla="*/ 541 w 541"/>
                <a:gd name="T11" fmla="*/ 119 h 211"/>
                <a:gd name="T12" fmla="*/ 404 w 541"/>
                <a:gd name="T13" fmla="*/ 0 h 211"/>
              </a:gdLst>
              <a:ahLst/>
              <a:cxnLst>
                <a:cxn ang="0">
                  <a:pos x="T0" y="T1"/>
                </a:cxn>
                <a:cxn ang="0">
                  <a:pos x="T2" y="T3"/>
                </a:cxn>
                <a:cxn ang="0">
                  <a:pos x="T4" y="T5"/>
                </a:cxn>
                <a:cxn ang="0">
                  <a:pos x="T6" y="T7"/>
                </a:cxn>
                <a:cxn ang="0">
                  <a:pos x="T8" y="T9"/>
                </a:cxn>
                <a:cxn ang="0">
                  <a:pos x="T10" y="T11"/>
                </a:cxn>
                <a:cxn ang="0">
                  <a:pos x="T12" y="T13"/>
                </a:cxn>
              </a:cxnLst>
              <a:rect l="0" t="0" r="r" b="b"/>
              <a:pathLst>
                <a:path w="541" h="211">
                  <a:moveTo>
                    <a:pt x="404" y="0"/>
                  </a:moveTo>
                  <a:cubicBezTo>
                    <a:pt x="136" y="0"/>
                    <a:pt x="136" y="0"/>
                    <a:pt x="136" y="0"/>
                  </a:cubicBezTo>
                  <a:cubicBezTo>
                    <a:pt x="61" y="0"/>
                    <a:pt x="0" y="53"/>
                    <a:pt x="0" y="119"/>
                  </a:cubicBezTo>
                  <a:cubicBezTo>
                    <a:pt x="0" y="211"/>
                    <a:pt x="0" y="211"/>
                    <a:pt x="0" y="211"/>
                  </a:cubicBezTo>
                  <a:cubicBezTo>
                    <a:pt x="541" y="211"/>
                    <a:pt x="541" y="211"/>
                    <a:pt x="541" y="211"/>
                  </a:cubicBezTo>
                  <a:cubicBezTo>
                    <a:pt x="541" y="119"/>
                    <a:pt x="541" y="119"/>
                    <a:pt x="541" y="119"/>
                  </a:cubicBezTo>
                  <a:cubicBezTo>
                    <a:pt x="541" y="53"/>
                    <a:pt x="479" y="0"/>
                    <a:pt x="404"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0" name="Freeform 2005">
              <a:extLst>
                <a:ext uri="{FF2B5EF4-FFF2-40B4-BE49-F238E27FC236}">
                  <a16:creationId xmlns:a16="http://schemas.microsoft.com/office/drawing/2014/main" id="{20F73EA7-C398-467B-B9F8-09770F0A1BC7}"/>
                </a:ext>
              </a:extLst>
            </p:cNvPr>
            <p:cNvSpPr>
              <a:spLocks/>
            </p:cNvSpPr>
            <p:nvPr/>
          </p:nvSpPr>
          <p:spPr bwMode="gray">
            <a:xfrm>
              <a:off x="5903872" y="4895649"/>
              <a:ext cx="209633" cy="477648"/>
            </a:xfrm>
            <a:custGeom>
              <a:avLst/>
              <a:gdLst>
                <a:gd name="T0" fmla="*/ 0 w 6115"/>
                <a:gd name="T1" fmla="*/ 0 h 13933"/>
                <a:gd name="T2" fmla="*/ 0 w 6115"/>
                <a:gd name="T3" fmla="*/ 836 h 13933"/>
                <a:gd name="T4" fmla="*/ 1298 w 6115"/>
                <a:gd name="T5" fmla="*/ 7846 h 13933"/>
                <a:gd name="T6" fmla="*/ 2279 w 6115"/>
                <a:gd name="T7" fmla="*/ 11913 h 13933"/>
                <a:gd name="T8" fmla="*/ 3115 w 6115"/>
                <a:gd name="T9" fmla="*/ 13933 h 13933"/>
                <a:gd name="T10" fmla="*/ 4010 w 6115"/>
                <a:gd name="T11" fmla="*/ 12000 h 13933"/>
                <a:gd name="T12" fmla="*/ 6115 w 6115"/>
                <a:gd name="T13" fmla="*/ 778 h 13933"/>
                <a:gd name="T14" fmla="*/ 6115 w 6115"/>
                <a:gd name="T15" fmla="*/ 0 h 13933"/>
                <a:gd name="T16" fmla="*/ 0 w 6115"/>
                <a:gd name="T17" fmla="*/ 0 h 13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15" h="13933">
                  <a:moveTo>
                    <a:pt x="0" y="0"/>
                  </a:moveTo>
                  <a:lnTo>
                    <a:pt x="0" y="836"/>
                  </a:lnTo>
                  <a:lnTo>
                    <a:pt x="1298" y="7846"/>
                  </a:lnTo>
                  <a:lnTo>
                    <a:pt x="2279" y="11913"/>
                  </a:lnTo>
                  <a:lnTo>
                    <a:pt x="3115" y="13933"/>
                  </a:lnTo>
                  <a:lnTo>
                    <a:pt x="4010" y="12000"/>
                  </a:lnTo>
                  <a:lnTo>
                    <a:pt x="6115" y="778"/>
                  </a:lnTo>
                  <a:lnTo>
                    <a:pt x="6115" y="0"/>
                  </a:lnTo>
                  <a:lnTo>
                    <a:pt x="0" y="0"/>
                  </a:lnTo>
                  <a:close/>
                </a:path>
              </a:pathLst>
            </a:custGeom>
            <a:solidFill>
              <a:srgbClr val="EBF0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1" name="Freeform 2006">
              <a:extLst>
                <a:ext uri="{FF2B5EF4-FFF2-40B4-BE49-F238E27FC236}">
                  <a16:creationId xmlns:a16="http://schemas.microsoft.com/office/drawing/2014/main" id="{60001EF6-9930-45CA-AD5C-38CC4CFB20A4}"/>
                </a:ext>
              </a:extLst>
            </p:cNvPr>
            <p:cNvSpPr>
              <a:spLocks/>
            </p:cNvSpPr>
            <p:nvPr/>
          </p:nvSpPr>
          <p:spPr bwMode="gray">
            <a:xfrm>
              <a:off x="5831709" y="4456533"/>
              <a:ext cx="353000" cy="510320"/>
            </a:xfrm>
            <a:custGeom>
              <a:avLst/>
              <a:gdLst>
                <a:gd name="T0" fmla="*/ 354 w 357"/>
                <a:gd name="T1" fmla="*/ 248 h 516"/>
                <a:gd name="T2" fmla="*/ 329 w 357"/>
                <a:gd name="T3" fmla="*/ 312 h 516"/>
                <a:gd name="T4" fmla="*/ 315 w 357"/>
                <a:gd name="T5" fmla="*/ 322 h 516"/>
                <a:gd name="T6" fmla="*/ 302 w 357"/>
                <a:gd name="T7" fmla="*/ 322 h 516"/>
                <a:gd name="T8" fmla="*/ 289 w 357"/>
                <a:gd name="T9" fmla="*/ 377 h 516"/>
                <a:gd name="T10" fmla="*/ 272 w 357"/>
                <a:gd name="T11" fmla="*/ 386 h 516"/>
                <a:gd name="T12" fmla="*/ 271 w 357"/>
                <a:gd name="T13" fmla="*/ 452 h 516"/>
                <a:gd name="T14" fmla="*/ 189 w 357"/>
                <a:gd name="T15" fmla="*/ 516 h 516"/>
                <a:gd name="T16" fmla="*/ 168 w 357"/>
                <a:gd name="T17" fmla="*/ 516 h 516"/>
                <a:gd name="T18" fmla="*/ 85 w 357"/>
                <a:gd name="T19" fmla="*/ 453 h 516"/>
                <a:gd name="T20" fmla="*/ 84 w 357"/>
                <a:gd name="T21" fmla="*/ 386 h 516"/>
                <a:gd name="T22" fmla="*/ 68 w 357"/>
                <a:gd name="T23" fmla="*/ 377 h 516"/>
                <a:gd name="T24" fmla="*/ 55 w 357"/>
                <a:gd name="T25" fmla="*/ 322 h 516"/>
                <a:gd name="T26" fmla="*/ 42 w 357"/>
                <a:gd name="T27" fmla="*/ 322 h 516"/>
                <a:gd name="T28" fmla="*/ 27 w 357"/>
                <a:gd name="T29" fmla="*/ 312 h 516"/>
                <a:gd name="T30" fmla="*/ 3 w 357"/>
                <a:gd name="T31" fmla="*/ 248 h 516"/>
                <a:gd name="T32" fmla="*/ 11 w 357"/>
                <a:gd name="T33" fmla="*/ 229 h 516"/>
                <a:gd name="T34" fmla="*/ 39 w 357"/>
                <a:gd name="T35" fmla="*/ 244 h 516"/>
                <a:gd name="T36" fmla="*/ 32 w 357"/>
                <a:gd name="T37" fmla="*/ 150 h 516"/>
                <a:gd name="T38" fmla="*/ 45 w 357"/>
                <a:gd name="T39" fmla="*/ 46 h 516"/>
                <a:gd name="T40" fmla="*/ 138 w 357"/>
                <a:gd name="T41" fmla="*/ 0 h 516"/>
                <a:gd name="T42" fmla="*/ 218 w 357"/>
                <a:gd name="T43" fmla="*/ 0 h 516"/>
                <a:gd name="T44" fmla="*/ 313 w 357"/>
                <a:gd name="T45" fmla="*/ 49 h 516"/>
                <a:gd name="T46" fmla="*/ 330 w 357"/>
                <a:gd name="T47" fmla="*/ 150 h 516"/>
                <a:gd name="T48" fmla="*/ 321 w 357"/>
                <a:gd name="T49" fmla="*/ 240 h 516"/>
                <a:gd name="T50" fmla="*/ 345 w 357"/>
                <a:gd name="T51" fmla="*/ 229 h 516"/>
                <a:gd name="T52" fmla="*/ 354 w 357"/>
                <a:gd name="T53" fmla="*/ 248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7" h="516">
                  <a:moveTo>
                    <a:pt x="354" y="248"/>
                  </a:moveTo>
                  <a:cubicBezTo>
                    <a:pt x="329" y="312"/>
                    <a:pt x="329" y="312"/>
                    <a:pt x="329" y="312"/>
                  </a:cubicBezTo>
                  <a:cubicBezTo>
                    <a:pt x="326" y="318"/>
                    <a:pt x="321" y="322"/>
                    <a:pt x="315" y="322"/>
                  </a:cubicBezTo>
                  <a:cubicBezTo>
                    <a:pt x="302" y="322"/>
                    <a:pt x="302" y="322"/>
                    <a:pt x="302" y="322"/>
                  </a:cubicBezTo>
                  <a:cubicBezTo>
                    <a:pt x="289" y="377"/>
                    <a:pt x="289" y="377"/>
                    <a:pt x="289" y="377"/>
                  </a:cubicBezTo>
                  <a:cubicBezTo>
                    <a:pt x="272" y="386"/>
                    <a:pt x="272" y="386"/>
                    <a:pt x="272" y="386"/>
                  </a:cubicBezTo>
                  <a:cubicBezTo>
                    <a:pt x="271" y="452"/>
                    <a:pt x="271" y="452"/>
                    <a:pt x="271" y="452"/>
                  </a:cubicBezTo>
                  <a:cubicBezTo>
                    <a:pt x="189" y="516"/>
                    <a:pt x="189" y="516"/>
                    <a:pt x="189" y="516"/>
                  </a:cubicBezTo>
                  <a:cubicBezTo>
                    <a:pt x="168" y="516"/>
                    <a:pt x="168" y="516"/>
                    <a:pt x="168" y="516"/>
                  </a:cubicBezTo>
                  <a:cubicBezTo>
                    <a:pt x="85" y="453"/>
                    <a:pt x="85" y="453"/>
                    <a:pt x="85" y="453"/>
                  </a:cubicBezTo>
                  <a:cubicBezTo>
                    <a:pt x="84" y="397"/>
                    <a:pt x="84" y="386"/>
                    <a:pt x="84" y="386"/>
                  </a:cubicBezTo>
                  <a:cubicBezTo>
                    <a:pt x="68" y="377"/>
                    <a:pt x="68" y="377"/>
                    <a:pt x="68" y="377"/>
                  </a:cubicBezTo>
                  <a:cubicBezTo>
                    <a:pt x="55" y="322"/>
                    <a:pt x="55" y="322"/>
                    <a:pt x="55" y="322"/>
                  </a:cubicBezTo>
                  <a:cubicBezTo>
                    <a:pt x="42" y="322"/>
                    <a:pt x="42" y="322"/>
                    <a:pt x="42" y="322"/>
                  </a:cubicBezTo>
                  <a:cubicBezTo>
                    <a:pt x="36" y="322"/>
                    <a:pt x="30" y="318"/>
                    <a:pt x="27" y="312"/>
                  </a:cubicBezTo>
                  <a:cubicBezTo>
                    <a:pt x="3" y="248"/>
                    <a:pt x="3" y="248"/>
                    <a:pt x="3" y="248"/>
                  </a:cubicBezTo>
                  <a:cubicBezTo>
                    <a:pt x="0" y="241"/>
                    <a:pt x="4" y="233"/>
                    <a:pt x="11" y="229"/>
                  </a:cubicBezTo>
                  <a:cubicBezTo>
                    <a:pt x="29" y="219"/>
                    <a:pt x="39" y="244"/>
                    <a:pt x="39" y="244"/>
                  </a:cubicBezTo>
                  <a:cubicBezTo>
                    <a:pt x="32" y="150"/>
                    <a:pt x="32" y="150"/>
                    <a:pt x="32" y="150"/>
                  </a:cubicBezTo>
                  <a:cubicBezTo>
                    <a:pt x="45" y="46"/>
                    <a:pt x="45" y="46"/>
                    <a:pt x="45" y="46"/>
                  </a:cubicBezTo>
                  <a:cubicBezTo>
                    <a:pt x="138" y="0"/>
                    <a:pt x="138" y="0"/>
                    <a:pt x="138" y="0"/>
                  </a:cubicBezTo>
                  <a:cubicBezTo>
                    <a:pt x="218" y="0"/>
                    <a:pt x="218" y="0"/>
                    <a:pt x="218" y="0"/>
                  </a:cubicBezTo>
                  <a:cubicBezTo>
                    <a:pt x="313" y="49"/>
                    <a:pt x="313" y="49"/>
                    <a:pt x="313" y="49"/>
                  </a:cubicBezTo>
                  <a:cubicBezTo>
                    <a:pt x="330" y="150"/>
                    <a:pt x="330" y="150"/>
                    <a:pt x="330" y="150"/>
                  </a:cubicBezTo>
                  <a:cubicBezTo>
                    <a:pt x="321" y="240"/>
                    <a:pt x="321" y="240"/>
                    <a:pt x="321" y="240"/>
                  </a:cubicBezTo>
                  <a:cubicBezTo>
                    <a:pt x="323" y="230"/>
                    <a:pt x="336" y="225"/>
                    <a:pt x="345" y="229"/>
                  </a:cubicBezTo>
                  <a:cubicBezTo>
                    <a:pt x="353" y="232"/>
                    <a:pt x="357" y="241"/>
                    <a:pt x="354" y="248"/>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2" name="Freeform 2007">
              <a:extLst>
                <a:ext uri="{FF2B5EF4-FFF2-40B4-BE49-F238E27FC236}">
                  <a16:creationId xmlns:a16="http://schemas.microsoft.com/office/drawing/2014/main" id="{F6E1DFE3-BB44-458D-89E8-E2680229A9E5}"/>
                </a:ext>
              </a:extLst>
            </p:cNvPr>
            <p:cNvSpPr>
              <a:spLocks/>
            </p:cNvSpPr>
            <p:nvPr/>
          </p:nvSpPr>
          <p:spPr bwMode="gray">
            <a:xfrm>
              <a:off x="5858415" y="4452590"/>
              <a:ext cx="299589" cy="264038"/>
            </a:xfrm>
            <a:custGeom>
              <a:avLst/>
              <a:gdLst>
                <a:gd name="T0" fmla="*/ 8739 w 8739"/>
                <a:gd name="T1" fmla="*/ 4471 h 7702"/>
                <a:gd name="T2" fmla="*/ 8479 w 8739"/>
                <a:gd name="T3" fmla="*/ 7039 h 7702"/>
                <a:gd name="T4" fmla="*/ 8364 w 8739"/>
                <a:gd name="T5" fmla="*/ 7702 h 7702"/>
                <a:gd name="T6" fmla="*/ 8364 w 8739"/>
                <a:gd name="T7" fmla="*/ 7702 h 7702"/>
                <a:gd name="T8" fmla="*/ 7210 w 8739"/>
                <a:gd name="T9" fmla="*/ 3260 h 7702"/>
                <a:gd name="T10" fmla="*/ 7528 w 8739"/>
                <a:gd name="T11" fmla="*/ 2250 h 7702"/>
                <a:gd name="T12" fmla="*/ 6287 w 8739"/>
                <a:gd name="T13" fmla="*/ 1500 h 7702"/>
                <a:gd name="T14" fmla="*/ 3720 w 8739"/>
                <a:gd name="T15" fmla="*/ 2510 h 7702"/>
                <a:gd name="T16" fmla="*/ 1846 w 8739"/>
                <a:gd name="T17" fmla="*/ 2481 h 7702"/>
                <a:gd name="T18" fmla="*/ 1067 w 8739"/>
                <a:gd name="T19" fmla="*/ 2394 h 7702"/>
                <a:gd name="T20" fmla="*/ 1500 w 8739"/>
                <a:gd name="T21" fmla="*/ 3404 h 7702"/>
                <a:gd name="T22" fmla="*/ 403 w 8739"/>
                <a:gd name="T23" fmla="*/ 7702 h 7702"/>
                <a:gd name="T24" fmla="*/ 403 w 8739"/>
                <a:gd name="T25" fmla="*/ 7702 h 7702"/>
                <a:gd name="T26" fmla="*/ 259 w 8739"/>
                <a:gd name="T27" fmla="*/ 7039 h 7702"/>
                <a:gd name="T28" fmla="*/ 0 w 8739"/>
                <a:gd name="T29" fmla="*/ 4471 h 7702"/>
                <a:gd name="T30" fmla="*/ 375 w 8739"/>
                <a:gd name="T31" fmla="*/ 1356 h 7702"/>
                <a:gd name="T32" fmla="*/ 3201 w 8739"/>
                <a:gd name="T33" fmla="*/ 0 h 7702"/>
                <a:gd name="T34" fmla="*/ 5538 w 8739"/>
                <a:gd name="T35" fmla="*/ 0 h 7702"/>
                <a:gd name="T36" fmla="*/ 8393 w 8739"/>
                <a:gd name="T37" fmla="*/ 1356 h 7702"/>
                <a:gd name="T38" fmla="*/ 8739 w 8739"/>
                <a:gd name="T39" fmla="*/ 4471 h 7702"/>
                <a:gd name="T40" fmla="*/ 8739 w 8739"/>
                <a:gd name="T41" fmla="*/ 4471 h 7702"/>
                <a:gd name="T42" fmla="*/ 8739 w 8739"/>
                <a:gd name="T43" fmla="*/ 4471 h 7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739" h="7702">
                  <a:moveTo>
                    <a:pt x="8739" y="4471"/>
                  </a:moveTo>
                  <a:lnTo>
                    <a:pt x="8479" y="7039"/>
                  </a:lnTo>
                  <a:lnTo>
                    <a:pt x="8364" y="7702"/>
                  </a:lnTo>
                  <a:lnTo>
                    <a:pt x="8364" y="7702"/>
                  </a:lnTo>
                  <a:lnTo>
                    <a:pt x="7210" y="3260"/>
                  </a:lnTo>
                  <a:lnTo>
                    <a:pt x="7528" y="2250"/>
                  </a:lnTo>
                  <a:lnTo>
                    <a:pt x="6287" y="1500"/>
                  </a:lnTo>
                  <a:lnTo>
                    <a:pt x="3720" y="2510"/>
                  </a:lnTo>
                  <a:lnTo>
                    <a:pt x="1846" y="2481"/>
                  </a:lnTo>
                  <a:lnTo>
                    <a:pt x="1067" y="2394"/>
                  </a:lnTo>
                  <a:lnTo>
                    <a:pt x="1500" y="3404"/>
                  </a:lnTo>
                  <a:lnTo>
                    <a:pt x="403" y="7702"/>
                  </a:lnTo>
                  <a:lnTo>
                    <a:pt x="403" y="7702"/>
                  </a:lnTo>
                  <a:lnTo>
                    <a:pt x="259" y="7039"/>
                  </a:lnTo>
                  <a:lnTo>
                    <a:pt x="0" y="4471"/>
                  </a:lnTo>
                  <a:lnTo>
                    <a:pt x="375" y="1356"/>
                  </a:lnTo>
                  <a:lnTo>
                    <a:pt x="3201" y="0"/>
                  </a:lnTo>
                  <a:lnTo>
                    <a:pt x="5538" y="0"/>
                  </a:lnTo>
                  <a:lnTo>
                    <a:pt x="8393" y="1356"/>
                  </a:lnTo>
                  <a:lnTo>
                    <a:pt x="8739" y="4471"/>
                  </a:lnTo>
                  <a:lnTo>
                    <a:pt x="8739" y="4471"/>
                  </a:lnTo>
                  <a:lnTo>
                    <a:pt x="8739" y="4471"/>
                  </a:lnTo>
                  <a:close/>
                </a:path>
              </a:pathLst>
            </a:custGeom>
            <a:solidFill>
              <a:srgbClr val="827F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3" name="Freeform 2008">
              <a:extLst>
                <a:ext uri="{FF2B5EF4-FFF2-40B4-BE49-F238E27FC236}">
                  <a16:creationId xmlns:a16="http://schemas.microsoft.com/office/drawing/2014/main" id="{4C852D61-97C9-4C84-B911-1929757BA808}"/>
                </a:ext>
              </a:extLst>
            </p:cNvPr>
            <p:cNvSpPr>
              <a:spLocks/>
            </p:cNvSpPr>
            <p:nvPr/>
          </p:nvSpPr>
          <p:spPr bwMode="gray">
            <a:xfrm>
              <a:off x="6018579" y="4875867"/>
              <a:ext cx="81077" cy="111725"/>
            </a:xfrm>
            <a:custGeom>
              <a:avLst/>
              <a:gdLst>
                <a:gd name="T0" fmla="*/ 2365 w 2365"/>
                <a:gd name="T1" fmla="*/ 1269 h 3259"/>
                <a:gd name="T2" fmla="*/ 548 w 2365"/>
                <a:gd name="T3" fmla="*/ 3259 h 3259"/>
                <a:gd name="T4" fmla="*/ 0 w 2365"/>
                <a:gd name="T5" fmla="*/ 1846 h 3259"/>
                <a:gd name="T6" fmla="*/ 2365 w 2365"/>
                <a:gd name="T7" fmla="*/ 0 h 3259"/>
                <a:gd name="T8" fmla="*/ 2365 w 2365"/>
                <a:gd name="T9" fmla="*/ 1269 h 3259"/>
              </a:gdLst>
              <a:ahLst/>
              <a:cxnLst>
                <a:cxn ang="0">
                  <a:pos x="T0" y="T1"/>
                </a:cxn>
                <a:cxn ang="0">
                  <a:pos x="T2" y="T3"/>
                </a:cxn>
                <a:cxn ang="0">
                  <a:pos x="T4" y="T5"/>
                </a:cxn>
                <a:cxn ang="0">
                  <a:pos x="T6" y="T7"/>
                </a:cxn>
                <a:cxn ang="0">
                  <a:pos x="T8" y="T9"/>
                </a:cxn>
              </a:cxnLst>
              <a:rect l="0" t="0" r="r" b="b"/>
              <a:pathLst>
                <a:path w="2365" h="3259">
                  <a:moveTo>
                    <a:pt x="2365" y="1269"/>
                  </a:moveTo>
                  <a:lnTo>
                    <a:pt x="548" y="3259"/>
                  </a:lnTo>
                  <a:lnTo>
                    <a:pt x="0" y="1846"/>
                  </a:lnTo>
                  <a:lnTo>
                    <a:pt x="2365" y="0"/>
                  </a:lnTo>
                  <a:lnTo>
                    <a:pt x="2365" y="126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4" name="Freeform 2009">
              <a:extLst>
                <a:ext uri="{FF2B5EF4-FFF2-40B4-BE49-F238E27FC236}">
                  <a16:creationId xmlns:a16="http://schemas.microsoft.com/office/drawing/2014/main" id="{18B68316-A0AD-4F7D-A035-A941584DBF3D}"/>
                </a:ext>
              </a:extLst>
            </p:cNvPr>
            <p:cNvSpPr>
              <a:spLocks/>
            </p:cNvSpPr>
            <p:nvPr/>
          </p:nvSpPr>
          <p:spPr bwMode="gray">
            <a:xfrm>
              <a:off x="5956289" y="4939153"/>
              <a:ext cx="107782" cy="431163"/>
            </a:xfrm>
            <a:custGeom>
              <a:avLst/>
              <a:gdLst>
                <a:gd name="T0" fmla="*/ 3144 w 3144"/>
                <a:gd name="T1" fmla="*/ 8135 h 12577"/>
                <a:gd name="T2" fmla="*/ 1500 w 3144"/>
                <a:gd name="T3" fmla="*/ 12577 h 12577"/>
                <a:gd name="T4" fmla="*/ 0 w 3144"/>
                <a:gd name="T5" fmla="*/ 8135 h 12577"/>
                <a:gd name="T6" fmla="*/ 837 w 3144"/>
                <a:gd name="T7" fmla="*/ 2336 h 12577"/>
                <a:gd name="T8" fmla="*/ 635 w 3144"/>
                <a:gd name="T9" fmla="*/ 1413 h 12577"/>
                <a:gd name="T10" fmla="*/ 1183 w 3144"/>
                <a:gd name="T11" fmla="*/ 0 h 12577"/>
                <a:gd name="T12" fmla="*/ 1817 w 3144"/>
                <a:gd name="T13" fmla="*/ 0 h 12577"/>
                <a:gd name="T14" fmla="*/ 2365 w 3144"/>
                <a:gd name="T15" fmla="*/ 1413 h 12577"/>
                <a:gd name="T16" fmla="*/ 2163 w 3144"/>
                <a:gd name="T17" fmla="*/ 2336 h 12577"/>
                <a:gd name="T18" fmla="*/ 3144 w 3144"/>
                <a:gd name="T19" fmla="*/ 8135 h 12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44" h="12577">
                  <a:moveTo>
                    <a:pt x="3144" y="8135"/>
                  </a:moveTo>
                  <a:lnTo>
                    <a:pt x="1500" y="12577"/>
                  </a:lnTo>
                  <a:lnTo>
                    <a:pt x="0" y="8135"/>
                  </a:lnTo>
                  <a:lnTo>
                    <a:pt x="837" y="2336"/>
                  </a:lnTo>
                  <a:lnTo>
                    <a:pt x="635" y="1413"/>
                  </a:lnTo>
                  <a:lnTo>
                    <a:pt x="1183" y="0"/>
                  </a:lnTo>
                  <a:lnTo>
                    <a:pt x="1817" y="0"/>
                  </a:lnTo>
                  <a:lnTo>
                    <a:pt x="2365" y="1413"/>
                  </a:lnTo>
                  <a:lnTo>
                    <a:pt x="2163" y="2336"/>
                  </a:lnTo>
                  <a:lnTo>
                    <a:pt x="3144" y="8135"/>
                  </a:lnTo>
                  <a:close/>
                </a:path>
              </a:pathLst>
            </a:custGeom>
            <a:solidFill>
              <a:srgbClr val="41AAC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5" name="Freeform 2010">
              <a:extLst>
                <a:ext uri="{FF2B5EF4-FFF2-40B4-BE49-F238E27FC236}">
                  <a16:creationId xmlns:a16="http://schemas.microsoft.com/office/drawing/2014/main" id="{678DEBD1-8097-4168-BB7F-1BF5A82DEE79}"/>
                </a:ext>
              </a:extLst>
            </p:cNvPr>
            <p:cNvSpPr>
              <a:spLocks/>
            </p:cNvSpPr>
            <p:nvPr/>
          </p:nvSpPr>
          <p:spPr bwMode="gray">
            <a:xfrm>
              <a:off x="5915768" y="4875867"/>
              <a:ext cx="81077" cy="111725"/>
            </a:xfrm>
            <a:custGeom>
              <a:avLst/>
              <a:gdLst>
                <a:gd name="T0" fmla="*/ 1817 w 2365"/>
                <a:gd name="T1" fmla="*/ 3259 h 3259"/>
                <a:gd name="T2" fmla="*/ 28 w 2365"/>
                <a:gd name="T3" fmla="*/ 1269 h 3259"/>
                <a:gd name="T4" fmla="*/ 0 w 2365"/>
                <a:gd name="T5" fmla="*/ 0 h 3259"/>
                <a:gd name="T6" fmla="*/ 2365 w 2365"/>
                <a:gd name="T7" fmla="*/ 1846 h 3259"/>
                <a:gd name="T8" fmla="*/ 1817 w 2365"/>
                <a:gd name="T9" fmla="*/ 3259 h 3259"/>
              </a:gdLst>
              <a:ahLst/>
              <a:cxnLst>
                <a:cxn ang="0">
                  <a:pos x="T0" y="T1"/>
                </a:cxn>
                <a:cxn ang="0">
                  <a:pos x="T2" y="T3"/>
                </a:cxn>
                <a:cxn ang="0">
                  <a:pos x="T4" y="T5"/>
                </a:cxn>
                <a:cxn ang="0">
                  <a:pos x="T6" y="T7"/>
                </a:cxn>
                <a:cxn ang="0">
                  <a:pos x="T8" y="T9"/>
                </a:cxn>
              </a:cxnLst>
              <a:rect l="0" t="0" r="r" b="b"/>
              <a:pathLst>
                <a:path w="2365" h="3259">
                  <a:moveTo>
                    <a:pt x="1817" y="3259"/>
                  </a:moveTo>
                  <a:lnTo>
                    <a:pt x="28" y="1269"/>
                  </a:lnTo>
                  <a:lnTo>
                    <a:pt x="0" y="0"/>
                  </a:lnTo>
                  <a:lnTo>
                    <a:pt x="2365" y="1846"/>
                  </a:lnTo>
                  <a:lnTo>
                    <a:pt x="1817" y="32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6" name="Freeform 2011">
              <a:extLst>
                <a:ext uri="{FF2B5EF4-FFF2-40B4-BE49-F238E27FC236}">
                  <a16:creationId xmlns:a16="http://schemas.microsoft.com/office/drawing/2014/main" id="{C657E187-408D-4E52-B8BB-B6CB1DA4B1B5}"/>
                </a:ext>
              </a:extLst>
            </p:cNvPr>
            <p:cNvSpPr>
              <a:spLocks/>
            </p:cNvSpPr>
            <p:nvPr/>
          </p:nvSpPr>
          <p:spPr bwMode="gray">
            <a:xfrm>
              <a:off x="5681417" y="4875867"/>
              <a:ext cx="651594" cy="829723"/>
            </a:xfrm>
            <a:custGeom>
              <a:avLst/>
              <a:gdLst>
                <a:gd name="T0" fmla="*/ 16152 w 19007"/>
                <a:gd name="T1" fmla="*/ 17943 h 24203"/>
                <a:gd name="T2" fmla="*/ 16123 w 19007"/>
                <a:gd name="T3" fmla="*/ 23510 h 24203"/>
                <a:gd name="T4" fmla="*/ 15661 w 19007"/>
                <a:gd name="T5" fmla="*/ 24203 h 24203"/>
                <a:gd name="T6" fmla="*/ 3374 w 19007"/>
                <a:gd name="T7" fmla="*/ 24203 h 24203"/>
                <a:gd name="T8" fmla="*/ 2913 w 19007"/>
                <a:gd name="T9" fmla="*/ 23510 h 24203"/>
                <a:gd name="T10" fmla="*/ 2884 w 19007"/>
                <a:gd name="T11" fmla="*/ 17885 h 24203"/>
                <a:gd name="T12" fmla="*/ 1211 w 19007"/>
                <a:gd name="T13" fmla="*/ 17077 h 24203"/>
                <a:gd name="T14" fmla="*/ 0 w 19007"/>
                <a:gd name="T15" fmla="*/ 14741 h 24203"/>
                <a:gd name="T16" fmla="*/ 432 w 19007"/>
                <a:gd name="T17" fmla="*/ 4644 h 24203"/>
                <a:gd name="T18" fmla="*/ 2048 w 19007"/>
                <a:gd name="T19" fmla="*/ 2279 h 24203"/>
                <a:gd name="T20" fmla="*/ 4701 w 19007"/>
                <a:gd name="T21" fmla="*/ 1096 h 24203"/>
                <a:gd name="T22" fmla="*/ 4730 w 19007"/>
                <a:gd name="T23" fmla="*/ 836 h 24203"/>
                <a:gd name="T24" fmla="*/ 6836 w 19007"/>
                <a:gd name="T25" fmla="*/ 0 h 24203"/>
                <a:gd name="T26" fmla="*/ 6864 w 19007"/>
                <a:gd name="T27" fmla="*/ 1269 h 24203"/>
                <a:gd name="T28" fmla="*/ 8191 w 19007"/>
                <a:gd name="T29" fmla="*/ 8740 h 24203"/>
                <a:gd name="T30" fmla="*/ 9518 w 19007"/>
                <a:gd name="T31" fmla="*/ 14423 h 24203"/>
                <a:gd name="T32" fmla="*/ 10874 w 19007"/>
                <a:gd name="T33" fmla="*/ 8740 h 24203"/>
                <a:gd name="T34" fmla="*/ 10874 w 19007"/>
                <a:gd name="T35" fmla="*/ 8711 h 24203"/>
                <a:gd name="T36" fmla="*/ 12172 w 19007"/>
                <a:gd name="T37" fmla="*/ 1269 h 24203"/>
                <a:gd name="T38" fmla="*/ 12200 w 19007"/>
                <a:gd name="T39" fmla="*/ 0 h 24203"/>
                <a:gd name="T40" fmla="*/ 14335 w 19007"/>
                <a:gd name="T41" fmla="*/ 836 h 24203"/>
                <a:gd name="T42" fmla="*/ 14364 w 19007"/>
                <a:gd name="T43" fmla="*/ 1096 h 24203"/>
                <a:gd name="T44" fmla="*/ 16988 w 19007"/>
                <a:gd name="T45" fmla="*/ 2279 h 24203"/>
                <a:gd name="T46" fmla="*/ 18575 w 19007"/>
                <a:gd name="T47" fmla="*/ 4644 h 24203"/>
                <a:gd name="T48" fmla="*/ 19007 w 19007"/>
                <a:gd name="T49" fmla="*/ 14741 h 24203"/>
                <a:gd name="T50" fmla="*/ 17854 w 19007"/>
                <a:gd name="T51" fmla="*/ 17077 h 24203"/>
                <a:gd name="T52" fmla="*/ 16152 w 19007"/>
                <a:gd name="T53" fmla="*/ 17943 h 24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007" h="24203">
                  <a:moveTo>
                    <a:pt x="16152" y="17943"/>
                  </a:moveTo>
                  <a:lnTo>
                    <a:pt x="16123" y="23510"/>
                  </a:lnTo>
                  <a:lnTo>
                    <a:pt x="15661" y="24203"/>
                  </a:lnTo>
                  <a:lnTo>
                    <a:pt x="3374" y="24203"/>
                  </a:lnTo>
                  <a:lnTo>
                    <a:pt x="2913" y="23510"/>
                  </a:lnTo>
                  <a:lnTo>
                    <a:pt x="2884" y="17885"/>
                  </a:lnTo>
                  <a:lnTo>
                    <a:pt x="1211" y="17077"/>
                  </a:lnTo>
                  <a:lnTo>
                    <a:pt x="0" y="14741"/>
                  </a:lnTo>
                  <a:lnTo>
                    <a:pt x="432" y="4644"/>
                  </a:lnTo>
                  <a:lnTo>
                    <a:pt x="2048" y="2279"/>
                  </a:lnTo>
                  <a:lnTo>
                    <a:pt x="4701" y="1096"/>
                  </a:lnTo>
                  <a:lnTo>
                    <a:pt x="4730" y="836"/>
                  </a:lnTo>
                  <a:lnTo>
                    <a:pt x="6836" y="0"/>
                  </a:lnTo>
                  <a:lnTo>
                    <a:pt x="6864" y="1269"/>
                  </a:lnTo>
                  <a:lnTo>
                    <a:pt x="8191" y="8740"/>
                  </a:lnTo>
                  <a:lnTo>
                    <a:pt x="9518" y="14423"/>
                  </a:lnTo>
                  <a:lnTo>
                    <a:pt x="10874" y="8740"/>
                  </a:lnTo>
                  <a:lnTo>
                    <a:pt x="10874" y="8711"/>
                  </a:lnTo>
                  <a:lnTo>
                    <a:pt x="12172" y="1269"/>
                  </a:lnTo>
                  <a:lnTo>
                    <a:pt x="12200" y="0"/>
                  </a:lnTo>
                  <a:lnTo>
                    <a:pt x="14335" y="836"/>
                  </a:lnTo>
                  <a:lnTo>
                    <a:pt x="14364" y="1096"/>
                  </a:lnTo>
                  <a:lnTo>
                    <a:pt x="16988" y="2279"/>
                  </a:lnTo>
                  <a:lnTo>
                    <a:pt x="18575" y="4644"/>
                  </a:lnTo>
                  <a:lnTo>
                    <a:pt x="19007" y="14741"/>
                  </a:lnTo>
                  <a:lnTo>
                    <a:pt x="17854" y="17077"/>
                  </a:lnTo>
                  <a:lnTo>
                    <a:pt x="16152" y="17943"/>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7" name="Line 2012">
              <a:extLst>
                <a:ext uri="{FF2B5EF4-FFF2-40B4-BE49-F238E27FC236}">
                  <a16:creationId xmlns:a16="http://schemas.microsoft.com/office/drawing/2014/main" id="{599B90E2-1CA5-41D7-932F-7A55CD6DF372}"/>
                </a:ext>
              </a:extLst>
            </p:cNvPr>
            <p:cNvSpPr>
              <a:spLocks noChangeShapeType="1"/>
            </p:cNvSpPr>
            <p:nvPr/>
          </p:nvSpPr>
          <p:spPr bwMode="gray">
            <a:xfrm>
              <a:off x="5795130" y="5491946"/>
              <a:ext cx="0" cy="0"/>
            </a:xfrm>
            <a:prstGeom prst="line">
              <a:avLst/>
            </a:prstGeom>
            <a:noFill/>
            <a:ln w="595313"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8" name="Freeform 2013">
              <a:extLst>
                <a:ext uri="{FF2B5EF4-FFF2-40B4-BE49-F238E27FC236}">
                  <a16:creationId xmlns:a16="http://schemas.microsoft.com/office/drawing/2014/main" id="{C6AE34DA-3353-416F-BCD7-BB62FD8C869C}"/>
                </a:ext>
              </a:extLst>
            </p:cNvPr>
            <p:cNvSpPr>
              <a:spLocks/>
            </p:cNvSpPr>
            <p:nvPr/>
          </p:nvSpPr>
          <p:spPr bwMode="gray">
            <a:xfrm>
              <a:off x="5784228" y="5577994"/>
              <a:ext cx="446932" cy="196812"/>
            </a:xfrm>
            <a:custGeom>
              <a:avLst/>
              <a:gdLst>
                <a:gd name="T0" fmla="*/ 429 w 452"/>
                <a:gd name="T1" fmla="*/ 199 h 199"/>
                <a:gd name="T2" fmla="*/ 23 w 452"/>
                <a:gd name="T3" fmla="*/ 199 h 199"/>
                <a:gd name="T4" fmla="*/ 0 w 452"/>
                <a:gd name="T5" fmla="*/ 176 h 199"/>
                <a:gd name="T6" fmla="*/ 0 w 452"/>
                <a:gd name="T7" fmla="*/ 0 h 199"/>
                <a:gd name="T8" fmla="*/ 452 w 452"/>
                <a:gd name="T9" fmla="*/ 0 h 199"/>
                <a:gd name="T10" fmla="*/ 452 w 452"/>
                <a:gd name="T11" fmla="*/ 176 h 199"/>
                <a:gd name="T12" fmla="*/ 429 w 45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452" h="199">
                  <a:moveTo>
                    <a:pt x="429" y="199"/>
                  </a:moveTo>
                  <a:cubicBezTo>
                    <a:pt x="23" y="199"/>
                    <a:pt x="23" y="199"/>
                    <a:pt x="23" y="199"/>
                  </a:cubicBezTo>
                  <a:cubicBezTo>
                    <a:pt x="14" y="190"/>
                    <a:pt x="9" y="185"/>
                    <a:pt x="0" y="176"/>
                  </a:cubicBezTo>
                  <a:cubicBezTo>
                    <a:pt x="0" y="0"/>
                    <a:pt x="0" y="0"/>
                    <a:pt x="0" y="0"/>
                  </a:cubicBezTo>
                  <a:cubicBezTo>
                    <a:pt x="452" y="0"/>
                    <a:pt x="452" y="0"/>
                    <a:pt x="452" y="0"/>
                  </a:cubicBezTo>
                  <a:cubicBezTo>
                    <a:pt x="452" y="176"/>
                    <a:pt x="452" y="176"/>
                    <a:pt x="452" y="176"/>
                  </a:cubicBezTo>
                  <a:cubicBezTo>
                    <a:pt x="443" y="185"/>
                    <a:pt x="438" y="190"/>
                    <a:pt x="429" y="199"/>
                  </a:cubicBez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9" name="Freeform 2014">
              <a:extLst>
                <a:ext uri="{FF2B5EF4-FFF2-40B4-BE49-F238E27FC236}">
                  <a16:creationId xmlns:a16="http://schemas.microsoft.com/office/drawing/2014/main" id="{690096E0-7A9C-4F54-80E1-DB6D523CF1AD}"/>
                </a:ext>
              </a:extLst>
            </p:cNvPr>
            <p:cNvSpPr>
              <a:spLocks/>
            </p:cNvSpPr>
            <p:nvPr/>
          </p:nvSpPr>
          <p:spPr bwMode="gray">
            <a:xfrm>
              <a:off x="5797084" y="5609636"/>
              <a:ext cx="189853" cy="729860"/>
            </a:xfrm>
            <a:custGeom>
              <a:avLst/>
              <a:gdLst>
                <a:gd name="T0" fmla="*/ 0 w 192"/>
                <a:gd name="T1" fmla="*/ 47 h 738"/>
                <a:gd name="T2" fmla="*/ 0 w 192"/>
                <a:gd name="T3" fmla="*/ 95 h 738"/>
                <a:gd name="T4" fmla="*/ 0 w 192"/>
                <a:gd name="T5" fmla="*/ 98 h 738"/>
                <a:gd name="T6" fmla="*/ 61 w 192"/>
                <a:gd name="T7" fmla="*/ 738 h 738"/>
                <a:gd name="T8" fmla="*/ 192 w 192"/>
                <a:gd name="T9" fmla="*/ 738 h 738"/>
                <a:gd name="T10" fmla="*/ 192 w 192"/>
                <a:gd name="T11" fmla="*/ 37 h 738"/>
                <a:gd name="T12" fmla="*/ 155 w 192"/>
                <a:gd name="T13" fmla="*/ 0 h 738"/>
                <a:gd name="T14" fmla="*/ 47 w 192"/>
                <a:gd name="T15" fmla="*/ 0 h 738"/>
                <a:gd name="T16" fmla="*/ 0 w 192"/>
                <a:gd name="T17" fmla="*/ 47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738">
                  <a:moveTo>
                    <a:pt x="0" y="47"/>
                  </a:moveTo>
                  <a:cubicBezTo>
                    <a:pt x="0" y="95"/>
                    <a:pt x="0" y="95"/>
                    <a:pt x="0" y="95"/>
                  </a:cubicBezTo>
                  <a:cubicBezTo>
                    <a:pt x="0" y="96"/>
                    <a:pt x="0" y="97"/>
                    <a:pt x="0" y="98"/>
                  </a:cubicBezTo>
                  <a:cubicBezTo>
                    <a:pt x="61" y="738"/>
                    <a:pt x="61" y="738"/>
                    <a:pt x="61" y="738"/>
                  </a:cubicBezTo>
                  <a:cubicBezTo>
                    <a:pt x="192" y="738"/>
                    <a:pt x="192" y="738"/>
                    <a:pt x="192" y="738"/>
                  </a:cubicBezTo>
                  <a:cubicBezTo>
                    <a:pt x="192" y="37"/>
                    <a:pt x="192" y="37"/>
                    <a:pt x="192" y="37"/>
                  </a:cubicBezTo>
                  <a:cubicBezTo>
                    <a:pt x="177" y="23"/>
                    <a:pt x="169" y="14"/>
                    <a:pt x="155" y="0"/>
                  </a:cubicBezTo>
                  <a:cubicBezTo>
                    <a:pt x="47" y="0"/>
                    <a:pt x="47" y="0"/>
                    <a:pt x="47" y="0"/>
                  </a:cubicBezTo>
                  <a:cubicBezTo>
                    <a:pt x="28" y="18"/>
                    <a:pt x="18" y="28"/>
                    <a:pt x="0" y="47"/>
                  </a:cubicBez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0" name="Freeform 2015">
              <a:extLst>
                <a:ext uri="{FF2B5EF4-FFF2-40B4-BE49-F238E27FC236}">
                  <a16:creationId xmlns:a16="http://schemas.microsoft.com/office/drawing/2014/main" id="{3B9E89AC-D997-432A-A822-1C0B306F54C5}"/>
                </a:ext>
              </a:extLst>
            </p:cNvPr>
            <p:cNvSpPr>
              <a:spLocks/>
            </p:cNvSpPr>
            <p:nvPr/>
          </p:nvSpPr>
          <p:spPr bwMode="gray">
            <a:xfrm>
              <a:off x="6026497" y="5609636"/>
              <a:ext cx="191806" cy="729860"/>
            </a:xfrm>
            <a:custGeom>
              <a:avLst/>
              <a:gdLst>
                <a:gd name="T0" fmla="*/ 0 w 194"/>
                <a:gd name="T1" fmla="*/ 35 h 738"/>
                <a:gd name="T2" fmla="*/ 0 w 194"/>
                <a:gd name="T3" fmla="*/ 738 h 738"/>
                <a:gd name="T4" fmla="*/ 131 w 194"/>
                <a:gd name="T5" fmla="*/ 738 h 738"/>
                <a:gd name="T6" fmla="*/ 194 w 194"/>
                <a:gd name="T7" fmla="*/ 98 h 738"/>
                <a:gd name="T8" fmla="*/ 194 w 194"/>
                <a:gd name="T9" fmla="*/ 95 h 738"/>
                <a:gd name="T10" fmla="*/ 194 w 194"/>
                <a:gd name="T11" fmla="*/ 45 h 738"/>
                <a:gd name="T12" fmla="*/ 149 w 194"/>
                <a:gd name="T13" fmla="*/ 0 h 738"/>
                <a:gd name="T14" fmla="*/ 35 w 194"/>
                <a:gd name="T15" fmla="*/ 0 h 738"/>
                <a:gd name="T16" fmla="*/ 0 w 194"/>
                <a:gd name="T17" fmla="*/ 35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738">
                  <a:moveTo>
                    <a:pt x="0" y="35"/>
                  </a:moveTo>
                  <a:cubicBezTo>
                    <a:pt x="0" y="738"/>
                    <a:pt x="0" y="738"/>
                    <a:pt x="0" y="738"/>
                  </a:cubicBezTo>
                  <a:cubicBezTo>
                    <a:pt x="131" y="738"/>
                    <a:pt x="131" y="738"/>
                    <a:pt x="131" y="738"/>
                  </a:cubicBezTo>
                  <a:cubicBezTo>
                    <a:pt x="194" y="98"/>
                    <a:pt x="194" y="98"/>
                    <a:pt x="194" y="98"/>
                  </a:cubicBezTo>
                  <a:cubicBezTo>
                    <a:pt x="194" y="97"/>
                    <a:pt x="194" y="96"/>
                    <a:pt x="194" y="95"/>
                  </a:cubicBezTo>
                  <a:cubicBezTo>
                    <a:pt x="194" y="45"/>
                    <a:pt x="194" y="45"/>
                    <a:pt x="194" y="45"/>
                  </a:cubicBezTo>
                  <a:cubicBezTo>
                    <a:pt x="177" y="27"/>
                    <a:pt x="167" y="17"/>
                    <a:pt x="149" y="0"/>
                  </a:cubicBezTo>
                  <a:cubicBezTo>
                    <a:pt x="35" y="0"/>
                    <a:pt x="35" y="0"/>
                    <a:pt x="35" y="0"/>
                  </a:cubicBezTo>
                  <a:cubicBezTo>
                    <a:pt x="21" y="14"/>
                    <a:pt x="13" y="21"/>
                    <a:pt x="0" y="35"/>
                  </a:cubicBez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1" name="Freeform 2016">
              <a:extLst>
                <a:ext uri="{FF2B5EF4-FFF2-40B4-BE49-F238E27FC236}">
                  <a16:creationId xmlns:a16="http://schemas.microsoft.com/office/drawing/2014/main" id="{F80483E0-3D7D-446E-83EB-77F8C8A6F4E9}"/>
                </a:ext>
              </a:extLst>
            </p:cNvPr>
            <p:cNvSpPr>
              <a:spLocks/>
            </p:cNvSpPr>
            <p:nvPr/>
          </p:nvSpPr>
          <p:spPr bwMode="gray">
            <a:xfrm>
              <a:off x="6029446" y="6255436"/>
              <a:ext cx="174049" cy="84058"/>
            </a:xfrm>
            <a:custGeom>
              <a:avLst/>
              <a:gdLst>
                <a:gd name="T0" fmla="*/ 5077 w 5077"/>
                <a:gd name="T1" fmla="*/ 2452 h 2452"/>
                <a:gd name="T2" fmla="*/ 0 w 5077"/>
                <a:gd name="T3" fmla="*/ 2452 h 2452"/>
                <a:gd name="T4" fmla="*/ 0 w 5077"/>
                <a:gd name="T5" fmla="*/ 2336 h 2452"/>
                <a:gd name="T6" fmla="*/ 895 w 5077"/>
                <a:gd name="T7" fmla="*/ 0 h 2452"/>
                <a:gd name="T8" fmla="*/ 3952 w 5077"/>
                <a:gd name="T9" fmla="*/ 0 h 2452"/>
                <a:gd name="T10" fmla="*/ 5077 w 5077"/>
                <a:gd name="T11" fmla="*/ 2452 h 2452"/>
                <a:gd name="T12" fmla="*/ 5077 w 5077"/>
                <a:gd name="T13" fmla="*/ 2452 h 2452"/>
                <a:gd name="T14" fmla="*/ 5077 w 5077"/>
                <a:gd name="T15" fmla="*/ 2452 h 2452"/>
                <a:gd name="T16" fmla="*/ 5077 w 5077"/>
                <a:gd name="T17" fmla="*/ 2452 h 2452"/>
                <a:gd name="T18" fmla="*/ 5077 w 5077"/>
                <a:gd name="T19" fmla="*/ 2452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77" h="2452">
                  <a:moveTo>
                    <a:pt x="5077" y="2452"/>
                  </a:moveTo>
                  <a:lnTo>
                    <a:pt x="0" y="2452"/>
                  </a:lnTo>
                  <a:lnTo>
                    <a:pt x="0" y="2336"/>
                  </a:lnTo>
                  <a:lnTo>
                    <a:pt x="895" y="0"/>
                  </a:lnTo>
                  <a:lnTo>
                    <a:pt x="3952" y="0"/>
                  </a:lnTo>
                  <a:lnTo>
                    <a:pt x="5077" y="2452"/>
                  </a:lnTo>
                  <a:lnTo>
                    <a:pt x="5077" y="2452"/>
                  </a:lnTo>
                  <a:lnTo>
                    <a:pt x="5077" y="2452"/>
                  </a:lnTo>
                  <a:lnTo>
                    <a:pt x="5077" y="2452"/>
                  </a:lnTo>
                  <a:lnTo>
                    <a:pt x="5077" y="2452"/>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2" name="Freeform 2017">
              <a:extLst>
                <a:ext uri="{FF2B5EF4-FFF2-40B4-BE49-F238E27FC236}">
                  <a16:creationId xmlns:a16="http://schemas.microsoft.com/office/drawing/2014/main" id="{6F06C050-5E58-4BAE-A646-AEA7A4DA6354}"/>
                </a:ext>
              </a:extLst>
            </p:cNvPr>
            <p:cNvSpPr>
              <a:spLocks/>
            </p:cNvSpPr>
            <p:nvPr/>
          </p:nvSpPr>
          <p:spPr bwMode="gray">
            <a:xfrm>
              <a:off x="5810934" y="6255436"/>
              <a:ext cx="173054" cy="84058"/>
            </a:xfrm>
            <a:custGeom>
              <a:avLst/>
              <a:gdLst>
                <a:gd name="T0" fmla="*/ 5048 w 5048"/>
                <a:gd name="T1" fmla="*/ 2336 h 2452"/>
                <a:gd name="T2" fmla="*/ 5048 w 5048"/>
                <a:gd name="T3" fmla="*/ 2452 h 2452"/>
                <a:gd name="T4" fmla="*/ 0 w 5048"/>
                <a:gd name="T5" fmla="*/ 2452 h 2452"/>
                <a:gd name="T6" fmla="*/ 1096 w 5048"/>
                <a:gd name="T7" fmla="*/ 0 h 2452"/>
                <a:gd name="T8" fmla="*/ 4182 w 5048"/>
                <a:gd name="T9" fmla="*/ 0 h 2452"/>
                <a:gd name="T10" fmla="*/ 5048 w 5048"/>
                <a:gd name="T11" fmla="*/ 2336 h 2452"/>
                <a:gd name="T12" fmla="*/ 5048 w 5048"/>
                <a:gd name="T13" fmla="*/ 2336 h 2452"/>
                <a:gd name="T14" fmla="*/ 5048 w 5048"/>
                <a:gd name="T15" fmla="*/ 2336 h 2452"/>
                <a:gd name="T16" fmla="*/ 5048 w 5048"/>
                <a:gd name="T17" fmla="*/ 2336 h 2452"/>
                <a:gd name="T18" fmla="*/ 5048 w 5048"/>
                <a:gd name="T19" fmla="*/ 2336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48" h="2452">
                  <a:moveTo>
                    <a:pt x="5048" y="2336"/>
                  </a:moveTo>
                  <a:lnTo>
                    <a:pt x="5048" y="2452"/>
                  </a:lnTo>
                  <a:lnTo>
                    <a:pt x="0" y="2452"/>
                  </a:lnTo>
                  <a:lnTo>
                    <a:pt x="1096" y="0"/>
                  </a:lnTo>
                  <a:lnTo>
                    <a:pt x="4182" y="0"/>
                  </a:lnTo>
                  <a:lnTo>
                    <a:pt x="5048" y="2336"/>
                  </a:lnTo>
                  <a:lnTo>
                    <a:pt x="5048" y="2336"/>
                  </a:lnTo>
                  <a:lnTo>
                    <a:pt x="5048" y="2336"/>
                  </a:lnTo>
                  <a:lnTo>
                    <a:pt x="5048" y="2336"/>
                  </a:lnTo>
                  <a:lnTo>
                    <a:pt x="5048" y="2336"/>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3" name="Freeform 2018">
              <a:extLst>
                <a:ext uri="{FF2B5EF4-FFF2-40B4-BE49-F238E27FC236}">
                  <a16:creationId xmlns:a16="http://schemas.microsoft.com/office/drawing/2014/main" id="{01012B9F-2EBE-451A-A55C-05D382963127}"/>
                </a:ext>
              </a:extLst>
            </p:cNvPr>
            <p:cNvSpPr>
              <a:spLocks/>
            </p:cNvSpPr>
            <p:nvPr/>
          </p:nvSpPr>
          <p:spPr bwMode="gray">
            <a:xfrm>
              <a:off x="6212375" y="5152762"/>
              <a:ext cx="29688" cy="368873"/>
            </a:xfrm>
            <a:custGeom>
              <a:avLst/>
              <a:gdLst>
                <a:gd name="T0" fmla="*/ 606 w 866"/>
                <a:gd name="T1" fmla="*/ 10760 h 10760"/>
                <a:gd name="T2" fmla="*/ 375 w 866"/>
                <a:gd name="T3" fmla="*/ 6779 h 10760"/>
                <a:gd name="T4" fmla="*/ 866 w 866"/>
                <a:gd name="T5" fmla="*/ 29 h 10760"/>
                <a:gd name="T6" fmla="*/ 491 w 866"/>
                <a:gd name="T7" fmla="*/ 0 h 10760"/>
                <a:gd name="T8" fmla="*/ 0 w 866"/>
                <a:gd name="T9" fmla="*/ 6779 h 10760"/>
                <a:gd name="T10" fmla="*/ 145 w 866"/>
                <a:gd name="T11" fmla="*/ 10760 h 10760"/>
                <a:gd name="T12" fmla="*/ 606 w 866"/>
                <a:gd name="T13" fmla="*/ 10760 h 10760"/>
              </a:gdLst>
              <a:ahLst/>
              <a:cxnLst>
                <a:cxn ang="0">
                  <a:pos x="T0" y="T1"/>
                </a:cxn>
                <a:cxn ang="0">
                  <a:pos x="T2" y="T3"/>
                </a:cxn>
                <a:cxn ang="0">
                  <a:pos x="T4" y="T5"/>
                </a:cxn>
                <a:cxn ang="0">
                  <a:pos x="T6" y="T7"/>
                </a:cxn>
                <a:cxn ang="0">
                  <a:pos x="T8" y="T9"/>
                </a:cxn>
                <a:cxn ang="0">
                  <a:pos x="T10" y="T11"/>
                </a:cxn>
                <a:cxn ang="0">
                  <a:pos x="T12" y="T13"/>
                </a:cxn>
              </a:cxnLst>
              <a:rect l="0" t="0" r="r" b="b"/>
              <a:pathLst>
                <a:path w="866" h="10760">
                  <a:moveTo>
                    <a:pt x="606" y="10760"/>
                  </a:moveTo>
                  <a:lnTo>
                    <a:pt x="375" y="6779"/>
                  </a:lnTo>
                  <a:lnTo>
                    <a:pt x="866" y="29"/>
                  </a:lnTo>
                  <a:lnTo>
                    <a:pt x="491" y="0"/>
                  </a:lnTo>
                  <a:lnTo>
                    <a:pt x="0" y="6779"/>
                  </a:lnTo>
                  <a:lnTo>
                    <a:pt x="145" y="10760"/>
                  </a:lnTo>
                  <a:lnTo>
                    <a:pt x="606" y="1076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4" name="Freeform 2019">
              <a:extLst>
                <a:ext uri="{FF2B5EF4-FFF2-40B4-BE49-F238E27FC236}">
                  <a16:creationId xmlns:a16="http://schemas.microsoft.com/office/drawing/2014/main" id="{34C458DB-F9E9-4327-8627-794B102EE9DD}"/>
                </a:ext>
              </a:extLst>
            </p:cNvPr>
            <p:cNvSpPr>
              <a:spLocks/>
            </p:cNvSpPr>
            <p:nvPr/>
          </p:nvSpPr>
          <p:spPr bwMode="gray">
            <a:xfrm>
              <a:off x="5838633" y="4920366"/>
              <a:ext cx="339150" cy="601269"/>
            </a:xfrm>
            <a:custGeom>
              <a:avLst/>
              <a:gdLst>
                <a:gd name="T0" fmla="*/ 4759 w 9893"/>
                <a:gd name="T1" fmla="*/ 13154 h 17539"/>
                <a:gd name="T2" fmla="*/ 4759 w 9893"/>
                <a:gd name="T3" fmla="*/ 13154 h 17539"/>
                <a:gd name="T4" fmla="*/ 4759 w 9893"/>
                <a:gd name="T5" fmla="*/ 17539 h 17539"/>
                <a:gd name="T6" fmla="*/ 5163 w 9893"/>
                <a:gd name="T7" fmla="*/ 17539 h 17539"/>
                <a:gd name="T8" fmla="*/ 5163 w 9893"/>
                <a:gd name="T9" fmla="*/ 13125 h 17539"/>
                <a:gd name="T10" fmla="*/ 5134 w 9893"/>
                <a:gd name="T11" fmla="*/ 13125 h 17539"/>
                <a:gd name="T12" fmla="*/ 7874 w 9893"/>
                <a:gd name="T13" fmla="*/ 6548 h 17539"/>
                <a:gd name="T14" fmla="*/ 9893 w 9893"/>
                <a:gd name="T15" fmla="*/ 1154 h 17539"/>
                <a:gd name="T16" fmla="*/ 9431 w 9893"/>
                <a:gd name="T17" fmla="*/ 461 h 17539"/>
                <a:gd name="T18" fmla="*/ 9864 w 9893"/>
                <a:gd name="T19" fmla="*/ 375 h 17539"/>
                <a:gd name="T20" fmla="*/ 9806 w 9893"/>
                <a:gd name="T21" fmla="*/ 0 h 17539"/>
                <a:gd name="T22" fmla="*/ 8797 w 9893"/>
                <a:gd name="T23" fmla="*/ 144 h 17539"/>
                <a:gd name="T24" fmla="*/ 9460 w 9893"/>
                <a:gd name="T25" fmla="*/ 1182 h 17539"/>
                <a:gd name="T26" fmla="*/ 7528 w 9893"/>
                <a:gd name="T27" fmla="*/ 6433 h 17539"/>
                <a:gd name="T28" fmla="*/ 4961 w 9893"/>
                <a:gd name="T29" fmla="*/ 12606 h 17539"/>
                <a:gd name="T30" fmla="*/ 461 w 9893"/>
                <a:gd name="T31" fmla="*/ 1182 h 17539"/>
                <a:gd name="T32" fmla="*/ 1096 w 9893"/>
                <a:gd name="T33" fmla="*/ 144 h 17539"/>
                <a:gd name="T34" fmla="*/ 86 w 9893"/>
                <a:gd name="T35" fmla="*/ 0 h 17539"/>
                <a:gd name="T36" fmla="*/ 29 w 9893"/>
                <a:gd name="T37" fmla="*/ 375 h 17539"/>
                <a:gd name="T38" fmla="*/ 461 w 9893"/>
                <a:gd name="T39" fmla="*/ 461 h 17539"/>
                <a:gd name="T40" fmla="*/ 0 w 9893"/>
                <a:gd name="T41" fmla="*/ 1154 h 17539"/>
                <a:gd name="T42" fmla="*/ 4759 w 9893"/>
                <a:gd name="T43" fmla="*/ 13154 h 17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893" h="17539">
                  <a:moveTo>
                    <a:pt x="4759" y="13154"/>
                  </a:moveTo>
                  <a:lnTo>
                    <a:pt x="4759" y="13154"/>
                  </a:lnTo>
                  <a:lnTo>
                    <a:pt x="4759" y="17539"/>
                  </a:lnTo>
                  <a:lnTo>
                    <a:pt x="5163" y="17539"/>
                  </a:lnTo>
                  <a:lnTo>
                    <a:pt x="5163" y="13125"/>
                  </a:lnTo>
                  <a:lnTo>
                    <a:pt x="5134" y="13125"/>
                  </a:lnTo>
                  <a:lnTo>
                    <a:pt x="7874" y="6548"/>
                  </a:lnTo>
                  <a:lnTo>
                    <a:pt x="9893" y="1154"/>
                  </a:lnTo>
                  <a:lnTo>
                    <a:pt x="9431" y="461"/>
                  </a:lnTo>
                  <a:lnTo>
                    <a:pt x="9864" y="375"/>
                  </a:lnTo>
                  <a:lnTo>
                    <a:pt x="9806" y="0"/>
                  </a:lnTo>
                  <a:lnTo>
                    <a:pt x="8797" y="144"/>
                  </a:lnTo>
                  <a:lnTo>
                    <a:pt x="9460" y="1182"/>
                  </a:lnTo>
                  <a:lnTo>
                    <a:pt x="7528" y="6433"/>
                  </a:lnTo>
                  <a:lnTo>
                    <a:pt x="4961" y="12606"/>
                  </a:lnTo>
                  <a:lnTo>
                    <a:pt x="461" y="1182"/>
                  </a:lnTo>
                  <a:lnTo>
                    <a:pt x="1096" y="144"/>
                  </a:lnTo>
                  <a:lnTo>
                    <a:pt x="86" y="0"/>
                  </a:lnTo>
                  <a:lnTo>
                    <a:pt x="29" y="375"/>
                  </a:lnTo>
                  <a:lnTo>
                    <a:pt x="461" y="461"/>
                  </a:lnTo>
                  <a:lnTo>
                    <a:pt x="0" y="1154"/>
                  </a:lnTo>
                  <a:lnTo>
                    <a:pt x="4759" y="13154"/>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5" name="Freeform 2020">
              <a:extLst>
                <a:ext uri="{FF2B5EF4-FFF2-40B4-BE49-F238E27FC236}">
                  <a16:creationId xmlns:a16="http://schemas.microsoft.com/office/drawing/2014/main" id="{3BBA64E2-733D-4CC3-84BB-CC7CC313890F}"/>
                </a:ext>
              </a:extLst>
            </p:cNvPr>
            <p:cNvSpPr>
              <a:spLocks/>
            </p:cNvSpPr>
            <p:nvPr/>
          </p:nvSpPr>
          <p:spPr bwMode="gray">
            <a:xfrm>
              <a:off x="5775349" y="5152762"/>
              <a:ext cx="29654" cy="368873"/>
            </a:xfrm>
            <a:custGeom>
              <a:avLst/>
              <a:gdLst>
                <a:gd name="T0" fmla="*/ 231 w 865"/>
                <a:gd name="T1" fmla="*/ 10760 h 10760"/>
                <a:gd name="T2" fmla="*/ 634 w 865"/>
                <a:gd name="T3" fmla="*/ 10760 h 10760"/>
                <a:gd name="T4" fmla="*/ 865 w 865"/>
                <a:gd name="T5" fmla="*/ 6779 h 10760"/>
                <a:gd name="T6" fmla="*/ 865 w 865"/>
                <a:gd name="T7" fmla="*/ 6779 h 10760"/>
                <a:gd name="T8" fmla="*/ 375 w 865"/>
                <a:gd name="T9" fmla="*/ 0 h 10760"/>
                <a:gd name="T10" fmla="*/ 0 w 865"/>
                <a:gd name="T11" fmla="*/ 29 h 10760"/>
                <a:gd name="T12" fmla="*/ 461 w 865"/>
                <a:gd name="T13" fmla="*/ 6779 h 10760"/>
                <a:gd name="T14" fmla="*/ 231 w 865"/>
                <a:gd name="T15" fmla="*/ 10760 h 107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5" h="10760">
                  <a:moveTo>
                    <a:pt x="231" y="10760"/>
                  </a:moveTo>
                  <a:lnTo>
                    <a:pt x="634" y="10760"/>
                  </a:lnTo>
                  <a:lnTo>
                    <a:pt x="865" y="6779"/>
                  </a:lnTo>
                  <a:lnTo>
                    <a:pt x="865" y="6779"/>
                  </a:lnTo>
                  <a:lnTo>
                    <a:pt x="375" y="0"/>
                  </a:lnTo>
                  <a:lnTo>
                    <a:pt x="0" y="29"/>
                  </a:lnTo>
                  <a:lnTo>
                    <a:pt x="461" y="6779"/>
                  </a:lnTo>
                  <a:lnTo>
                    <a:pt x="231" y="1076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6" name="Freeform 2021">
              <a:extLst>
                <a:ext uri="{FF2B5EF4-FFF2-40B4-BE49-F238E27FC236}">
                  <a16:creationId xmlns:a16="http://schemas.microsoft.com/office/drawing/2014/main" id="{E02319B0-5B45-4604-B77E-6951EC913D76}"/>
                </a:ext>
              </a:extLst>
            </p:cNvPr>
            <p:cNvSpPr>
              <a:spLocks/>
            </p:cNvSpPr>
            <p:nvPr/>
          </p:nvSpPr>
          <p:spPr bwMode="gray">
            <a:xfrm>
              <a:off x="5777338" y="5340661"/>
              <a:ext cx="464725" cy="140419"/>
            </a:xfrm>
            <a:custGeom>
              <a:avLst/>
              <a:gdLst>
                <a:gd name="T0" fmla="*/ 13354 w 13556"/>
                <a:gd name="T1" fmla="*/ 0 h 4096"/>
                <a:gd name="T2" fmla="*/ 9922 w 13556"/>
                <a:gd name="T3" fmla="*/ 2538 h 4096"/>
                <a:gd name="T4" fmla="*/ 3691 w 13556"/>
                <a:gd name="T5" fmla="*/ 2538 h 4096"/>
                <a:gd name="T6" fmla="*/ 173 w 13556"/>
                <a:gd name="T7" fmla="*/ 0 h 4096"/>
                <a:gd name="T8" fmla="*/ 144 w 13556"/>
                <a:gd name="T9" fmla="*/ 606 h 4096"/>
                <a:gd name="T10" fmla="*/ 86 w 13556"/>
                <a:gd name="T11" fmla="*/ 1356 h 4096"/>
                <a:gd name="T12" fmla="*/ 0 w 13556"/>
                <a:gd name="T13" fmla="*/ 4096 h 4096"/>
                <a:gd name="T14" fmla="*/ 13556 w 13556"/>
                <a:gd name="T15" fmla="*/ 4067 h 4096"/>
                <a:gd name="T16" fmla="*/ 13412 w 13556"/>
                <a:gd name="T17" fmla="*/ 1327 h 4096"/>
                <a:gd name="T18" fmla="*/ 13354 w 13556"/>
                <a:gd name="T19" fmla="*/ 0 h 4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556" h="4096">
                  <a:moveTo>
                    <a:pt x="13354" y="0"/>
                  </a:moveTo>
                  <a:lnTo>
                    <a:pt x="9922" y="2538"/>
                  </a:lnTo>
                  <a:lnTo>
                    <a:pt x="3691" y="2538"/>
                  </a:lnTo>
                  <a:lnTo>
                    <a:pt x="173" y="0"/>
                  </a:lnTo>
                  <a:lnTo>
                    <a:pt x="144" y="606"/>
                  </a:lnTo>
                  <a:lnTo>
                    <a:pt x="86" y="1356"/>
                  </a:lnTo>
                  <a:lnTo>
                    <a:pt x="0" y="4096"/>
                  </a:lnTo>
                  <a:lnTo>
                    <a:pt x="13556" y="4067"/>
                  </a:lnTo>
                  <a:lnTo>
                    <a:pt x="13412" y="1327"/>
                  </a:lnTo>
                  <a:lnTo>
                    <a:pt x="13354"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7" name="Freeform 2022">
              <a:extLst>
                <a:ext uri="{FF2B5EF4-FFF2-40B4-BE49-F238E27FC236}">
                  <a16:creationId xmlns:a16="http://schemas.microsoft.com/office/drawing/2014/main" id="{21490515-385A-43E7-8ECD-DBDF75F3D537}"/>
                </a:ext>
              </a:extLst>
            </p:cNvPr>
            <p:cNvSpPr>
              <a:spLocks/>
            </p:cNvSpPr>
            <p:nvPr/>
          </p:nvSpPr>
          <p:spPr bwMode="gray">
            <a:xfrm>
              <a:off x="6032428" y="5420743"/>
              <a:ext cx="138430" cy="60336"/>
            </a:xfrm>
            <a:custGeom>
              <a:avLst/>
              <a:gdLst>
                <a:gd name="T0" fmla="*/ 4038 w 4038"/>
                <a:gd name="T1" fmla="*/ 1760 h 1760"/>
                <a:gd name="T2" fmla="*/ 0 w 4038"/>
                <a:gd name="T3" fmla="*/ 1760 h 1760"/>
                <a:gd name="T4" fmla="*/ 0 w 4038"/>
                <a:gd name="T5" fmla="*/ 1674 h 1760"/>
                <a:gd name="T6" fmla="*/ 692 w 4038"/>
                <a:gd name="T7" fmla="*/ 0 h 1760"/>
                <a:gd name="T8" fmla="*/ 3144 w 4038"/>
                <a:gd name="T9" fmla="*/ 0 h 1760"/>
                <a:gd name="T10" fmla="*/ 4038 w 4038"/>
                <a:gd name="T11" fmla="*/ 1760 h 1760"/>
                <a:gd name="T12" fmla="*/ 4038 w 4038"/>
                <a:gd name="T13" fmla="*/ 1760 h 1760"/>
                <a:gd name="T14" fmla="*/ 4038 w 4038"/>
                <a:gd name="T15" fmla="*/ 1760 h 1760"/>
                <a:gd name="T16" fmla="*/ 4038 w 4038"/>
                <a:gd name="T17" fmla="*/ 1760 h 1760"/>
                <a:gd name="T18" fmla="*/ 4038 w 4038"/>
                <a:gd name="T19" fmla="*/ 1760 h 1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38" h="1760">
                  <a:moveTo>
                    <a:pt x="4038" y="1760"/>
                  </a:moveTo>
                  <a:lnTo>
                    <a:pt x="0" y="1760"/>
                  </a:lnTo>
                  <a:lnTo>
                    <a:pt x="0" y="1674"/>
                  </a:lnTo>
                  <a:lnTo>
                    <a:pt x="692" y="0"/>
                  </a:lnTo>
                  <a:lnTo>
                    <a:pt x="3144" y="0"/>
                  </a:lnTo>
                  <a:lnTo>
                    <a:pt x="4038" y="1760"/>
                  </a:lnTo>
                  <a:lnTo>
                    <a:pt x="4038" y="1760"/>
                  </a:lnTo>
                  <a:lnTo>
                    <a:pt x="4038" y="1760"/>
                  </a:lnTo>
                  <a:lnTo>
                    <a:pt x="4038" y="1760"/>
                  </a:lnTo>
                  <a:lnTo>
                    <a:pt x="4038" y="1760"/>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8" name="Freeform 2024">
              <a:extLst>
                <a:ext uri="{FF2B5EF4-FFF2-40B4-BE49-F238E27FC236}">
                  <a16:creationId xmlns:a16="http://schemas.microsoft.com/office/drawing/2014/main" id="{9D00006B-3993-49BB-BDEC-F5C3DB867B1A}"/>
                </a:ext>
              </a:extLst>
            </p:cNvPr>
            <p:cNvSpPr>
              <a:spLocks/>
            </p:cNvSpPr>
            <p:nvPr/>
          </p:nvSpPr>
          <p:spPr bwMode="gray">
            <a:xfrm>
              <a:off x="5844564" y="5420743"/>
              <a:ext cx="139425" cy="60336"/>
            </a:xfrm>
            <a:custGeom>
              <a:avLst/>
              <a:gdLst>
                <a:gd name="T0" fmla="*/ 4067 w 4067"/>
                <a:gd name="T1" fmla="*/ 1674 h 1760"/>
                <a:gd name="T2" fmla="*/ 4067 w 4067"/>
                <a:gd name="T3" fmla="*/ 1760 h 1760"/>
                <a:gd name="T4" fmla="*/ 0 w 4067"/>
                <a:gd name="T5" fmla="*/ 1760 h 1760"/>
                <a:gd name="T6" fmla="*/ 894 w 4067"/>
                <a:gd name="T7" fmla="*/ 0 h 1760"/>
                <a:gd name="T8" fmla="*/ 3346 w 4067"/>
                <a:gd name="T9" fmla="*/ 0 h 1760"/>
                <a:gd name="T10" fmla="*/ 4067 w 4067"/>
                <a:gd name="T11" fmla="*/ 1674 h 1760"/>
                <a:gd name="T12" fmla="*/ 4067 w 4067"/>
                <a:gd name="T13" fmla="*/ 1674 h 1760"/>
                <a:gd name="T14" fmla="*/ 4067 w 4067"/>
                <a:gd name="T15" fmla="*/ 1674 h 1760"/>
                <a:gd name="T16" fmla="*/ 4067 w 4067"/>
                <a:gd name="T17" fmla="*/ 1674 h 1760"/>
                <a:gd name="T18" fmla="*/ 4067 w 4067"/>
                <a:gd name="T19" fmla="*/ 1674 h 1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67" h="1760">
                  <a:moveTo>
                    <a:pt x="4067" y="1674"/>
                  </a:moveTo>
                  <a:lnTo>
                    <a:pt x="4067" y="1760"/>
                  </a:lnTo>
                  <a:lnTo>
                    <a:pt x="0" y="1760"/>
                  </a:lnTo>
                  <a:lnTo>
                    <a:pt x="894" y="0"/>
                  </a:lnTo>
                  <a:lnTo>
                    <a:pt x="3346" y="0"/>
                  </a:lnTo>
                  <a:lnTo>
                    <a:pt x="4067" y="1674"/>
                  </a:lnTo>
                  <a:lnTo>
                    <a:pt x="4067" y="1674"/>
                  </a:lnTo>
                  <a:lnTo>
                    <a:pt x="4067" y="1674"/>
                  </a:lnTo>
                  <a:lnTo>
                    <a:pt x="4067" y="1674"/>
                  </a:lnTo>
                  <a:lnTo>
                    <a:pt x="4067" y="1674"/>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9" name="Rectangle 2025">
              <a:extLst>
                <a:ext uri="{FF2B5EF4-FFF2-40B4-BE49-F238E27FC236}">
                  <a16:creationId xmlns:a16="http://schemas.microsoft.com/office/drawing/2014/main" id="{46A017E6-1047-4E06-A90C-84E0CBB92496}"/>
                </a:ext>
              </a:extLst>
            </p:cNvPr>
            <p:cNvSpPr>
              <a:spLocks noChangeArrowheads="1"/>
            </p:cNvSpPr>
            <p:nvPr/>
          </p:nvSpPr>
          <p:spPr bwMode="gray">
            <a:xfrm>
              <a:off x="6002775" y="5427669"/>
              <a:ext cx="12856" cy="52417"/>
            </a:xfrm>
            <a:prstGeom prst="rect">
              <a:avLst/>
            </a:prstGeom>
            <a:solidFill>
              <a:srgbClr val="2D373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0" name="Freeform 2026">
              <a:extLst>
                <a:ext uri="{FF2B5EF4-FFF2-40B4-BE49-F238E27FC236}">
                  <a16:creationId xmlns:a16="http://schemas.microsoft.com/office/drawing/2014/main" id="{26298031-5FA8-4CD3-BF9A-64E644E876DB}"/>
                </a:ext>
              </a:extLst>
            </p:cNvPr>
            <p:cNvSpPr>
              <a:spLocks/>
            </p:cNvSpPr>
            <p:nvPr/>
          </p:nvSpPr>
          <p:spPr bwMode="gray">
            <a:xfrm>
              <a:off x="5704145" y="5446488"/>
              <a:ext cx="607131" cy="48441"/>
            </a:xfrm>
            <a:custGeom>
              <a:avLst/>
              <a:gdLst>
                <a:gd name="T0" fmla="*/ 614 w 614"/>
                <a:gd name="T1" fmla="*/ 49 h 49"/>
                <a:gd name="T2" fmla="*/ 0 w 614"/>
                <a:gd name="T3" fmla="*/ 49 h 49"/>
                <a:gd name="T4" fmla="*/ 0 w 614"/>
                <a:gd name="T5" fmla="*/ 45 h 49"/>
                <a:gd name="T6" fmla="*/ 45 w 614"/>
                <a:gd name="T7" fmla="*/ 0 h 49"/>
                <a:gd name="T8" fmla="*/ 569 w 614"/>
                <a:gd name="T9" fmla="*/ 0 h 49"/>
                <a:gd name="T10" fmla="*/ 614 w 614"/>
                <a:gd name="T11" fmla="*/ 45 h 49"/>
                <a:gd name="T12" fmla="*/ 614 w 614"/>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614" h="49">
                  <a:moveTo>
                    <a:pt x="614" y="49"/>
                  </a:moveTo>
                  <a:cubicBezTo>
                    <a:pt x="0" y="49"/>
                    <a:pt x="0" y="49"/>
                    <a:pt x="0" y="49"/>
                  </a:cubicBezTo>
                  <a:cubicBezTo>
                    <a:pt x="0" y="45"/>
                    <a:pt x="0" y="45"/>
                    <a:pt x="0" y="45"/>
                  </a:cubicBezTo>
                  <a:cubicBezTo>
                    <a:pt x="17" y="27"/>
                    <a:pt x="27" y="17"/>
                    <a:pt x="45" y="0"/>
                  </a:cubicBezTo>
                  <a:cubicBezTo>
                    <a:pt x="569" y="0"/>
                    <a:pt x="569" y="0"/>
                    <a:pt x="569" y="0"/>
                  </a:cubicBezTo>
                  <a:cubicBezTo>
                    <a:pt x="587" y="17"/>
                    <a:pt x="596" y="27"/>
                    <a:pt x="614" y="45"/>
                  </a:cubicBezTo>
                  <a:lnTo>
                    <a:pt x="614" y="49"/>
                  </a:lnTo>
                  <a:close/>
                </a:path>
              </a:pathLst>
            </a:custGeom>
            <a:solidFill>
              <a:srgbClr val="555F6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1" name="Freeform 2027">
              <a:extLst>
                <a:ext uri="{FF2B5EF4-FFF2-40B4-BE49-F238E27FC236}">
                  <a16:creationId xmlns:a16="http://schemas.microsoft.com/office/drawing/2014/main" id="{C84B1228-A7A8-4490-A93A-D912B7E04D12}"/>
                </a:ext>
              </a:extLst>
            </p:cNvPr>
            <p:cNvSpPr>
              <a:spLocks/>
            </p:cNvSpPr>
            <p:nvPr/>
          </p:nvSpPr>
          <p:spPr bwMode="gray">
            <a:xfrm>
              <a:off x="5738771" y="5087490"/>
              <a:ext cx="537882" cy="382722"/>
            </a:xfrm>
            <a:custGeom>
              <a:avLst/>
              <a:gdLst>
                <a:gd name="T0" fmla="*/ 521 w 544"/>
                <a:gd name="T1" fmla="*/ 387 h 387"/>
                <a:gd name="T2" fmla="*/ 23 w 544"/>
                <a:gd name="T3" fmla="*/ 387 h 387"/>
                <a:gd name="T4" fmla="*/ 0 w 544"/>
                <a:gd name="T5" fmla="*/ 364 h 387"/>
                <a:gd name="T6" fmla="*/ 0 w 544"/>
                <a:gd name="T7" fmla="*/ 24 h 387"/>
                <a:gd name="T8" fmla="*/ 23 w 544"/>
                <a:gd name="T9" fmla="*/ 0 h 387"/>
                <a:gd name="T10" fmla="*/ 521 w 544"/>
                <a:gd name="T11" fmla="*/ 0 h 387"/>
                <a:gd name="T12" fmla="*/ 544 w 544"/>
                <a:gd name="T13" fmla="*/ 24 h 387"/>
                <a:gd name="T14" fmla="*/ 544 w 544"/>
                <a:gd name="T15" fmla="*/ 364 h 387"/>
                <a:gd name="T16" fmla="*/ 521 w 544"/>
                <a:gd name="T17" fmla="*/ 387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4" h="387">
                  <a:moveTo>
                    <a:pt x="521" y="387"/>
                  </a:moveTo>
                  <a:cubicBezTo>
                    <a:pt x="23" y="387"/>
                    <a:pt x="23" y="387"/>
                    <a:pt x="23" y="387"/>
                  </a:cubicBezTo>
                  <a:cubicBezTo>
                    <a:pt x="10" y="387"/>
                    <a:pt x="0" y="377"/>
                    <a:pt x="0" y="364"/>
                  </a:cubicBezTo>
                  <a:cubicBezTo>
                    <a:pt x="0" y="24"/>
                    <a:pt x="0" y="24"/>
                    <a:pt x="0" y="24"/>
                  </a:cubicBezTo>
                  <a:cubicBezTo>
                    <a:pt x="0" y="11"/>
                    <a:pt x="10" y="0"/>
                    <a:pt x="23" y="0"/>
                  </a:cubicBezTo>
                  <a:cubicBezTo>
                    <a:pt x="521" y="0"/>
                    <a:pt x="521" y="0"/>
                    <a:pt x="521" y="0"/>
                  </a:cubicBezTo>
                  <a:cubicBezTo>
                    <a:pt x="534" y="0"/>
                    <a:pt x="544" y="11"/>
                    <a:pt x="544" y="24"/>
                  </a:cubicBezTo>
                  <a:cubicBezTo>
                    <a:pt x="544" y="364"/>
                    <a:pt x="544" y="364"/>
                    <a:pt x="544" y="364"/>
                  </a:cubicBezTo>
                  <a:cubicBezTo>
                    <a:pt x="544" y="377"/>
                    <a:pt x="534" y="387"/>
                    <a:pt x="521" y="387"/>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2" name="Oval 2028">
              <a:extLst>
                <a:ext uri="{FF2B5EF4-FFF2-40B4-BE49-F238E27FC236}">
                  <a16:creationId xmlns:a16="http://schemas.microsoft.com/office/drawing/2014/main" id="{3C2FE1EF-B284-4F53-868E-AE9B53E37AEC}"/>
                </a:ext>
              </a:extLst>
            </p:cNvPr>
            <p:cNvSpPr>
              <a:spLocks noChangeArrowheads="1"/>
            </p:cNvSpPr>
            <p:nvPr/>
          </p:nvSpPr>
          <p:spPr bwMode="gray">
            <a:xfrm>
              <a:off x="5957283" y="5198255"/>
              <a:ext cx="104800" cy="104833"/>
            </a:xfrm>
            <a:prstGeom prst="ellipse">
              <a:avLst/>
            </a:prstGeom>
            <a:solidFill>
              <a:srgbClr val="879B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3" name="Freeform 2029">
              <a:extLst>
                <a:ext uri="{FF2B5EF4-FFF2-40B4-BE49-F238E27FC236}">
                  <a16:creationId xmlns:a16="http://schemas.microsoft.com/office/drawing/2014/main" id="{2EBBA95A-74DF-4DC4-A03D-796CE13F1401}"/>
                </a:ext>
              </a:extLst>
            </p:cNvPr>
            <p:cNvSpPr>
              <a:spLocks/>
            </p:cNvSpPr>
            <p:nvPr/>
          </p:nvSpPr>
          <p:spPr bwMode="gray">
            <a:xfrm>
              <a:off x="6557489" y="5774807"/>
              <a:ext cx="534933" cy="55365"/>
            </a:xfrm>
            <a:custGeom>
              <a:avLst/>
              <a:gdLst>
                <a:gd name="T0" fmla="*/ 486 w 541"/>
                <a:gd name="T1" fmla="*/ 0 h 56"/>
                <a:gd name="T2" fmla="*/ 56 w 541"/>
                <a:gd name="T3" fmla="*/ 0 h 56"/>
                <a:gd name="T4" fmla="*/ 0 w 541"/>
                <a:gd name="T5" fmla="*/ 56 h 56"/>
                <a:gd name="T6" fmla="*/ 541 w 541"/>
                <a:gd name="T7" fmla="*/ 56 h 56"/>
                <a:gd name="T8" fmla="*/ 486 w 541"/>
                <a:gd name="T9" fmla="*/ 0 h 56"/>
              </a:gdLst>
              <a:ahLst/>
              <a:cxnLst>
                <a:cxn ang="0">
                  <a:pos x="T0" y="T1"/>
                </a:cxn>
                <a:cxn ang="0">
                  <a:pos x="T2" y="T3"/>
                </a:cxn>
                <a:cxn ang="0">
                  <a:pos x="T4" y="T5"/>
                </a:cxn>
                <a:cxn ang="0">
                  <a:pos x="T6" y="T7"/>
                </a:cxn>
                <a:cxn ang="0">
                  <a:pos x="T8" y="T9"/>
                </a:cxn>
              </a:cxnLst>
              <a:rect l="0" t="0" r="r" b="b"/>
              <a:pathLst>
                <a:path w="541" h="56">
                  <a:moveTo>
                    <a:pt x="486" y="0"/>
                  </a:moveTo>
                  <a:cubicBezTo>
                    <a:pt x="56" y="0"/>
                    <a:pt x="56" y="0"/>
                    <a:pt x="56" y="0"/>
                  </a:cubicBezTo>
                  <a:cubicBezTo>
                    <a:pt x="25" y="0"/>
                    <a:pt x="0" y="25"/>
                    <a:pt x="0" y="56"/>
                  </a:cubicBezTo>
                  <a:cubicBezTo>
                    <a:pt x="541" y="56"/>
                    <a:pt x="541" y="56"/>
                    <a:pt x="541" y="56"/>
                  </a:cubicBezTo>
                  <a:cubicBezTo>
                    <a:pt x="541" y="25"/>
                    <a:pt x="516" y="0"/>
                    <a:pt x="486" y="0"/>
                  </a:cubicBez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4" name="Freeform 2030">
              <a:extLst>
                <a:ext uri="{FF2B5EF4-FFF2-40B4-BE49-F238E27FC236}">
                  <a16:creationId xmlns:a16="http://schemas.microsoft.com/office/drawing/2014/main" id="{8F8594DF-A135-41C5-89E6-DE763B51EFE3}"/>
                </a:ext>
              </a:extLst>
            </p:cNvPr>
            <p:cNvSpPr>
              <a:spLocks/>
            </p:cNvSpPr>
            <p:nvPr/>
          </p:nvSpPr>
          <p:spPr bwMode="gray">
            <a:xfrm>
              <a:off x="6557489" y="5830171"/>
              <a:ext cx="534933" cy="37573"/>
            </a:xfrm>
            <a:custGeom>
              <a:avLst/>
              <a:gdLst>
                <a:gd name="T0" fmla="*/ 0 w 15604"/>
                <a:gd name="T1" fmla="*/ 0 h 1096"/>
                <a:gd name="T2" fmla="*/ 15604 w 15604"/>
                <a:gd name="T3" fmla="*/ 0 h 1096"/>
                <a:gd name="T4" fmla="*/ 15604 w 15604"/>
                <a:gd name="T5" fmla="*/ 1096 h 1096"/>
                <a:gd name="T6" fmla="*/ 0 w 15604"/>
                <a:gd name="T7" fmla="*/ 1096 h 1096"/>
                <a:gd name="T8" fmla="*/ 0 w 15604"/>
                <a:gd name="T9" fmla="*/ 0 h 1096"/>
                <a:gd name="T10" fmla="*/ 0 w 15604"/>
                <a:gd name="T11" fmla="*/ 0 h 1096"/>
              </a:gdLst>
              <a:ahLst/>
              <a:cxnLst>
                <a:cxn ang="0">
                  <a:pos x="T0" y="T1"/>
                </a:cxn>
                <a:cxn ang="0">
                  <a:pos x="T2" y="T3"/>
                </a:cxn>
                <a:cxn ang="0">
                  <a:pos x="T4" y="T5"/>
                </a:cxn>
                <a:cxn ang="0">
                  <a:pos x="T6" y="T7"/>
                </a:cxn>
                <a:cxn ang="0">
                  <a:pos x="T8" y="T9"/>
                </a:cxn>
                <a:cxn ang="0">
                  <a:pos x="T10" y="T11"/>
                </a:cxn>
              </a:cxnLst>
              <a:rect l="0" t="0" r="r" b="b"/>
              <a:pathLst>
                <a:path w="15604" h="1096">
                  <a:moveTo>
                    <a:pt x="0" y="0"/>
                  </a:moveTo>
                  <a:lnTo>
                    <a:pt x="15604" y="0"/>
                  </a:lnTo>
                  <a:lnTo>
                    <a:pt x="15604" y="1096"/>
                  </a:lnTo>
                  <a:lnTo>
                    <a:pt x="0" y="1096"/>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5" name="Freeform 2031">
              <a:extLst>
                <a:ext uri="{FF2B5EF4-FFF2-40B4-BE49-F238E27FC236}">
                  <a16:creationId xmlns:a16="http://schemas.microsoft.com/office/drawing/2014/main" id="{D2C4AF3D-DE9F-4E18-B89D-2D6D993CE673}"/>
                </a:ext>
              </a:extLst>
            </p:cNvPr>
            <p:cNvSpPr>
              <a:spLocks/>
            </p:cNvSpPr>
            <p:nvPr/>
          </p:nvSpPr>
          <p:spPr bwMode="gray">
            <a:xfrm>
              <a:off x="6573292" y="6115979"/>
              <a:ext cx="504285" cy="22763"/>
            </a:xfrm>
            <a:custGeom>
              <a:avLst/>
              <a:gdLst>
                <a:gd name="T0" fmla="*/ 0 w 14710"/>
                <a:gd name="T1" fmla="*/ 0 h 664"/>
                <a:gd name="T2" fmla="*/ 14710 w 14710"/>
                <a:gd name="T3" fmla="*/ 0 h 664"/>
                <a:gd name="T4" fmla="*/ 14710 w 14710"/>
                <a:gd name="T5" fmla="*/ 664 h 664"/>
                <a:gd name="T6" fmla="*/ 0 w 14710"/>
                <a:gd name="T7" fmla="*/ 664 h 664"/>
                <a:gd name="T8" fmla="*/ 0 w 14710"/>
                <a:gd name="T9" fmla="*/ 0 h 664"/>
                <a:gd name="T10" fmla="*/ 0 w 14710"/>
                <a:gd name="T11" fmla="*/ 0 h 664"/>
              </a:gdLst>
              <a:ahLst/>
              <a:cxnLst>
                <a:cxn ang="0">
                  <a:pos x="T0" y="T1"/>
                </a:cxn>
                <a:cxn ang="0">
                  <a:pos x="T2" y="T3"/>
                </a:cxn>
                <a:cxn ang="0">
                  <a:pos x="T4" y="T5"/>
                </a:cxn>
                <a:cxn ang="0">
                  <a:pos x="T6" y="T7"/>
                </a:cxn>
                <a:cxn ang="0">
                  <a:pos x="T8" y="T9"/>
                </a:cxn>
                <a:cxn ang="0">
                  <a:pos x="T10" y="T11"/>
                </a:cxn>
              </a:cxnLst>
              <a:rect l="0" t="0" r="r" b="b"/>
              <a:pathLst>
                <a:path w="14710" h="664">
                  <a:moveTo>
                    <a:pt x="0" y="0"/>
                  </a:moveTo>
                  <a:lnTo>
                    <a:pt x="14710" y="0"/>
                  </a:lnTo>
                  <a:lnTo>
                    <a:pt x="14710" y="664"/>
                  </a:lnTo>
                  <a:lnTo>
                    <a:pt x="0" y="664"/>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6" name="Freeform 2032">
              <a:extLst>
                <a:ext uri="{FF2B5EF4-FFF2-40B4-BE49-F238E27FC236}">
                  <a16:creationId xmlns:a16="http://schemas.microsoft.com/office/drawing/2014/main" id="{78134B37-C2C8-498E-B47D-985E2C700EF7}"/>
                </a:ext>
              </a:extLst>
            </p:cNvPr>
            <p:cNvSpPr>
              <a:spLocks/>
            </p:cNvSpPr>
            <p:nvPr/>
          </p:nvSpPr>
          <p:spPr bwMode="gray">
            <a:xfrm>
              <a:off x="6557489" y="5455367"/>
              <a:ext cx="32602" cy="884129"/>
            </a:xfrm>
            <a:custGeom>
              <a:avLst/>
              <a:gdLst>
                <a:gd name="T0" fmla="*/ 0 w 951"/>
                <a:gd name="T1" fmla="*/ 0 h 25790"/>
                <a:gd name="T2" fmla="*/ 951 w 951"/>
                <a:gd name="T3" fmla="*/ 0 h 25790"/>
                <a:gd name="T4" fmla="*/ 951 w 951"/>
                <a:gd name="T5" fmla="*/ 25790 h 25790"/>
                <a:gd name="T6" fmla="*/ 0 w 951"/>
                <a:gd name="T7" fmla="*/ 25790 h 25790"/>
                <a:gd name="T8" fmla="*/ 0 w 951"/>
                <a:gd name="T9" fmla="*/ 0 h 25790"/>
                <a:gd name="T10" fmla="*/ 0 w 951"/>
                <a:gd name="T11" fmla="*/ 0 h 25790"/>
              </a:gdLst>
              <a:ahLst/>
              <a:cxnLst>
                <a:cxn ang="0">
                  <a:pos x="T0" y="T1"/>
                </a:cxn>
                <a:cxn ang="0">
                  <a:pos x="T2" y="T3"/>
                </a:cxn>
                <a:cxn ang="0">
                  <a:pos x="T4" y="T5"/>
                </a:cxn>
                <a:cxn ang="0">
                  <a:pos x="T6" y="T7"/>
                </a:cxn>
                <a:cxn ang="0">
                  <a:pos x="T8" y="T9"/>
                </a:cxn>
                <a:cxn ang="0">
                  <a:pos x="T10" y="T11"/>
                </a:cxn>
              </a:cxnLst>
              <a:rect l="0" t="0" r="r" b="b"/>
              <a:pathLst>
                <a:path w="951" h="25790">
                  <a:moveTo>
                    <a:pt x="0" y="0"/>
                  </a:moveTo>
                  <a:lnTo>
                    <a:pt x="951" y="0"/>
                  </a:lnTo>
                  <a:lnTo>
                    <a:pt x="951"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7" name="Freeform 2033">
              <a:extLst>
                <a:ext uri="{FF2B5EF4-FFF2-40B4-BE49-F238E27FC236}">
                  <a16:creationId xmlns:a16="http://schemas.microsoft.com/office/drawing/2014/main" id="{877B67D3-0F6B-4727-B3E6-DBBC84D7CDEA}"/>
                </a:ext>
              </a:extLst>
            </p:cNvPr>
            <p:cNvSpPr>
              <a:spLocks/>
            </p:cNvSpPr>
            <p:nvPr/>
          </p:nvSpPr>
          <p:spPr bwMode="gray">
            <a:xfrm>
              <a:off x="7060780" y="5455367"/>
              <a:ext cx="31642" cy="884129"/>
            </a:xfrm>
            <a:custGeom>
              <a:avLst/>
              <a:gdLst>
                <a:gd name="T0" fmla="*/ 0 w 923"/>
                <a:gd name="T1" fmla="*/ 0 h 25790"/>
                <a:gd name="T2" fmla="*/ 923 w 923"/>
                <a:gd name="T3" fmla="*/ 0 h 25790"/>
                <a:gd name="T4" fmla="*/ 923 w 923"/>
                <a:gd name="T5" fmla="*/ 25790 h 25790"/>
                <a:gd name="T6" fmla="*/ 0 w 923"/>
                <a:gd name="T7" fmla="*/ 25790 h 25790"/>
                <a:gd name="T8" fmla="*/ 0 w 923"/>
                <a:gd name="T9" fmla="*/ 0 h 25790"/>
                <a:gd name="T10" fmla="*/ 0 w 923"/>
                <a:gd name="T11" fmla="*/ 0 h 25790"/>
              </a:gdLst>
              <a:ahLst/>
              <a:cxnLst>
                <a:cxn ang="0">
                  <a:pos x="T0" y="T1"/>
                </a:cxn>
                <a:cxn ang="0">
                  <a:pos x="T2" y="T3"/>
                </a:cxn>
                <a:cxn ang="0">
                  <a:pos x="T4" y="T5"/>
                </a:cxn>
                <a:cxn ang="0">
                  <a:pos x="T6" y="T7"/>
                </a:cxn>
                <a:cxn ang="0">
                  <a:pos x="T8" y="T9"/>
                </a:cxn>
                <a:cxn ang="0">
                  <a:pos x="T10" y="T11"/>
                </a:cxn>
              </a:cxnLst>
              <a:rect l="0" t="0" r="r" b="b"/>
              <a:pathLst>
                <a:path w="923" h="25790">
                  <a:moveTo>
                    <a:pt x="0" y="0"/>
                  </a:moveTo>
                  <a:lnTo>
                    <a:pt x="923" y="0"/>
                  </a:lnTo>
                  <a:lnTo>
                    <a:pt x="923"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8" name="Freeform 2034">
              <a:extLst>
                <a:ext uri="{FF2B5EF4-FFF2-40B4-BE49-F238E27FC236}">
                  <a16:creationId xmlns:a16="http://schemas.microsoft.com/office/drawing/2014/main" id="{48DF5254-1B32-4CC0-8A88-14E0B645A255}"/>
                </a:ext>
              </a:extLst>
            </p:cNvPr>
            <p:cNvSpPr>
              <a:spLocks/>
            </p:cNvSpPr>
            <p:nvPr/>
          </p:nvSpPr>
          <p:spPr bwMode="gray">
            <a:xfrm>
              <a:off x="6557489" y="5246696"/>
              <a:ext cx="534933" cy="208673"/>
            </a:xfrm>
            <a:custGeom>
              <a:avLst/>
              <a:gdLst>
                <a:gd name="T0" fmla="*/ 405 w 541"/>
                <a:gd name="T1" fmla="*/ 0 h 211"/>
                <a:gd name="T2" fmla="*/ 137 w 541"/>
                <a:gd name="T3" fmla="*/ 0 h 211"/>
                <a:gd name="T4" fmla="*/ 0 w 541"/>
                <a:gd name="T5" fmla="*/ 119 h 211"/>
                <a:gd name="T6" fmla="*/ 0 w 541"/>
                <a:gd name="T7" fmla="*/ 211 h 211"/>
                <a:gd name="T8" fmla="*/ 541 w 541"/>
                <a:gd name="T9" fmla="*/ 211 h 211"/>
                <a:gd name="T10" fmla="*/ 541 w 541"/>
                <a:gd name="T11" fmla="*/ 119 h 211"/>
                <a:gd name="T12" fmla="*/ 405 w 541"/>
                <a:gd name="T13" fmla="*/ 0 h 211"/>
              </a:gdLst>
              <a:ahLst/>
              <a:cxnLst>
                <a:cxn ang="0">
                  <a:pos x="T0" y="T1"/>
                </a:cxn>
                <a:cxn ang="0">
                  <a:pos x="T2" y="T3"/>
                </a:cxn>
                <a:cxn ang="0">
                  <a:pos x="T4" y="T5"/>
                </a:cxn>
                <a:cxn ang="0">
                  <a:pos x="T6" y="T7"/>
                </a:cxn>
                <a:cxn ang="0">
                  <a:pos x="T8" y="T9"/>
                </a:cxn>
                <a:cxn ang="0">
                  <a:pos x="T10" y="T11"/>
                </a:cxn>
                <a:cxn ang="0">
                  <a:pos x="T12" y="T13"/>
                </a:cxn>
              </a:cxnLst>
              <a:rect l="0" t="0" r="r" b="b"/>
              <a:pathLst>
                <a:path w="541" h="211">
                  <a:moveTo>
                    <a:pt x="405" y="0"/>
                  </a:moveTo>
                  <a:cubicBezTo>
                    <a:pt x="137" y="0"/>
                    <a:pt x="137" y="0"/>
                    <a:pt x="137" y="0"/>
                  </a:cubicBezTo>
                  <a:cubicBezTo>
                    <a:pt x="61" y="0"/>
                    <a:pt x="0" y="53"/>
                    <a:pt x="0" y="119"/>
                  </a:cubicBezTo>
                  <a:cubicBezTo>
                    <a:pt x="0" y="211"/>
                    <a:pt x="0" y="211"/>
                    <a:pt x="0" y="211"/>
                  </a:cubicBezTo>
                  <a:cubicBezTo>
                    <a:pt x="541" y="211"/>
                    <a:pt x="541" y="211"/>
                    <a:pt x="541" y="211"/>
                  </a:cubicBezTo>
                  <a:cubicBezTo>
                    <a:pt x="541" y="119"/>
                    <a:pt x="541" y="119"/>
                    <a:pt x="541" y="119"/>
                  </a:cubicBezTo>
                  <a:cubicBezTo>
                    <a:pt x="541" y="53"/>
                    <a:pt x="480" y="0"/>
                    <a:pt x="405" y="0"/>
                  </a:cubicBez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9" name="Freeform 2035">
              <a:extLst>
                <a:ext uri="{FF2B5EF4-FFF2-40B4-BE49-F238E27FC236}">
                  <a16:creationId xmlns:a16="http://schemas.microsoft.com/office/drawing/2014/main" id="{324A917B-96B6-4F07-9E0A-135E09272224}"/>
                </a:ext>
              </a:extLst>
            </p:cNvPr>
            <p:cNvSpPr>
              <a:spLocks/>
            </p:cNvSpPr>
            <p:nvPr/>
          </p:nvSpPr>
          <p:spPr bwMode="gray">
            <a:xfrm>
              <a:off x="6512992" y="5161641"/>
              <a:ext cx="124580" cy="330305"/>
            </a:xfrm>
            <a:custGeom>
              <a:avLst/>
              <a:gdLst>
                <a:gd name="T0" fmla="*/ 403 w 3634"/>
                <a:gd name="T1" fmla="*/ 6030 h 9635"/>
                <a:gd name="T2" fmla="*/ 0 w 3634"/>
                <a:gd name="T3" fmla="*/ 0 h 9635"/>
                <a:gd name="T4" fmla="*/ 3115 w 3634"/>
                <a:gd name="T5" fmla="*/ 0 h 9635"/>
                <a:gd name="T6" fmla="*/ 2971 w 3634"/>
                <a:gd name="T7" fmla="*/ 4818 h 9635"/>
                <a:gd name="T8" fmla="*/ 3634 w 3634"/>
                <a:gd name="T9" fmla="*/ 7212 h 9635"/>
                <a:gd name="T10" fmla="*/ 2884 w 3634"/>
                <a:gd name="T11" fmla="*/ 9635 h 9635"/>
                <a:gd name="T12" fmla="*/ 1673 w 3634"/>
                <a:gd name="T13" fmla="*/ 8453 h 9635"/>
                <a:gd name="T14" fmla="*/ 403 w 3634"/>
                <a:gd name="T15" fmla="*/ 6030 h 96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34" h="9635">
                  <a:moveTo>
                    <a:pt x="403" y="6030"/>
                  </a:moveTo>
                  <a:lnTo>
                    <a:pt x="0" y="0"/>
                  </a:lnTo>
                  <a:lnTo>
                    <a:pt x="3115" y="0"/>
                  </a:lnTo>
                  <a:lnTo>
                    <a:pt x="2971" y="4818"/>
                  </a:lnTo>
                  <a:lnTo>
                    <a:pt x="3634" y="7212"/>
                  </a:lnTo>
                  <a:lnTo>
                    <a:pt x="2884" y="9635"/>
                  </a:lnTo>
                  <a:lnTo>
                    <a:pt x="1673" y="8453"/>
                  </a:lnTo>
                  <a:lnTo>
                    <a:pt x="403" y="6030"/>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0" name="Freeform 2036">
              <a:extLst>
                <a:ext uri="{FF2B5EF4-FFF2-40B4-BE49-F238E27FC236}">
                  <a16:creationId xmlns:a16="http://schemas.microsoft.com/office/drawing/2014/main" id="{C4BBD308-8852-4388-9236-DB4D61A5C62E}"/>
                </a:ext>
              </a:extLst>
            </p:cNvPr>
            <p:cNvSpPr>
              <a:spLocks/>
            </p:cNvSpPr>
            <p:nvPr/>
          </p:nvSpPr>
          <p:spPr bwMode="gray">
            <a:xfrm>
              <a:off x="7024167" y="5161641"/>
              <a:ext cx="118684" cy="330305"/>
            </a:xfrm>
            <a:custGeom>
              <a:avLst/>
              <a:gdLst>
                <a:gd name="T0" fmla="*/ 3289 w 3462"/>
                <a:gd name="T1" fmla="*/ 6030 h 9635"/>
                <a:gd name="T2" fmla="*/ 3462 w 3462"/>
                <a:gd name="T3" fmla="*/ 0 h 9635"/>
                <a:gd name="T4" fmla="*/ 231 w 3462"/>
                <a:gd name="T5" fmla="*/ 0 h 9635"/>
                <a:gd name="T6" fmla="*/ 779 w 3462"/>
                <a:gd name="T7" fmla="*/ 4818 h 9635"/>
                <a:gd name="T8" fmla="*/ 0 w 3462"/>
                <a:gd name="T9" fmla="*/ 7385 h 9635"/>
                <a:gd name="T10" fmla="*/ 520 w 3462"/>
                <a:gd name="T11" fmla="*/ 9635 h 9635"/>
                <a:gd name="T12" fmla="*/ 2048 w 3462"/>
                <a:gd name="T13" fmla="*/ 8453 h 9635"/>
                <a:gd name="T14" fmla="*/ 3289 w 3462"/>
                <a:gd name="T15" fmla="*/ 6030 h 96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62" h="9635">
                  <a:moveTo>
                    <a:pt x="3289" y="6030"/>
                  </a:moveTo>
                  <a:lnTo>
                    <a:pt x="3462" y="0"/>
                  </a:lnTo>
                  <a:lnTo>
                    <a:pt x="231" y="0"/>
                  </a:lnTo>
                  <a:lnTo>
                    <a:pt x="779" y="4818"/>
                  </a:lnTo>
                  <a:lnTo>
                    <a:pt x="0" y="7385"/>
                  </a:lnTo>
                  <a:lnTo>
                    <a:pt x="520" y="9635"/>
                  </a:lnTo>
                  <a:lnTo>
                    <a:pt x="2048" y="8453"/>
                  </a:lnTo>
                  <a:lnTo>
                    <a:pt x="3289" y="6030"/>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1" name="Freeform 2037">
              <a:extLst>
                <a:ext uri="{FF2B5EF4-FFF2-40B4-BE49-F238E27FC236}">
                  <a16:creationId xmlns:a16="http://schemas.microsoft.com/office/drawing/2014/main" id="{638207C2-E5A4-41EB-99D1-B5E293526515}"/>
                </a:ext>
              </a:extLst>
            </p:cNvPr>
            <p:cNvSpPr>
              <a:spLocks/>
            </p:cNvSpPr>
            <p:nvPr/>
          </p:nvSpPr>
          <p:spPr bwMode="gray">
            <a:xfrm>
              <a:off x="6608876" y="5577994"/>
              <a:ext cx="438052" cy="196812"/>
            </a:xfrm>
            <a:custGeom>
              <a:avLst/>
              <a:gdLst>
                <a:gd name="T0" fmla="*/ 399 w 443"/>
                <a:gd name="T1" fmla="*/ 199 h 199"/>
                <a:gd name="T2" fmla="*/ 42 w 443"/>
                <a:gd name="T3" fmla="*/ 199 h 199"/>
                <a:gd name="T4" fmla="*/ 25 w 443"/>
                <a:gd name="T5" fmla="*/ 184 h 199"/>
                <a:gd name="T6" fmla="*/ 0 w 443"/>
                <a:gd name="T7" fmla="*/ 0 h 199"/>
                <a:gd name="T8" fmla="*/ 443 w 443"/>
                <a:gd name="T9" fmla="*/ 0 h 199"/>
                <a:gd name="T10" fmla="*/ 416 w 443"/>
                <a:gd name="T11" fmla="*/ 184 h 199"/>
                <a:gd name="T12" fmla="*/ 399 w 443"/>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443" h="199">
                  <a:moveTo>
                    <a:pt x="399" y="199"/>
                  </a:moveTo>
                  <a:cubicBezTo>
                    <a:pt x="42" y="199"/>
                    <a:pt x="42" y="199"/>
                    <a:pt x="42" y="199"/>
                  </a:cubicBezTo>
                  <a:cubicBezTo>
                    <a:pt x="36" y="193"/>
                    <a:pt x="31" y="189"/>
                    <a:pt x="25" y="184"/>
                  </a:cubicBezTo>
                  <a:cubicBezTo>
                    <a:pt x="0" y="0"/>
                    <a:pt x="0" y="0"/>
                    <a:pt x="0" y="0"/>
                  </a:cubicBezTo>
                  <a:cubicBezTo>
                    <a:pt x="443" y="0"/>
                    <a:pt x="443" y="0"/>
                    <a:pt x="443" y="0"/>
                  </a:cubicBezTo>
                  <a:cubicBezTo>
                    <a:pt x="416" y="184"/>
                    <a:pt x="416" y="184"/>
                    <a:pt x="416" y="184"/>
                  </a:cubicBezTo>
                  <a:cubicBezTo>
                    <a:pt x="410" y="190"/>
                    <a:pt x="406" y="193"/>
                    <a:pt x="399" y="199"/>
                  </a:cubicBezTo>
                  <a:close/>
                </a:path>
              </a:pathLst>
            </a:custGeom>
            <a:solidFill>
              <a:srgbClr val="0055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2" name="Freeform 2038">
              <a:extLst>
                <a:ext uri="{FF2B5EF4-FFF2-40B4-BE49-F238E27FC236}">
                  <a16:creationId xmlns:a16="http://schemas.microsoft.com/office/drawing/2014/main" id="{88CB8793-66E1-46F2-A0D9-82B19F93F10F}"/>
                </a:ext>
              </a:extLst>
            </p:cNvPr>
            <p:cNvSpPr>
              <a:spLocks/>
            </p:cNvSpPr>
            <p:nvPr/>
          </p:nvSpPr>
          <p:spPr bwMode="gray">
            <a:xfrm>
              <a:off x="6608876" y="4501030"/>
              <a:ext cx="434111" cy="392630"/>
            </a:xfrm>
            <a:custGeom>
              <a:avLst/>
              <a:gdLst>
                <a:gd name="T0" fmla="*/ 395 w 439"/>
                <a:gd name="T1" fmla="*/ 125 h 397"/>
                <a:gd name="T2" fmla="*/ 220 w 439"/>
                <a:gd name="T3" fmla="*/ 0 h 397"/>
                <a:gd name="T4" fmla="*/ 219 w 439"/>
                <a:gd name="T5" fmla="*/ 0 h 397"/>
                <a:gd name="T6" fmla="*/ 44 w 439"/>
                <a:gd name="T7" fmla="*/ 125 h 397"/>
                <a:gd name="T8" fmla="*/ 8 w 439"/>
                <a:gd name="T9" fmla="*/ 356 h 397"/>
                <a:gd name="T10" fmla="*/ 130 w 439"/>
                <a:gd name="T11" fmla="*/ 392 h 397"/>
                <a:gd name="T12" fmla="*/ 225 w 439"/>
                <a:gd name="T13" fmla="*/ 397 h 397"/>
                <a:gd name="T14" fmla="*/ 353 w 439"/>
                <a:gd name="T15" fmla="*/ 386 h 397"/>
                <a:gd name="T16" fmla="*/ 432 w 439"/>
                <a:gd name="T17" fmla="*/ 356 h 397"/>
                <a:gd name="T18" fmla="*/ 395 w 439"/>
                <a:gd name="T19" fmla="*/ 125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9" h="397">
                  <a:moveTo>
                    <a:pt x="395" y="125"/>
                  </a:moveTo>
                  <a:cubicBezTo>
                    <a:pt x="350" y="0"/>
                    <a:pt x="220" y="0"/>
                    <a:pt x="220" y="0"/>
                  </a:cubicBezTo>
                  <a:cubicBezTo>
                    <a:pt x="220" y="0"/>
                    <a:pt x="220" y="0"/>
                    <a:pt x="219" y="0"/>
                  </a:cubicBezTo>
                  <a:cubicBezTo>
                    <a:pt x="219" y="0"/>
                    <a:pt x="89" y="0"/>
                    <a:pt x="44" y="125"/>
                  </a:cubicBezTo>
                  <a:cubicBezTo>
                    <a:pt x="0" y="247"/>
                    <a:pt x="8" y="356"/>
                    <a:pt x="8" y="356"/>
                  </a:cubicBezTo>
                  <a:cubicBezTo>
                    <a:pt x="44" y="384"/>
                    <a:pt x="111" y="390"/>
                    <a:pt x="130" y="392"/>
                  </a:cubicBezTo>
                  <a:cubicBezTo>
                    <a:pt x="158" y="395"/>
                    <a:pt x="190" y="397"/>
                    <a:pt x="225" y="397"/>
                  </a:cubicBezTo>
                  <a:cubicBezTo>
                    <a:pt x="276" y="397"/>
                    <a:pt x="322" y="393"/>
                    <a:pt x="353" y="386"/>
                  </a:cubicBezTo>
                  <a:cubicBezTo>
                    <a:pt x="379" y="381"/>
                    <a:pt x="410" y="372"/>
                    <a:pt x="432" y="356"/>
                  </a:cubicBezTo>
                  <a:cubicBezTo>
                    <a:pt x="432" y="356"/>
                    <a:pt x="439" y="247"/>
                    <a:pt x="395" y="125"/>
                  </a:cubicBez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3" name="Freeform 2039">
              <a:extLst>
                <a:ext uri="{FF2B5EF4-FFF2-40B4-BE49-F238E27FC236}">
                  <a16:creationId xmlns:a16="http://schemas.microsoft.com/office/drawing/2014/main" id="{864997A5-D9A2-45E0-A02F-6CC02825E3E9}"/>
                </a:ext>
              </a:extLst>
            </p:cNvPr>
            <p:cNvSpPr>
              <a:spLocks/>
            </p:cNvSpPr>
            <p:nvPr/>
          </p:nvSpPr>
          <p:spPr bwMode="gray">
            <a:xfrm>
              <a:off x="6648438" y="4606859"/>
              <a:ext cx="355983" cy="382722"/>
            </a:xfrm>
            <a:custGeom>
              <a:avLst/>
              <a:gdLst>
                <a:gd name="T0" fmla="*/ 347 w 360"/>
                <a:gd name="T1" fmla="*/ 73 h 387"/>
                <a:gd name="T2" fmla="*/ 327 w 360"/>
                <a:gd name="T3" fmla="*/ 84 h 387"/>
                <a:gd name="T4" fmla="*/ 316 w 360"/>
                <a:gd name="T5" fmla="*/ 125 h 387"/>
                <a:gd name="T6" fmla="*/ 303 w 360"/>
                <a:gd name="T7" fmla="*/ 120 h 387"/>
                <a:gd name="T8" fmla="*/ 307 w 360"/>
                <a:gd name="T9" fmla="*/ 89 h 387"/>
                <a:gd name="T10" fmla="*/ 291 w 360"/>
                <a:gd name="T11" fmla="*/ 0 h 387"/>
                <a:gd name="T12" fmla="*/ 188 w 360"/>
                <a:gd name="T13" fmla="*/ 53 h 387"/>
                <a:gd name="T14" fmla="*/ 179 w 360"/>
                <a:gd name="T15" fmla="*/ 2 h 387"/>
                <a:gd name="T16" fmla="*/ 177 w 360"/>
                <a:gd name="T17" fmla="*/ 6 h 387"/>
                <a:gd name="T18" fmla="*/ 54 w 360"/>
                <a:gd name="T19" fmla="*/ 79 h 387"/>
                <a:gd name="T20" fmla="*/ 51 w 360"/>
                <a:gd name="T21" fmla="*/ 80 h 387"/>
                <a:gd name="T22" fmla="*/ 55 w 360"/>
                <a:gd name="T23" fmla="*/ 120 h 387"/>
                <a:gd name="T24" fmla="*/ 43 w 360"/>
                <a:gd name="T25" fmla="*/ 124 h 387"/>
                <a:gd name="T26" fmla="*/ 33 w 360"/>
                <a:gd name="T27" fmla="*/ 84 h 387"/>
                <a:gd name="T28" fmla="*/ 14 w 360"/>
                <a:gd name="T29" fmla="*/ 73 h 387"/>
                <a:gd name="T30" fmla="*/ 8 w 360"/>
                <a:gd name="T31" fmla="*/ 99 h 387"/>
                <a:gd name="T32" fmla="*/ 32 w 360"/>
                <a:gd name="T33" fmla="*/ 158 h 387"/>
                <a:gd name="T34" fmla="*/ 46 w 360"/>
                <a:gd name="T35" fmla="*/ 168 h 387"/>
                <a:gd name="T36" fmla="*/ 51 w 360"/>
                <a:gd name="T37" fmla="*/ 168 h 387"/>
                <a:gd name="T38" fmla="*/ 51 w 360"/>
                <a:gd name="T39" fmla="*/ 168 h 387"/>
                <a:gd name="T40" fmla="*/ 51 w 360"/>
                <a:gd name="T41" fmla="*/ 168 h 387"/>
                <a:gd name="T42" fmla="*/ 51 w 360"/>
                <a:gd name="T43" fmla="*/ 168 h 387"/>
                <a:gd name="T44" fmla="*/ 85 w 360"/>
                <a:gd name="T45" fmla="*/ 243 h 387"/>
                <a:gd name="T46" fmla="*/ 100 w 360"/>
                <a:gd name="T47" fmla="*/ 259 h 387"/>
                <a:gd name="T48" fmla="*/ 100 w 360"/>
                <a:gd name="T49" fmla="*/ 260 h 387"/>
                <a:gd name="T50" fmla="*/ 100 w 360"/>
                <a:gd name="T51" fmla="*/ 260 h 387"/>
                <a:gd name="T52" fmla="*/ 101 w 360"/>
                <a:gd name="T53" fmla="*/ 325 h 387"/>
                <a:gd name="T54" fmla="*/ 168 w 360"/>
                <a:gd name="T55" fmla="*/ 387 h 387"/>
                <a:gd name="T56" fmla="*/ 190 w 360"/>
                <a:gd name="T57" fmla="*/ 387 h 387"/>
                <a:gd name="T58" fmla="*/ 258 w 360"/>
                <a:gd name="T59" fmla="*/ 323 h 387"/>
                <a:gd name="T60" fmla="*/ 259 w 360"/>
                <a:gd name="T61" fmla="*/ 277 h 387"/>
                <a:gd name="T62" fmla="*/ 259 w 360"/>
                <a:gd name="T63" fmla="*/ 259 h 387"/>
                <a:gd name="T64" fmla="*/ 308 w 360"/>
                <a:gd name="T65" fmla="*/ 168 h 387"/>
                <a:gd name="T66" fmla="*/ 308 w 360"/>
                <a:gd name="T67" fmla="*/ 168 h 387"/>
                <a:gd name="T68" fmla="*/ 315 w 360"/>
                <a:gd name="T69" fmla="*/ 168 h 387"/>
                <a:gd name="T70" fmla="*/ 328 w 360"/>
                <a:gd name="T71" fmla="*/ 158 h 387"/>
                <a:gd name="T72" fmla="*/ 352 w 360"/>
                <a:gd name="T73" fmla="*/ 99 h 387"/>
                <a:gd name="T74" fmla="*/ 347 w 360"/>
                <a:gd name="T75" fmla="*/ 73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0" h="387">
                  <a:moveTo>
                    <a:pt x="347" y="73"/>
                  </a:moveTo>
                  <a:cubicBezTo>
                    <a:pt x="338" y="70"/>
                    <a:pt x="329" y="74"/>
                    <a:pt x="327" y="84"/>
                  </a:cubicBezTo>
                  <a:cubicBezTo>
                    <a:pt x="327" y="84"/>
                    <a:pt x="327" y="84"/>
                    <a:pt x="316" y="125"/>
                  </a:cubicBezTo>
                  <a:cubicBezTo>
                    <a:pt x="303" y="120"/>
                    <a:pt x="303" y="120"/>
                    <a:pt x="303" y="120"/>
                  </a:cubicBezTo>
                  <a:cubicBezTo>
                    <a:pt x="307" y="89"/>
                    <a:pt x="307" y="89"/>
                    <a:pt x="307" y="89"/>
                  </a:cubicBezTo>
                  <a:cubicBezTo>
                    <a:pt x="308" y="40"/>
                    <a:pt x="291" y="0"/>
                    <a:pt x="291" y="0"/>
                  </a:cubicBezTo>
                  <a:cubicBezTo>
                    <a:pt x="260" y="46"/>
                    <a:pt x="188" y="53"/>
                    <a:pt x="188" y="53"/>
                  </a:cubicBezTo>
                  <a:cubicBezTo>
                    <a:pt x="179" y="2"/>
                    <a:pt x="179" y="2"/>
                    <a:pt x="179" y="2"/>
                  </a:cubicBezTo>
                  <a:cubicBezTo>
                    <a:pt x="179" y="2"/>
                    <a:pt x="178" y="4"/>
                    <a:pt x="177" y="6"/>
                  </a:cubicBezTo>
                  <a:cubicBezTo>
                    <a:pt x="148" y="47"/>
                    <a:pt x="103" y="73"/>
                    <a:pt x="54" y="79"/>
                  </a:cubicBezTo>
                  <a:cubicBezTo>
                    <a:pt x="51" y="80"/>
                    <a:pt x="51" y="80"/>
                    <a:pt x="51" y="80"/>
                  </a:cubicBezTo>
                  <a:cubicBezTo>
                    <a:pt x="55" y="120"/>
                    <a:pt x="55" y="120"/>
                    <a:pt x="55" y="120"/>
                  </a:cubicBezTo>
                  <a:cubicBezTo>
                    <a:pt x="49" y="122"/>
                    <a:pt x="45" y="124"/>
                    <a:pt x="43" y="124"/>
                  </a:cubicBezTo>
                  <a:cubicBezTo>
                    <a:pt x="33" y="84"/>
                    <a:pt x="33" y="84"/>
                    <a:pt x="33" y="84"/>
                  </a:cubicBezTo>
                  <a:cubicBezTo>
                    <a:pt x="31" y="74"/>
                    <a:pt x="22" y="70"/>
                    <a:pt x="14" y="73"/>
                  </a:cubicBezTo>
                  <a:cubicBezTo>
                    <a:pt x="14" y="73"/>
                    <a:pt x="0" y="78"/>
                    <a:pt x="8" y="99"/>
                  </a:cubicBezTo>
                  <a:cubicBezTo>
                    <a:pt x="8" y="99"/>
                    <a:pt x="8" y="99"/>
                    <a:pt x="32" y="158"/>
                  </a:cubicBezTo>
                  <a:cubicBezTo>
                    <a:pt x="34" y="164"/>
                    <a:pt x="40" y="168"/>
                    <a:pt x="46" y="168"/>
                  </a:cubicBezTo>
                  <a:cubicBezTo>
                    <a:pt x="46" y="168"/>
                    <a:pt x="46" y="168"/>
                    <a:pt x="51" y="168"/>
                  </a:cubicBezTo>
                  <a:cubicBezTo>
                    <a:pt x="51" y="168"/>
                    <a:pt x="51" y="168"/>
                    <a:pt x="51" y="168"/>
                  </a:cubicBezTo>
                  <a:cubicBezTo>
                    <a:pt x="51" y="168"/>
                    <a:pt x="51" y="168"/>
                    <a:pt x="51" y="168"/>
                  </a:cubicBezTo>
                  <a:cubicBezTo>
                    <a:pt x="51" y="168"/>
                    <a:pt x="51" y="168"/>
                    <a:pt x="51" y="168"/>
                  </a:cubicBezTo>
                  <a:cubicBezTo>
                    <a:pt x="61" y="201"/>
                    <a:pt x="73" y="225"/>
                    <a:pt x="85" y="243"/>
                  </a:cubicBezTo>
                  <a:cubicBezTo>
                    <a:pt x="90" y="249"/>
                    <a:pt x="95" y="255"/>
                    <a:pt x="100" y="259"/>
                  </a:cubicBezTo>
                  <a:cubicBezTo>
                    <a:pt x="100" y="259"/>
                    <a:pt x="100" y="259"/>
                    <a:pt x="100" y="260"/>
                  </a:cubicBezTo>
                  <a:cubicBezTo>
                    <a:pt x="100" y="260"/>
                    <a:pt x="100" y="260"/>
                    <a:pt x="100" y="260"/>
                  </a:cubicBezTo>
                  <a:cubicBezTo>
                    <a:pt x="101" y="277"/>
                    <a:pt x="101" y="303"/>
                    <a:pt x="101" y="325"/>
                  </a:cubicBezTo>
                  <a:cubicBezTo>
                    <a:pt x="168" y="387"/>
                    <a:pt x="168" y="387"/>
                    <a:pt x="168" y="387"/>
                  </a:cubicBezTo>
                  <a:cubicBezTo>
                    <a:pt x="190" y="387"/>
                    <a:pt x="190" y="387"/>
                    <a:pt x="190" y="387"/>
                  </a:cubicBezTo>
                  <a:cubicBezTo>
                    <a:pt x="258" y="323"/>
                    <a:pt x="258" y="323"/>
                    <a:pt x="258" y="323"/>
                  </a:cubicBezTo>
                  <a:cubicBezTo>
                    <a:pt x="259" y="277"/>
                    <a:pt x="259" y="277"/>
                    <a:pt x="259" y="277"/>
                  </a:cubicBezTo>
                  <a:cubicBezTo>
                    <a:pt x="259" y="272"/>
                    <a:pt x="259" y="261"/>
                    <a:pt x="259" y="259"/>
                  </a:cubicBezTo>
                  <a:cubicBezTo>
                    <a:pt x="278" y="241"/>
                    <a:pt x="295" y="213"/>
                    <a:pt x="308" y="168"/>
                  </a:cubicBezTo>
                  <a:cubicBezTo>
                    <a:pt x="308" y="168"/>
                    <a:pt x="308" y="168"/>
                    <a:pt x="308" y="168"/>
                  </a:cubicBezTo>
                  <a:cubicBezTo>
                    <a:pt x="309" y="168"/>
                    <a:pt x="311" y="168"/>
                    <a:pt x="315" y="168"/>
                  </a:cubicBezTo>
                  <a:cubicBezTo>
                    <a:pt x="321" y="168"/>
                    <a:pt x="326" y="164"/>
                    <a:pt x="328" y="158"/>
                  </a:cubicBezTo>
                  <a:cubicBezTo>
                    <a:pt x="328" y="158"/>
                    <a:pt x="328" y="158"/>
                    <a:pt x="352" y="99"/>
                  </a:cubicBezTo>
                  <a:cubicBezTo>
                    <a:pt x="360" y="78"/>
                    <a:pt x="347" y="73"/>
                    <a:pt x="347" y="73"/>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4" name="Freeform 2040">
              <a:extLst>
                <a:ext uri="{FF2B5EF4-FFF2-40B4-BE49-F238E27FC236}">
                  <a16:creationId xmlns:a16="http://schemas.microsoft.com/office/drawing/2014/main" id="{05C21796-D1A2-45A5-8F5B-F779D94D4000}"/>
                </a:ext>
              </a:extLst>
            </p:cNvPr>
            <p:cNvSpPr>
              <a:spLocks/>
            </p:cNvSpPr>
            <p:nvPr/>
          </p:nvSpPr>
          <p:spPr bwMode="gray">
            <a:xfrm>
              <a:off x="6491222" y="4896608"/>
              <a:ext cx="659514" cy="656668"/>
            </a:xfrm>
            <a:custGeom>
              <a:avLst/>
              <a:gdLst>
                <a:gd name="T0" fmla="*/ 520 w 667"/>
                <a:gd name="T1" fmla="*/ 422 h 664"/>
                <a:gd name="T2" fmla="*/ 564 w 667"/>
                <a:gd name="T3" fmla="*/ 663 h 664"/>
                <a:gd name="T4" fmla="*/ 109 w 667"/>
                <a:gd name="T5" fmla="*/ 664 h 664"/>
                <a:gd name="T6" fmla="*/ 159 w 667"/>
                <a:gd name="T7" fmla="*/ 422 h 664"/>
                <a:gd name="T8" fmla="*/ 118 w 667"/>
                <a:gd name="T9" fmla="*/ 291 h 664"/>
                <a:gd name="T10" fmla="*/ 11 w 667"/>
                <a:gd name="T11" fmla="*/ 277 h 664"/>
                <a:gd name="T12" fmla="*/ 103 w 667"/>
                <a:gd name="T13" fmla="*/ 63 h 664"/>
                <a:gd name="T14" fmla="*/ 260 w 667"/>
                <a:gd name="T15" fmla="*/ 0 h 664"/>
                <a:gd name="T16" fmla="*/ 326 w 667"/>
                <a:gd name="T17" fmla="*/ 67 h 664"/>
                <a:gd name="T18" fmla="*/ 351 w 667"/>
                <a:gd name="T19" fmla="*/ 67 h 664"/>
                <a:gd name="T20" fmla="*/ 417 w 667"/>
                <a:gd name="T21" fmla="*/ 0 h 664"/>
                <a:gd name="T22" fmla="*/ 575 w 667"/>
                <a:gd name="T23" fmla="*/ 63 h 664"/>
                <a:gd name="T24" fmla="*/ 667 w 667"/>
                <a:gd name="T25" fmla="*/ 277 h 664"/>
                <a:gd name="T26" fmla="*/ 560 w 667"/>
                <a:gd name="T27" fmla="*/ 291 h 664"/>
                <a:gd name="T28" fmla="*/ 560 w 667"/>
                <a:gd name="T29" fmla="*/ 291 h 664"/>
                <a:gd name="T30" fmla="*/ 520 w 667"/>
                <a:gd name="T31" fmla="*/ 422 h 664"/>
                <a:gd name="T32" fmla="*/ 520 w 667"/>
                <a:gd name="T33" fmla="*/ 422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67" h="664">
                  <a:moveTo>
                    <a:pt x="520" y="422"/>
                  </a:moveTo>
                  <a:cubicBezTo>
                    <a:pt x="564" y="663"/>
                    <a:pt x="564" y="663"/>
                    <a:pt x="564" y="663"/>
                  </a:cubicBezTo>
                  <a:cubicBezTo>
                    <a:pt x="109" y="664"/>
                    <a:pt x="109" y="664"/>
                    <a:pt x="109" y="664"/>
                  </a:cubicBezTo>
                  <a:cubicBezTo>
                    <a:pt x="159" y="422"/>
                    <a:pt x="159" y="422"/>
                    <a:pt x="159" y="422"/>
                  </a:cubicBezTo>
                  <a:cubicBezTo>
                    <a:pt x="118" y="291"/>
                    <a:pt x="118" y="291"/>
                    <a:pt x="118" y="291"/>
                  </a:cubicBezTo>
                  <a:cubicBezTo>
                    <a:pt x="11" y="277"/>
                    <a:pt x="11" y="277"/>
                    <a:pt x="11" y="277"/>
                  </a:cubicBezTo>
                  <a:cubicBezTo>
                    <a:pt x="11" y="277"/>
                    <a:pt x="0" y="105"/>
                    <a:pt x="103" y="63"/>
                  </a:cubicBezTo>
                  <a:cubicBezTo>
                    <a:pt x="241" y="5"/>
                    <a:pt x="260" y="0"/>
                    <a:pt x="260" y="0"/>
                  </a:cubicBezTo>
                  <a:cubicBezTo>
                    <a:pt x="326" y="67"/>
                    <a:pt x="326" y="67"/>
                    <a:pt x="326" y="67"/>
                  </a:cubicBezTo>
                  <a:cubicBezTo>
                    <a:pt x="351" y="67"/>
                    <a:pt x="351" y="67"/>
                    <a:pt x="351" y="67"/>
                  </a:cubicBezTo>
                  <a:cubicBezTo>
                    <a:pt x="417" y="0"/>
                    <a:pt x="417" y="0"/>
                    <a:pt x="417" y="0"/>
                  </a:cubicBezTo>
                  <a:cubicBezTo>
                    <a:pt x="575" y="63"/>
                    <a:pt x="575" y="63"/>
                    <a:pt x="575" y="63"/>
                  </a:cubicBezTo>
                  <a:cubicBezTo>
                    <a:pt x="654" y="138"/>
                    <a:pt x="667" y="277"/>
                    <a:pt x="667" y="277"/>
                  </a:cubicBezTo>
                  <a:cubicBezTo>
                    <a:pt x="560" y="291"/>
                    <a:pt x="560" y="291"/>
                    <a:pt x="560" y="291"/>
                  </a:cubicBezTo>
                  <a:cubicBezTo>
                    <a:pt x="560" y="291"/>
                    <a:pt x="560" y="291"/>
                    <a:pt x="560" y="291"/>
                  </a:cubicBezTo>
                  <a:cubicBezTo>
                    <a:pt x="520" y="422"/>
                    <a:pt x="520" y="422"/>
                    <a:pt x="520" y="422"/>
                  </a:cubicBezTo>
                  <a:cubicBezTo>
                    <a:pt x="520" y="422"/>
                    <a:pt x="520" y="422"/>
                    <a:pt x="520" y="422"/>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5" name="Freeform 2041">
              <a:extLst>
                <a:ext uri="{FF2B5EF4-FFF2-40B4-BE49-F238E27FC236}">
                  <a16:creationId xmlns:a16="http://schemas.microsoft.com/office/drawing/2014/main" id="{2D4930A1-B8FF-40C2-99D2-BF05A9340ED7}"/>
                </a:ext>
              </a:extLst>
            </p:cNvPr>
            <p:cNvSpPr>
              <a:spLocks/>
            </p:cNvSpPr>
            <p:nvPr/>
          </p:nvSpPr>
          <p:spPr bwMode="gray">
            <a:xfrm>
              <a:off x="6638565" y="5625475"/>
              <a:ext cx="170073" cy="714022"/>
            </a:xfrm>
            <a:custGeom>
              <a:avLst/>
              <a:gdLst>
                <a:gd name="T0" fmla="*/ 0 w 172"/>
                <a:gd name="T1" fmla="*/ 46 h 722"/>
                <a:gd name="T2" fmla="*/ 0 w 172"/>
                <a:gd name="T3" fmla="*/ 94 h 722"/>
                <a:gd name="T4" fmla="*/ 0 w 172"/>
                <a:gd name="T5" fmla="*/ 96 h 722"/>
                <a:gd name="T6" fmla="*/ 55 w 172"/>
                <a:gd name="T7" fmla="*/ 722 h 722"/>
                <a:gd name="T8" fmla="*/ 172 w 172"/>
                <a:gd name="T9" fmla="*/ 722 h 722"/>
                <a:gd name="T10" fmla="*/ 172 w 172"/>
                <a:gd name="T11" fmla="*/ 37 h 722"/>
                <a:gd name="T12" fmla="*/ 138 w 172"/>
                <a:gd name="T13" fmla="*/ 0 h 722"/>
                <a:gd name="T14" fmla="*/ 42 w 172"/>
                <a:gd name="T15" fmla="*/ 0 h 722"/>
                <a:gd name="T16" fmla="*/ 0 w 172"/>
                <a:gd name="T17" fmla="*/ 46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722">
                  <a:moveTo>
                    <a:pt x="0" y="46"/>
                  </a:moveTo>
                  <a:cubicBezTo>
                    <a:pt x="0" y="94"/>
                    <a:pt x="0" y="94"/>
                    <a:pt x="0" y="94"/>
                  </a:cubicBezTo>
                  <a:cubicBezTo>
                    <a:pt x="0" y="95"/>
                    <a:pt x="0" y="95"/>
                    <a:pt x="0" y="96"/>
                  </a:cubicBezTo>
                  <a:cubicBezTo>
                    <a:pt x="55" y="722"/>
                    <a:pt x="55" y="722"/>
                    <a:pt x="55" y="722"/>
                  </a:cubicBezTo>
                  <a:cubicBezTo>
                    <a:pt x="172" y="722"/>
                    <a:pt x="172" y="722"/>
                    <a:pt x="172" y="722"/>
                  </a:cubicBezTo>
                  <a:cubicBezTo>
                    <a:pt x="172" y="37"/>
                    <a:pt x="172" y="37"/>
                    <a:pt x="172" y="37"/>
                  </a:cubicBezTo>
                  <a:cubicBezTo>
                    <a:pt x="159" y="23"/>
                    <a:pt x="151" y="15"/>
                    <a:pt x="138" y="0"/>
                  </a:cubicBezTo>
                  <a:cubicBezTo>
                    <a:pt x="42" y="0"/>
                    <a:pt x="42" y="0"/>
                    <a:pt x="42" y="0"/>
                  </a:cubicBezTo>
                  <a:cubicBezTo>
                    <a:pt x="26" y="18"/>
                    <a:pt x="17" y="28"/>
                    <a:pt x="0" y="46"/>
                  </a:cubicBezTo>
                  <a:close/>
                </a:path>
              </a:pathLst>
            </a:custGeom>
            <a:solidFill>
              <a:srgbClr val="2387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6" name="Freeform 2042">
              <a:extLst>
                <a:ext uri="{FF2B5EF4-FFF2-40B4-BE49-F238E27FC236}">
                  <a16:creationId xmlns:a16="http://schemas.microsoft.com/office/drawing/2014/main" id="{6C1DB3CA-7F36-4A9C-BFAB-CB6B3AB67055}"/>
                </a:ext>
              </a:extLst>
            </p:cNvPr>
            <p:cNvSpPr>
              <a:spLocks/>
            </p:cNvSpPr>
            <p:nvPr/>
          </p:nvSpPr>
          <p:spPr bwMode="gray">
            <a:xfrm>
              <a:off x="6845216" y="5625475"/>
              <a:ext cx="168084" cy="714022"/>
            </a:xfrm>
            <a:custGeom>
              <a:avLst/>
              <a:gdLst>
                <a:gd name="T0" fmla="*/ 0 w 170"/>
                <a:gd name="T1" fmla="*/ 35 h 722"/>
                <a:gd name="T2" fmla="*/ 0 w 170"/>
                <a:gd name="T3" fmla="*/ 722 h 722"/>
                <a:gd name="T4" fmla="*/ 115 w 170"/>
                <a:gd name="T5" fmla="*/ 722 h 722"/>
                <a:gd name="T6" fmla="*/ 170 w 170"/>
                <a:gd name="T7" fmla="*/ 96 h 722"/>
                <a:gd name="T8" fmla="*/ 170 w 170"/>
                <a:gd name="T9" fmla="*/ 94 h 722"/>
                <a:gd name="T10" fmla="*/ 170 w 170"/>
                <a:gd name="T11" fmla="*/ 44 h 722"/>
                <a:gd name="T12" fmla="*/ 131 w 170"/>
                <a:gd name="T13" fmla="*/ 0 h 722"/>
                <a:gd name="T14" fmla="*/ 31 w 170"/>
                <a:gd name="T15" fmla="*/ 0 h 722"/>
                <a:gd name="T16" fmla="*/ 0 w 170"/>
                <a:gd name="T17" fmla="*/ 35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722">
                  <a:moveTo>
                    <a:pt x="0" y="35"/>
                  </a:moveTo>
                  <a:cubicBezTo>
                    <a:pt x="0" y="722"/>
                    <a:pt x="0" y="722"/>
                    <a:pt x="0" y="722"/>
                  </a:cubicBezTo>
                  <a:cubicBezTo>
                    <a:pt x="115" y="722"/>
                    <a:pt x="115" y="722"/>
                    <a:pt x="115" y="722"/>
                  </a:cubicBezTo>
                  <a:cubicBezTo>
                    <a:pt x="170" y="96"/>
                    <a:pt x="170" y="96"/>
                    <a:pt x="170" y="96"/>
                  </a:cubicBezTo>
                  <a:cubicBezTo>
                    <a:pt x="170" y="95"/>
                    <a:pt x="170" y="95"/>
                    <a:pt x="170" y="94"/>
                  </a:cubicBezTo>
                  <a:cubicBezTo>
                    <a:pt x="170" y="44"/>
                    <a:pt x="170" y="44"/>
                    <a:pt x="170" y="44"/>
                  </a:cubicBezTo>
                  <a:cubicBezTo>
                    <a:pt x="155" y="27"/>
                    <a:pt x="146" y="17"/>
                    <a:pt x="131" y="0"/>
                  </a:cubicBezTo>
                  <a:cubicBezTo>
                    <a:pt x="31" y="0"/>
                    <a:pt x="31" y="0"/>
                    <a:pt x="31" y="0"/>
                  </a:cubicBezTo>
                  <a:cubicBezTo>
                    <a:pt x="19" y="14"/>
                    <a:pt x="12" y="21"/>
                    <a:pt x="0" y="35"/>
                  </a:cubicBezTo>
                  <a:close/>
                </a:path>
              </a:pathLst>
            </a:custGeom>
            <a:solidFill>
              <a:srgbClr val="2387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7" name="Freeform 2043">
              <a:extLst>
                <a:ext uri="{FF2B5EF4-FFF2-40B4-BE49-F238E27FC236}">
                  <a16:creationId xmlns:a16="http://schemas.microsoft.com/office/drawing/2014/main" id="{8DA29511-5E8A-49F9-A57A-7CD2443BCC0F}"/>
                </a:ext>
              </a:extLst>
            </p:cNvPr>
            <p:cNvSpPr>
              <a:spLocks/>
            </p:cNvSpPr>
            <p:nvPr/>
          </p:nvSpPr>
          <p:spPr bwMode="gray">
            <a:xfrm>
              <a:off x="6825437" y="6255436"/>
              <a:ext cx="173054" cy="84058"/>
            </a:xfrm>
            <a:custGeom>
              <a:avLst/>
              <a:gdLst>
                <a:gd name="T0" fmla="*/ 5048 w 5048"/>
                <a:gd name="T1" fmla="*/ 2452 h 2452"/>
                <a:gd name="T2" fmla="*/ 0 w 5048"/>
                <a:gd name="T3" fmla="*/ 2452 h 2452"/>
                <a:gd name="T4" fmla="*/ 0 w 5048"/>
                <a:gd name="T5" fmla="*/ 2336 h 2452"/>
                <a:gd name="T6" fmla="*/ 865 w 5048"/>
                <a:gd name="T7" fmla="*/ 0 h 2452"/>
                <a:gd name="T8" fmla="*/ 3923 w 5048"/>
                <a:gd name="T9" fmla="*/ 0 h 2452"/>
                <a:gd name="T10" fmla="*/ 5048 w 5048"/>
                <a:gd name="T11" fmla="*/ 2452 h 2452"/>
                <a:gd name="T12" fmla="*/ 5048 w 5048"/>
                <a:gd name="T13" fmla="*/ 2452 h 2452"/>
                <a:gd name="T14" fmla="*/ 5048 w 5048"/>
                <a:gd name="T15" fmla="*/ 2452 h 2452"/>
                <a:gd name="T16" fmla="*/ 5048 w 5048"/>
                <a:gd name="T17" fmla="*/ 2452 h 2452"/>
                <a:gd name="T18" fmla="*/ 5048 w 5048"/>
                <a:gd name="T19" fmla="*/ 2452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48" h="2452">
                  <a:moveTo>
                    <a:pt x="5048" y="2452"/>
                  </a:moveTo>
                  <a:lnTo>
                    <a:pt x="0" y="2452"/>
                  </a:lnTo>
                  <a:lnTo>
                    <a:pt x="0" y="2336"/>
                  </a:lnTo>
                  <a:lnTo>
                    <a:pt x="865" y="0"/>
                  </a:lnTo>
                  <a:lnTo>
                    <a:pt x="3923" y="0"/>
                  </a:lnTo>
                  <a:lnTo>
                    <a:pt x="5048" y="2452"/>
                  </a:lnTo>
                  <a:lnTo>
                    <a:pt x="5048" y="2452"/>
                  </a:lnTo>
                  <a:lnTo>
                    <a:pt x="5048" y="2452"/>
                  </a:lnTo>
                  <a:lnTo>
                    <a:pt x="5048" y="2452"/>
                  </a:lnTo>
                  <a:lnTo>
                    <a:pt x="5048" y="2452"/>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8" name="Freeform 2044">
              <a:extLst>
                <a:ext uri="{FF2B5EF4-FFF2-40B4-BE49-F238E27FC236}">
                  <a16:creationId xmlns:a16="http://schemas.microsoft.com/office/drawing/2014/main" id="{963181D4-F09E-474E-8D3E-43A051698598}"/>
                </a:ext>
              </a:extLst>
            </p:cNvPr>
            <p:cNvSpPr>
              <a:spLocks/>
            </p:cNvSpPr>
            <p:nvPr/>
          </p:nvSpPr>
          <p:spPr bwMode="gray">
            <a:xfrm>
              <a:off x="6653375" y="6255436"/>
              <a:ext cx="172060" cy="84058"/>
            </a:xfrm>
            <a:custGeom>
              <a:avLst/>
              <a:gdLst>
                <a:gd name="T0" fmla="*/ 5019 w 5019"/>
                <a:gd name="T1" fmla="*/ 2336 h 2452"/>
                <a:gd name="T2" fmla="*/ 5019 w 5019"/>
                <a:gd name="T3" fmla="*/ 2452 h 2452"/>
                <a:gd name="T4" fmla="*/ 0 w 5019"/>
                <a:gd name="T5" fmla="*/ 2452 h 2452"/>
                <a:gd name="T6" fmla="*/ 1096 w 5019"/>
                <a:gd name="T7" fmla="*/ 0 h 2452"/>
                <a:gd name="T8" fmla="*/ 4154 w 5019"/>
                <a:gd name="T9" fmla="*/ 0 h 2452"/>
                <a:gd name="T10" fmla="*/ 5019 w 5019"/>
                <a:gd name="T11" fmla="*/ 2336 h 2452"/>
                <a:gd name="T12" fmla="*/ 5019 w 5019"/>
                <a:gd name="T13" fmla="*/ 2336 h 2452"/>
                <a:gd name="T14" fmla="*/ 5019 w 5019"/>
                <a:gd name="T15" fmla="*/ 2336 h 2452"/>
                <a:gd name="T16" fmla="*/ 5019 w 5019"/>
                <a:gd name="T17" fmla="*/ 2336 h 2452"/>
                <a:gd name="T18" fmla="*/ 5019 w 5019"/>
                <a:gd name="T19" fmla="*/ 2336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19" h="2452">
                  <a:moveTo>
                    <a:pt x="5019" y="2336"/>
                  </a:moveTo>
                  <a:lnTo>
                    <a:pt x="5019" y="2452"/>
                  </a:lnTo>
                  <a:lnTo>
                    <a:pt x="0" y="2452"/>
                  </a:lnTo>
                  <a:lnTo>
                    <a:pt x="1096" y="0"/>
                  </a:lnTo>
                  <a:lnTo>
                    <a:pt x="4154" y="0"/>
                  </a:lnTo>
                  <a:lnTo>
                    <a:pt x="5019" y="2336"/>
                  </a:lnTo>
                  <a:lnTo>
                    <a:pt x="5019" y="2336"/>
                  </a:lnTo>
                  <a:lnTo>
                    <a:pt x="5019" y="2336"/>
                  </a:lnTo>
                  <a:lnTo>
                    <a:pt x="5019" y="2336"/>
                  </a:lnTo>
                  <a:lnTo>
                    <a:pt x="5019" y="2336"/>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9" name="Rectangle 2045">
              <a:extLst>
                <a:ext uri="{FF2B5EF4-FFF2-40B4-BE49-F238E27FC236}">
                  <a16:creationId xmlns:a16="http://schemas.microsoft.com/office/drawing/2014/main" id="{7350A342-6BE2-4E5E-A790-EEAFF371A378}"/>
                </a:ext>
              </a:extLst>
            </p:cNvPr>
            <p:cNvSpPr>
              <a:spLocks noChangeArrowheads="1"/>
            </p:cNvSpPr>
            <p:nvPr/>
          </p:nvSpPr>
          <p:spPr bwMode="gray">
            <a:xfrm>
              <a:off x="6601987" y="5565138"/>
              <a:ext cx="448886" cy="34625"/>
            </a:xfrm>
            <a:prstGeom prst="rect">
              <a:avLst/>
            </a:prstGeom>
            <a:solidFill>
              <a:srgbClr val="AAAA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0" name="Freeform 2046">
              <a:extLst>
                <a:ext uri="{FF2B5EF4-FFF2-40B4-BE49-F238E27FC236}">
                  <a16:creationId xmlns:a16="http://schemas.microsoft.com/office/drawing/2014/main" id="{80AE8124-0D95-4C84-9EAA-0685B1257E49}"/>
                </a:ext>
              </a:extLst>
            </p:cNvPr>
            <p:cNvSpPr>
              <a:spLocks/>
            </p:cNvSpPr>
            <p:nvPr/>
          </p:nvSpPr>
          <p:spPr bwMode="gray">
            <a:xfrm>
              <a:off x="6611859" y="5384165"/>
              <a:ext cx="105794" cy="107782"/>
            </a:xfrm>
            <a:custGeom>
              <a:avLst/>
              <a:gdLst>
                <a:gd name="T0" fmla="*/ 2394 w 3086"/>
                <a:gd name="T1" fmla="*/ 1789 h 3144"/>
                <a:gd name="T2" fmla="*/ 375 w 3086"/>
                <a:gd name="T3" fmla="*/ 0 h 3144"/>
                <a:gd name="T4" fmla="*/ 0 w 3086"/>
                <a:gd name="T5" fmla="*/ 3144 h 3144"/>
                <a:gd name="T6" fmla="*/ 3086 w 3086"/>
                <a:gd name="T7" fmla="*/ 3144 h 3144"/>
                <a:gd name="T8" fmla="*/ 2394 w 3086"/>
                <a:gd name="T9" fmla="*/ 1789 h 3144"/>
              </a:gdLst>
              <a:ahLst/>
              <a:cxnLst>
                <a:cxn ang="0">
                  <a:pos x="T0" y="T1"/>
                </a:cxn>
                <a:cxn ang="0">
                  <a:pos x="T2" y="T3"/>
                </a:cxn>
                <a:cxn ang="0">
                  <a:pos x="T4" y="T5"/>
                </a:cxn>
                <a:cxn ang="0">
                  <a:pos x="T6" y="T7"/>
                </a:cxn>
                <a:cxn ang="0">
                  <a:pos x="T8" y="T9"/>
                </a:cxn>
              </a:cxnLst>
              <a:rect l="0" t="0" r="r" b="b"/>
              <a:pathLst>
                <a:path w="3086" h="3144">
                  <a:moveTo>
                    <a:pt x="2394" y="1789"/>
                  </a:moveTo>
                  <a:lnTo>
                    <a:pt x="375" y="0"/>
                  </a:lnTo>
                  <a:lnTo>
                    <a:pt x="0" y="3144"/>
                  </a:lnTo>
                  <a:lnTo>
                    <a:pt x="3086" y="3144"/>
                  </a:lnTo>
                  <a:lnTo>
                    <a:pt x="2394" y="1789"/>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1" name="Freeform 2047">
              <a:extLst>
                <a:ext uri="{FF2B5EF4-FFF2-40B4-BE49-F238E27FC236}">
                  <a16:creationId xmlns:a16="http://schemas.microsoft.com/office/drawing/2014/main" id="{02B2212B-4CC4-435D-9C28-4630F107CE85}"/>
                </a:ext>
              </a:extLst>
            </p:cNvPr>
            <p:cNvSpPr>
              <a:spLocks/>
            </p:cNvSpPr>
            <p:nvPr/>
          </p:nvSpPr>
          <p:spPr bwMode="gray">
            <a:xfrm>
              <a:off x="6957934" y="5394073"/>
              <a:ext cx="84059" cy="97874"/>
            </a:xfrm>
            <a:custGeom>
              <a:avLst/>
              <a:gdLst>
                <a:gd name="T0" fmla="*/ 0 w 2452"/>
                <a:gd name="T1" fmla="*/ 1269 h 2855"/>
                <a:gd name="T2" fmla="*/ 0 w 2452"/>
                <a:gd name="T3" fmla="*/ 2855 h 2855"/>
                <a:gd name="T4" fmla="*/ 2452 w 2452"/>
                <a:gd name="T5" fmla="*/ 2855 h 2855"/>
                <a:gd name="T6" fmla="*/ 2452 w 2452"/>
                <a:gd name="T7" fmla="*/ 0 h 2855"/>
                <a:gd name="T8" fmla="*/ 0 w 2452"/>
                <a:gd name="T9" fmla="*/ 1269 h 2855"/>
              </a:gdLst>
              <a:ahLst/>
              <a:cxnLst>
                <a:cxn ang="0">
                  <a:pos x="T0" y="T1"/>
                </a:cxn>
                <a:cxn ang="0">
                  <a:pos x="T2" y="T3"/>
                </a:cxn>
                <a:cxn ang="0">
                  <a:pos x="T4" y="T5"/>
                </a:cxn>
                <a:cxn ang="0">
                  <a:pos x="T6" y="T7"/>
                </a:cxn>
                <a:cxn ang="0">
                  <a:pos x="T8" y="T9"/>
                </a:cxn>
              </a:cxnLst>
              <a:rect l="0" t="0" r="r" b="b"/>
              <a:pathLst>
                <a:path w="2452" h="2855">
                  <a:moveTo>
                    <a:pt x="0" y="1269"/>
                  </a:moveTo>
                  <a:lnTo>
                    <a:pt x="0" y="2855"/>
                  </a:lnTo>
                  <a:lnTo>
                    <a:pt x="2452" y="2855"/>
                  </a:lnTo>
                  <a:lnTo>
                    <a:pt x="2452" y="0"/>
                  </a:lnTo>
                  <a:lnTo>
                    <a:pt x="0" y="1269"/>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2" name="Freeform 2048">
              <a:extLst>
                <a:ext uri="{FF2B5EF4-FFF2-40B4-BE49-F238E27FC236}">
                  <a16:creationId xmlns:a16="http://schemas.microsoft.com/office/drawing/2014/main" id="{683548F7-19C5-4BCA-9B07-1C02A87A070C}"/>
                </a:ext>
              </a:extLst>
            </p:cNvPr>
            <p:cNvSpPr>
              <a:spLocks/>
            </p:cNvSpPr>
            <p:nvPr/>
          </p:nvSpPr>
          <p:spPr bwMode="gray">
            <a:xfrm>
              <a:off x="6653375" y="5217040"/>
              <a:ext cx="348063" cy="274906"/>
            </a:xfrm>
            <a:custGeom>
              <a:avLst/>
              <a:gdLst>
                <a:gd name="T0" fmla="*/ 635 w 10153"/>
                <a:gd name="T1" fmla="*/ 8019 h 8019"/>
                <a:gd name="T2" fmla="*/ 0 w 10153"/>
                <a:gd name="T3" fmla="*/ 0 h 8019"/>
                <a:gd name="T4" fmla="*/ 10153 w 10153"/>
                <a:gd name="T5" fmla="*/ 0 h 8019"/>
                <a:gd name="T6" fmla="*/ 9461 w 10153"/>
                <a:gd name="T7" fmla="*/ 8019 h 8019"/>
                <a:gd name="T8" fmla="*/ 635 w 10153"/>
                <a:gd name="T9" fmla="*/ 8019 h 8019"/>
              </a:gdLst>
              <a:ahLst/>
              <a:cxnLst>
                <a:cxn ang="0">
                  <a:pos x="T0" y="T1"/>
                </a:cxn>
                <a:cxn ang="0">
                  <a:pos x="T2" y="T3"/>
                </a:cxn>
                <a:cxn ang="0">
                  <a:pos x="T4" y="T5"/>
                </a:cxn>
                <a:cxn ang="0">
                  <a:pos x="T6" y="T7"/>
                </a:cxn>
                <a:cxn ang="0">
                  <a:pos x="T8" y="T9"/>
                </a:cxn>
              </a:cxnLst>
              <a:rect l="0" t="0" r="r" b="b"/>
              <a:pathLst>
                <a:path w="10153" h="8019">
                  <a:moveTo>
                    <a:pt x="635" y="8019"/>
                  </a:moveTo>
                  <a:lnTo>
                    <a:pt x="0" y="0"/>
                  </a:lnTo>
                  <a:lnTo>
                    <a:pt x="10153" y="0"/>
                  </a:lnTo>
                  <a:lnTo>
                    <a:pt x="9461" y="8019"/>
                  </a:lnTo>
                  <a:lnTo>
                    <a:pt x="635" y="8019"/>
                  </a:lnTo>
                  <a:close/>
                </a:path>
              </a:pathLst>
            </a:custGeom>
            <a:solidFill>
              <a:srgbClr val="EBF0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3" name="Freeform 2049">
              <a:extLst>
                <a:ext uri="{FF2B5EF4-FFF2-40B4-BE49-F238E27FC236}">
                  <a16:creationId xmlns:a16="http://schemas.microsoft.com/office/drawing/2014/main" id="{204187C5-50F9-4862-921E-3A76328655F0}"/>
                </a:ext>
              </a:extLst>
            </p:cNvPr>
            <p:cNvSpPr>
              <a:spLocks/>
            </p:cNvSpPr>
            <p:nvPr/>
          </p:nvSpPr>
          <p:spPr bwMode="gray">
            <a:xfrm>
              <a:off x="6874869" y="5431646"/>
              <a:ext cx="149298" cy="60301"/>
            </a:xfrm>
            <a:custGeom>
              <a:avLst/>
              <a:gdLst>
                <a:gd name="T0" fmla="*/ 606 w 4355"/>
                <a:gd name="T1" fmla="*/ 1759 h 1759"/>
                <a:gd name="T2" fmla="*/ 606 w 4355"/>
                <a:gd name="T3" fmla="*/ 1644 h 1759"/>
                <a:gd name="T4" fmla="*/ 0 w 4355"/>
                <a:gd name="T5" fmla="*/ 0 h 1759"/>
                <a:gd name="T6" fmla="*/ 3519 w 4355"/>
                <a:gd name="T7" fmla="*/ 0 h 1759"/>
                <a:gd name="T8" fmla="*/ 4355 w 4355"/>
                <a:gd name="T9" fmla="*/ 1759 h 1759"/>
                <a:gd name="T10" fmla="*/ 4355 w 4355"/>
                <a:gd name="T11" fmla="*/ 1759 h 1759"/>
                <a:gd name="T12" fmla="*/ 4355 w 4355"/>
                <a:gd name="T13" fmla="*/ 1759 h 1759"/>
                <a:gd name="T14" fmla="*/ 4355 w 4355"/>
                <a:gd name="T15" fmla="*/ 1759 h 1759"/>
                <a:gd name="T16" fmla="*/ 606 w 4355"/>
                <a:gd name="T17" fmla="*/ 1759 h 1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55" h="1759">
                  <a:moveTo>
                    <a:pt x="606" y="1759"/>
                  </a:moveTo>
                  <a:lnTo>
                    <a:pt x="606" y="1644"/>
                  </a:lnTo>
                  <a:lnTo>
                    <a:pt x="0" y="0"/>
                  </a:lnTo>
                  <a:lnTo>
                    <a:pt x="3519" y="0"/>
                  </a:lnTo>
                  <a:lnTo>
                    <a:pt x="4355" y="1759"/>
                  </a:lnTo>
                  <a:lnTo>
                    <a:pt x="4355" y="1759"/>
                  </a:lnTo>
                  <a:lnTo>
                    <a:pt x="4355" y="1759"/>
                  </a:lnTo>
                  <a:lnTo>
                    <a:pt x="4355" y="1759"/>
                  </a:lnTo>
                  <a:lnTo>
                    <a:pt x="606" y="1759"/>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4" name="Freeform 2050">
              <a:extLst>
                <a:ext uri="{FF2B5EF4-FFF2-40B4-BE49-F238E27FC236}">
                  <a16:creationId xmlns:a16="http://schemas.microsoft.com/office/drawing/2014/main" id="{C5560AD4-7286-4CD0-A007-1F2789A829FC}"/>
                </a:ext>
              </a:extLst>
            </p:cNvPr>
            <p:cNvSpPr>
              <a:spLocks/>
            </p:cNvSpPr>
            <p:nvPr/>
          </p:nvSpPr>
          <p:spPr bwMode="gray">
            <a:xfrm>
              <a:off x="6637572" y="5431646"/>
              <a:ext cx="143366" cy="60301"/>
            </a:xfrm>
            <a:custGeom>
              <a:avLst/>
              <a:gdLst>
                <a:gd name="T0" fmla="*/ 3490 w 4182"/>
                <a:gd name="T1" fmla="*/ 1644 h 1759"/>
                <a:gd name="T2" fmla="*/ 3490 w 4182"/>
                <a:gd name="T3" fmla="*/ 1759 h 1759"/>
                <a:gd name="T4" fmla="*/ 0 w 4182"/>
                <a:gd name="T5" fmla="*/ 1759 h 1759"/>
                <a:gd name="T6" fmla="*/ 750 w 4182"/>
                <a:gd name="T7" fmla="*/ 0 h 1759"/>
                <a:gd name="T8" fmla="*/ 4182 w 4182"/>
                <a:gd name="T9" fmla="*/ 0 h 1759"/>
                <a:gd name="T10" fmla="*/ 3490 w 4182"/>
                <a:gd name="T11" fmla="*/ 1644 h 1759"/>
                <a:gd name="T12" fmla="*/ 3490 w 4182"/>
                <a:gd name="T13" fmla="*/ 1644 h 1759"/>
                <a:gd name="T14" fmla="*/ 3490 w 4182"/>
                <a:gd name="T15" fmla="*/ 1644 h 1759"/>
                <a:gd name="T16" fmla="*/ 3490 w 4182"/>
                <a:gd name="T17" fmla="*/ 1644 h 1759"/>
                <a:gd name="T18" fmla="*/ 3490 w 4182"/>
                <a:gd name="T19" fmla="*/ 1644 h 1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82" h="1759">
                  <a:moveTo>
                    <a:pt x="3490" y="1644"/>
                  </a:moveTo>
                  <a:lnTo>
                    <a:pt x="3490" y="1759"/>
                  </a:lnTo>
                  <a:lnTo>
                    <a:pt x="0" y="1759"/>
                  </a:lnTo>
                  <a:lnTo>
                    <a:pt x="750" y="0"/>
                  </a:lnTo>
                  <a:lnTo>
                    <a:pt x="4182" y="0"/>
                  </a:lnTo>
                  <a:lnTo>
                    <a:pt x="3490" y="1644"/>
                  </a:lnTo>
                  <a:lnTo>
                    <a:pt x="3490" y="1644"/>
                  </a:lnTo>
                  <a:lnTo>
                    <a:pt x="3490" y="1644"/>
                  </a:lnTo>
                  <a:lnTo>
                    <a:pt x="3490" y="1644"/>
                  </a:lnTo>
                  <a:lnTo>
                    <a:pt x="3490" y="1644"/>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5" name="Freeform 2051">
              <a:extLst>
                <a:ext uri="{FF2B5EF4-FFF2-40B4-BE49-F238E27FC236}">
                  <a16:creationId xmlns:a16="http://schemas.microsoft.com/office/drawing/2014/main" id="{37096E5B-AF7E-47CC-8B9E-7975A59F84D8}"/>
                </a:ext>
              </a:extLst>
            </p:cNvPr>
            <p:cNvSpPr>
              <a:spLocks/>
            </p:cNvSpPr>
            <p:nvPr/>
          </p:nvSpPr>
          <p:spPr bwMode="gray">
            <a:xfrm>
              <a:off x="8155363" y="5774807"/>
              <a:ext cx="533940" cy="55365"/>
            </a:xfrm>
            <a:custGeom>
              <a:avLst/>
              <a:gdLst>
                <a:gd name="T0" fmla="*/ 485 w 540"/>
                <a:gd name="T1" fmla="*/ 0 h 56"/>
                <a:gd name="T2" fmla="*/ 56 w 540"/>
                <a:gd name="T3" fmla="*/ 0 h 56"/>
                <a:gd name="T4" fmla="*/ 0 w 540"/>
                <a:gd name="T5" fmla="*/ 56 h 56"/>
                <a:gd name="T6" fmla="*/ 540 w 540"/>
                <a:gd name="T7" fmla="*/ 56 h 56"/>
                <a:gd name="T8" fmla="*/ 485 w 540"/>
                <a:gd name="T9" fmla="*/ 0 h 56"/>
              </a:gdLst>
              <a:ahLst/>
              <a:cxnLst>
                <a:cxn ang="0">
                  <a:pos x="T0" y="T1"/>
                </a:cxn>
                <a:cxn ang="0">
                  <a:pos x="T2" y="T3"/>
                </a:cxn>
                <a:cxn ang="0">
                  <a:pos x="T4" y="T5"/>
                </a:cxn>
                <a:cxn ang="0">
                  <a:pos x="T6" y="T7"/>
                </a:cxn>
                <a:cxn ang="0">
                  <a:pos x="T8" y="T9"/>
                </a:cxn>
              </a:cxnLst>
              <a:rect l="0" t="0" r="r" b="b"/>
              <a:pathLst>
                <a:path w="540" h="56">
                  <a:moveTo>
                    <a:pt x="485" y="0"/>
                  </a:moveTo>
                  <a:cubicBezTo>
                    <a:pt x="56" y="0"/>
                    <a:pt x="56" y="0"/>
                    <a:pt x="56" y="0"/>
                  </a:cubicBezTo>
                  <a:cubicBezTo>
                    <a:pt x="25" y="0"/>
                    <a:pt x="0" y="25"/>
                    <a:pt x="0" y="56"/>
                  </a:cubicBezTo>
                  <a:cubicBezTo>
                    <a:pt x="540" y="56"/>
                    <a:pt x="540" y="56"/>
                    <a:pt x="540" y="56"/>
                  </a:cubicBezTo>
                  <a:cubicBezTo>
                    <a:pt x="540" y="25"/>
                    <a:pt x="515" y="0"/>
                    <a:pt x="485" y="0"/>
                  </a:cubicBez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6" name="Freeform 2052">
              <a:extLst>
                <a:ext uri="{FF2B5EF4-FFF2-40B4-BE49-F238E27FC236}">
                  <a16:creationId xmlns:a16="http://schemas.microsoft.com/office/drawing/2014/main" id="{EAD87B96-F6DB-442E-A777-30C53193317D}"/>
                </a:ext>
              </a:extLst>
            </p:cNvPr>
            <p:cNvSpPr>
              <a:spLocks/>
            </p:cNvSpPr>
            <p:nvPr/>
          </p:nvSpPr>
          <p:spPr bwMode="gray">
            <a:xfrm>
              <a:off x="8155363" y="5830171"/>
              <a:ext cx="533940" cy="37573"/>
            </a:xfrm>
            <a:custGeom>
              <a:avLst/>
              <a:gdLst>
                <a:gd name="T0" fmla="*/ 0 w 15575"/>
                <a:gd name="T1" fmla="*/ 0 h 1096"/>
                <a:gd name="T2" fmla="*/ 15575 w 15575"/>
                <a:gd name="T3" fmla="*/ 0 h 1096"/>
                <a:gd name="T4" fmla="*/ 15575 w 15575"/>
                <a:gd name="T5" fmla="*/ 1096 h 1096"/>
                <a:gd name="T6" fmla="*/ 0 w 15575"/>
                <a:gd name="T7" fmla="*/ 1096 h 1096"/>
                <a:gd name="T8" fmla="*/ 0 w 15575"/>
                <a:gd name="T9" fmla="*/ 0 h 1096"/>
                <a:gd name="T10" fmla="*/ 0 w 15575"/>
                <a:gd name="T11" fmla="*/ 0 h 1096"/>
              </a:gdLst>
              <a:ahLst/>
              <a:cxnLst>
                <a:cxn ang="0">
                  <a:pos x="T0" y="T1"/>
                </a:cxn>
                <a:cxn ang="0">
                  <a:pos x="T2" y="T3"/>
                </a:cxn>
                <a:cxn ang="0">
                  <a:pos x="T4" y="T5"/>
                </a:cxn>
                <a:cxn ang="0">
                  <a:pos x="T6" y="T7"/>
                </a:cxn>
                <a:cxn ang="0">
                  <a:pos x="T8" y="T9"/>
                </a:cxn>
                <a:cxn ang="0">
                  <a:pos x="T10" y="T11"/>
                </a:cxn>
              </a:cxnLst>
              <a:rect l="0" t="0" r="r" b="b"/>
              <a:pathLst>
                <a:path w="15575" h="1096">
                  <a:moveTo>
                    <a:pt x="0" y="0"/>
                  </a:moveTo>
                  <a:lnTo>
                    <a:pt x="15575" y="0"/>
                  </a:lnTo>
                  <a:lnTo>
                    <a:pt x="15575" y="1096"/>
                  </a:lnTo>
                  <a:lnTo>
                    <a:pt x="0" y="1096"/>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7" name="Freeform 2053">
              <a:extLst>
                <a:ext uri="{FF2B5EF4-FFF2-40B4-BE49-F238E27FC236}">
                  <a16:creationId xmlns:a16="http://schemas.microsoft.com/office/drawing/2014/main" id="{324FB10C-4A20-47F6-8162-21C312F2124E}"/>
                </a:ext>
              </a:extLst>
            </p:cNvPr>
            <p:cNvSpPr>
              <a:spLocks/>
            </p:cNvSpPr>
            <p:nvPr/>
          </p:nvSpPr>
          <p:spPr bwMode="gray">
            <a:xfrm>
              <a:off x="8170173" y="6115979"/>
              <a:ext cx="504285" cy="22763"/>
            </a:xfrm>
            <a:custGeom>
              <a:avLst/>
              <a:gdLst>
                <a:gd name="T0" fmla="*/ 0 w 14710"/>
                <a:gd name="T1" fmla="*/ 0 h 664"/>
                <a:gd name="T2" fmla="*/ 14710 w 14710"/>
                <a:gd name="T3" fmla="*/ 0 h 664"/>
                <a:gd name="T4" fmla="*/ 14710 w 14710"/>
                <a:gd name="T5" fmla="*/ 664 h 664"/>
                <a:gd name="T6" fmla="*/ 0 w 14710"/>
                <a:gd name="T7" fmla="*/ 664 h 664"/>
                <a:gd name="T8" fmla="*/ 0 w 14710"/>
                <a:gd name="T9" fmla="*/ 0 h 664"/>
                <a:gd name="T10" fmla="*/ 0 w 14710"/>
                <a:gd name="T11" fmla="*/ 0 h 664"/>
              </a:gdLst>
              <a:ahLst/>
              <a:cxnLst>
                <a:cxn ang="0">
                  <a:pos x="T0" y="T1"/>
                </a:cxn>
                <a:cxn ang="0">
                  <a:pos x="T2" y="T3"/>
                </a:cxn>
                <a:cxn ang="0">
                  <a:pos x="T4" y="T5"/>
                </a:cxn>
                <a:cxn ang="0">
                  <a:pos x="T6" y="T7"/>
                </a:cxn>
                <a:cxn ang="0">
                  <a:pos x="T8" y="T9"/>
                </a:cxn>
                <a:cxn ang="0">
                  <a:pos x="T10" y="T11"/>
                </a:cxn>
              </a:cxnLst>
              <a:rect l="0" t="0" r="r" b="b"/>
              <a:pathLst>
                <a:path w="14710" h="664">
                  <a:moveTo>
                    <a:pt x="0" y="0"/>
                  </a:moveTo>
                  <a:lnTo>
                    <a:pt x="14710" y="0"/>
                  </a:lnTo>
                  <a:lnTo>
                    <a:pt x="14710" y="664"/>
                  </a:lnTo>
                  <a:lnTo>
                    <a:pt x="0" y="664"/>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8" name="Freeform 2054">
              <a:extLst>
                <a:ext uri="{FF2B5EF4-FFF2-40B4-BE49-F238E27FC236}">
                  <a16:creationId xmlns:a16="http://schemas.microsoft.com/office/drawing/2014/main" id="{88461085-6B46-4740-9273-EA28698C320F}"/>
                </a:ext>
              </a:extLst>
            </p:cNvPr>
            <p:cNvSpPr>
              <a:spLocks/>
            </p:cNvSpPr>
            <p:nvPr/>
          </p:nvSpPr>
          <p:spPr bwMode="gray">
            <a:xfrm>
              <a:off x="8068357" y="5120126"/>
              <a:ext cx="121598" cy="371821"/>
            </a:xfrm>
            <a:custGeom>
              <a:avLst/>
              <a:gdLst>
                <a:gd name="T0" fmla="*/ 1240 w 3547"/>
                <a:gd name="T1" fmla="*/ 0 h 10846"/>
                <a:gd name="T2" fmla="*/ 317 w 3547"/>
                <a:gd name="T3" fmla="*/ 5135 h 10846"/>
                <a:gd name="T4" fmla="*/ 0 w 3547"/>
                <a:gd name="T5" fmla="*/ 8106 h 10846"/>
                <a:gd name="T6" fmla="*/ 548 w 3547"/>
                <a:gd name="T7" fmla="*/ 10846 h 10846"/>
                <a:gd name="T8" fmla="*/ 2538 w 3547"/>
                <a:gd name="T9" fmla="*/ 10846 h 10846"/>
                <a:gd name="T10" fmla="*/ 3547 w 3547"/>
                <a:gd name="T11" fmla="*/ 8798 h 10846"/>
                <a:gd name="T12" fmla="*/ 3547 w 3547"/>
                <a:gd name="T13" fmla="*/ 0 h 10846"/>
                <a:gd name="T14" fmla="*/ 1240 w 3547"/>
                <a:gd name="T15" fmla="*/ 0 h 108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47" h="10846">
                  <a:moveTo>
                    <a:pt x="1240" y="0"/>
                  </a:moveTo>
                  <a:lnTo>
                    <a:pt x="317" y="5135"/>
                  </a:lnTo>
                  <a:lnTo>
                    <a:pt x="0" y="8106"/>
                  </a:lnTo>
                  <a:lnTo>
                    <a:pt x="548" y="10846"/>
                  </a:lnTo>
                  <a:lnTo>
                    <a:pt x="2538" y="10846"/>
                  </a:lnTo>
                  <a:lnTo>
                    <a:pt x="3547" y="8798"/>
                  </a:lnTo>
                  <a:lnTo>
                    <a:pt x="3547" y="0"/>
                  </a:lnTo>
                  <a:lnTo>
                    <a:pt x="1240" y="0"/>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9" name="Freeform 2055">
              <a:extLst>
                <a:ext uri="{FF2B5EF4-FFF2-40B4-BE49-F238E27FC236}">
                  <a16:creationId xmlns:a16="http://schemas.microsoft.com/office/drawing/2014/main" id="{1154613C-2DB7-474A-BB18-A20A9B41A5BB}"/>
                </a:ext>
              </a:extLst>
            </p:cNvPr>
            <p:cNvSpPr>
              <a:spLocks/>
            </p:cNvSpPr>
            <p:nvPr/>
          </p:nvSpPr>
          <p:spPr bwMode="gray">
            <a:xfrm>
              <a:off x="8155363" y="5455367"/>
              <a:ext cx="31642" cy="884129"/>
            </a:xfrm>
            <a:custGeom>
              <a:avLst/>
              <a:gdLst>
                <a:gd name="T0" fmla="*/ 0 w 923"/>
                <a:gd name="T1" fmla="*/ 0 h 25790"/>
                <a:gd name="T2" fmla="*/ 923 w 923"/>
                <a:gd name="T3" fmla="*/ 0 h 25790"/>
                <a:gd name="T4" fmla="*/ 923 w 923"/>
                <a:gd name="T5" fmla="*/ 25790 h 25790"/>
                <a:gd name="T6" fmla="*/ 0 w 923"/>
                <a:gd name="T7" fmla="*/ 25790 h 25790"/>
                <a:gd name="T8" fmla="*/ 0 w 923"/>
                <a:gd name="T9" fmla="*/ 0 h 25790"/>
                <a:gd name="T10" fmla="*/ 0 w 923"/>
                <a:gd name="T11" fmla="*/ 0 h 25790"/>
              </a:gdLst>
              <a:ahLst/>
              <a:cxnLst>
                <a:cxn ang="0">
                  <a:pos x="T0" y="T1"/>
                </a:cxn>
                <a:cxn ang="0">
                  <a:pos x="T2" y="T3"/>
                </a:cxn>
                <a:cxn ang="0">
                  <a:pos x="T4" y="T5"/>
                </a:cxn>
                <a:cxn ang="0">
                  <a:pos x="T6" y="T7"/>
                </a:cxn>
                <a:cxn ang="0">
                  <a:pos x="T8" y="T9"/>
                </a:cxn>
                <a:cxn ang="0">
                  <a:pos x="T10" y="T11"/>
                </a:cxn>
              </a:cxnLst>
              <a:rect l="0" t="0" r="r" b="b"/>
              <a:pathLst>
                <a:path w="923" h="25790">
                  <a:moveTo>
                    <a:pt x="0" y="0"/>
                  </a:moveTo>
                  <a:lnTo>
                    <a:pt x="923" y="0"/>
                  </a:lnTo>
                  <a:lnTo>
                    <a:pt x="923"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0" name="Freeform 2056">
              <a:extLst>
                <a:ext uri="{FF2B5EF4-FFF2-40B4-BE49-F238E27FC236}">
                  <a16:creationId xmlns:a16="http://schemas.microsoft.com/office/drawing/2014/main" id="{A4B1C07A-26DD-414C-8A4F-9CA25B25D89E}"/>
                </a:ext>
              </a:extLst>
            </p:cNvPr>
            <p:cNvSpPr>
              <a:spLocks/>
            </p:cNvSpPr>
            <p:nvPr/>
          </p:nvSpPr>
          <p:spPr bwMode="gray">
            <a:xfrm>
              <a:off x="8658654" y="5455367"/>
              <a:ext cx="30648" cy="884129"/>
            </a:xfrm>
            <a:custGeom>
              <a:avLst/>
              <a:gdLst>
                <a:gd name="T0" fmla="*/ 0 w 894"/>
                <a:gd name="T1" fmla="*/ 0 h 25790"/>
                <a:gd name="T2" fmla="*/ 894 w 894"/>
                <a:gd name="T3" fmla="*/ 0 h 25790"/>
                <a:gd name="T4" fmla="*/ 894 w 894"/>
                <a:gd name="T5" fmla="*/ 25790 h 25790"/>
                <a:gd name="T6" fmla="*/ 0 w 894"/>
                <a:gd name="T7" fmla="*/ 25790 h 25790"/>
                <a:gd name="T8" fmla="*/ 0 w 894"/>
                <a:gd name="T9" fmla="*/ 0 h 25790"/>
                <a:gd name="T10" fmla="*/ 0 w 894"/>
                <a:gd name="T11" fmla="*/ 0 h 25790"/>
              </a:gdLst>
              <a:ahLst/>
              <a:cxnLst>
                <a:cxn ang="0">
                  <a:pos x="T0" y="T1"/>
                </a:cxn>
                <a:cxn ang="0">
                  <a:pos x="T2" y="T3"/>
                </a:cxn>
                <a:cxn ang="0">
                  <a:pos x="T4" y="T5"/>
                </a:cxn>
                <a:cxn ang="0">
                  <a:pos x="T6" y="T7"/>
                </a:cxn>
                <a:cxn ang="0">
                  <a:pos x="T8" y="T9"/>
                </a:cxn>
                <a:cxn ang="0">
                  <a:pos x="T10" y="T11"/>
                </a:cxn>
              </a:cxnLst>
              <a:rect l="0" t="0" r="r" b="b"/>
              <a:pathLst>
                <a:path w="894" h="25790">
                  <a:moveTo>
                    <a:pt x="0" y="0"/>
                  </a:moveTo>
                  <a:lnTo>
                    <a:pt x="894" y="0"/>
                  </a:lnTo>
                  <a:lnTo>
                    <a:pt x="894"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1" name="Freeform 2057">
              <a:extLst>
                <a:ext uri="{FF2B5EF4-FFF2-40B4-BE49-F238E27FC236}">
                  <a16:creationId xmlns:a16="http://schemas.microsoft.com/office/drawing/2014/main" id="{CAE93F6E-0733-44C1-BD39-9E261538F081}"/>
                </a:ext>
              </a:extLst>
            </p:cNvPr>
            <p:cNvSpPr>
              <a:spLocks/>
            </p:cNvSpPr>
            <p:nvPr/>
          </p:nvSpPr>
          <p:spPr bwMode="gray">
            <a:xfrm>
              <a:off x="8155363" y="5246696"/>
              <a:ext cx="533940" cy="208673"/>
            </a:xfrm>
            <a:custGeom>
              <a:avLst/>
              <a:gdLst>
                <a:gd name="T0" fmla="*/ 404 w 540"/>
                <a:gd name="T1" fmla="*/ 0 h 211"/>
                <a:gd name="T2" fmla="*/ 136 w 540"/>
                <a:gd name="T3" fmla="*/ 0 h 211"/>
                <a:gd name="T4" fmla="*/ 0 w 540"/>
                <a:gd name="T5" fmla="*/ 119 h 211"/>
                <a:gd name="T6" fmla="*/ 0 w 540"/>
                <a:gd name="T7" fmla="*/ 211 h 211"/>
                <a:gd name="T8" fmla="*/ 540 w 540"/>
                <a:gd name="T9" fmla="*/ 211 h 211"/>
                <a:gd name="T10" fmla="*/ 540 w 540"/>
                <a:gd name="T11" fmla="*/ 119 h 211"/>
                <a:gd name="T12" fmla="*/ 404 w 540"/>
                <a:gd name="T13" fmla="*/ 0 h 211"/>
              </a:gdLst>
              <a:ahLst/>
              <a:cxnLst>
                <a:cxn ang="0">
                  <a:pos x="T0" y="T1"/>
                </a:cxn>
                <a:cxn ang="0">
                  <a:pos x="T2" y="T3"/>
                </a:cxn>
                <a:cxn ang="0">
                  <a:pos x="T4" y="T5"/>
                </a:cxn>
                <a:cxn ang="0">
                  <a:pos x="T6" y="T7"/>
                </a:cxn>
                <a:cxn ang="0">
                  <a:pos x="T8" y="T9"/>
                </a:cxn>
                <a:cxn ang="0">
                  <a:pos x="T10" y="T11"/>
                </a:cxn>
                <a:cxn ang="0">
                  <a:pos x="T12" y="T13"/>
                </a:cxn>
              </a:cxnLst>
              <a:rect l="0" t="0" r="r" b="b"/>
              <a:pathLst>
                <a:path w="540" h="211">
                  <a:moveTo>
                    <a:pt x="404" y="0"/>
                  </a:moveTo>
                  <a:cubicBezTo>
                    <a:pt x="136" y="0"/>
                    <a:pt x="136" y="0"/>
                    <a:pt x="136" y="0"/>
                  </a:cubicBezTo>
                  <a:cubicBezTo>
                    <a:pt x="61" y="0"/>
                    <a:pt x="0" y="53"/>
                    <a:pt x="0" y="119"/>
                  </a:cubicBezTo>
                  <a:cubicBezTo>
                    <a:pt x="0" y="211"/>
                    <a:pt x="0" y="211"/>
                    <a:pt x="0" y="211"/>
                  </a:cubicBezTo>
                  <a:cubicBezTo>
                    <a:pt x="540" y="211"/>
                    <a:pt x="540" y="211"/>
                    <a:pt x="540" y="211"/>
                  </a:cubicBezTo>
                  <a:cubicBezTo>
                    <a:pt x="540" y="119"/>
                    <a:pt x="540" y="119"/>
                    <a:pt x="540" y="119"/>
                  </a:cubicBezTo>
                  <a:cubicBezTo>
                    <a:pt x="540" y="53"/>
                    <a:pt x="479" y="0"/>
                    <a:pt x="404" y="0"/>
                  </a:cubicBez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2" name="Freeform 2058">
              <a:extLst>
                <a:ext uri="{FF2B5EF4-FFF2-40B4-BE49-F238E27FC236}">
                  <a16:creationId xmlns:a16="http://schemas.microsoft.com/office/drawing/2014/main" id="{AD787CA6-AFD6-45C2-9C9E-02D0B9F92B04}"/>
                </a:ext>
              </a:extLst>
            </p:cNvPr>
            <p:cNvSpPr>
              <a:spLocks/>
            </p:cNvSpPr>
            <p:nvPr/>
          </p:nvSpPr>
          <p:spPr bwMode="gray">
            <a:xfrm>
              <a:off x="8609220" y="5142856"/>
              <a:ext cx="118649" cy="349091"/>
            </a:xfrm>
            <a:custGeom>
              <a:avLst/>
              <a:gdLst>
                <a:gd name="T0" fmla="*/ 3288 w 3461"/>
                <a:gd name="T1" fmla="*/ 6578 h 10183"/>
                <a:gd name="T2" fmla="*/ 3461 w 3461"/>
                <a:gd name="T3" fmla="*/ 0 h 10183"/>
                <a:gd name="T4" fmla="*/ 259 w 3461"/>
                <a:gd name="T5" fmla="*/ 29 h 10183"/>
                <a:gd name="T6" fmla="*/ 778 w 3461"/>
                <a:gd name="T7" fmla="*/ 5366 h 10183"/>
                <a:gd name="T8" fmla="*/ 0 w 3461"/>
                <a:gd name="T9" fmla="*/ 7933 h 10183"/>
                <a:gd name="T10" fmla="*/ 634 w 3461"/>
                <a:gd name="T11" fmla="*/ 10183 h 10183"/>
                <a:gd name="T12" fmla="*/ 2048 w 3461"/>
                <a:gd name="T13" fmla="*/ 9001 h 10183"/>
                <a:gd name="T14" fmla="*/ 3288 w 3461"/>
                <a:gd name="T15" fmla="*/ 6578 h 101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61" h="10183">
                  <a:moveTo>
                    <a:pt x="3288" y="6578"/>
                  </a:moveTo>
                  <a:lnTo>
                    <a:pt x="3461" y="0"/>
                  </a:lnTo>
                  <a:lnTo>
                    <a:pt x="259" y="29"/>
                  </a:lnTo>
                  <a:lnTo>
                    <a:pt x="778" y="5366"/>
                  </a:lnTo>
                  <a:lnTo>
                    <a:pt x="0" y="7933"/>
                  </a:lnTo>
                  <a:lnTo>
                    <a:pt x="634" y="10183"/>
                  </a:lnTo>
                  <a:lnTo>
                    <a:pt x="2048" y="9001"/>
                  </a:lnTo>
                  <a:lnTo>
                    <a:pt x="3288" y="6578"/>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3" name="Freeform 2059">
              <a:extLst>
                <a:ext uri="{FF2B5EF4-FFF2-40B4-BE49-F238E27FC236}">
                  <a16:creationId xmlns:a16="http://schemas.microsoft.com/office/drawing/2014/main" id="{4B43939B-260E-446E-A4AD-FE80D755B21D}"/>
                </a:ext>
              </a:extLst>
            </p:cNvPr>
            <p:cNvSpPr>
              <a:spLocks/>
            </p:cNvSpPr>
            <p:nvPr/>
          </p:nvSpPr>
          <p:spPr bwMode="gray">
            <a:xfrm>
              <a:off x="8207746" y="4515875"/>
              <a:ext cx="403428" cy="619095"/>
            </a:xfrm>
            <a:custGeom>
              <a:avLst/>
              <a:gdLst>
                <a:gd name="T0" fmla="*/ 374 w 408"/>
                <a:gd name="T1" fmla="*/ 100 h 626"/>
                <a:gd name="T2" fmla="*/ 216 w 408"/>
                <a:gd name="T3" fmla="*/ 0 h 626"/>
                <a:gd name="T4" fmla="*/ 207 w 408"/>
                <a:gd name="T5" fmla="*/ 0 h 626"/>
                <a:gd name="T6" fmla="*/ 205 w 408"/>
                <a:gd name="T7" fmla="*/ 0 h 626"/>
                <a:gd name="T8" fmla="*/ 196 w 408"/>
                <a:gd name="T9" fmla="*/ 0 h 626"/>
                <a:gd name="T10" fmla="*/ 38 w 408"/>
                <a:gd name="T11" fmla="*/ 100 h 626"/>
                <a:gd name="T12" fmla="*/ 26 w 408"/>
                <a:gd name="T13" fmla="*/ 558 h 626"/>
                <a:gd name="T14" fmla="*/ 154 w 408"/>
                <a:gd name="T15" fmla="*/ 626 h 626"/>
                <a:gd name="T16" fmla="*/ 205 w 408"/>
                <a:gd name="T17" fmla="*/ 626 h 626"/>
                <a:gd name="T18" fmla="*/ 207 w 408"/>
                <a:gd name="T19" fmla="*/ 626 h 626"/>
                <a:gd name="T20" fmla="*/ 259 w 408"/>
                <a:gd name="T21" fmla="*/ 626 h 626"/>
                <a:gd name="T22" fmla="*/ 382 w 408"/>
                <a:gd name="T23" fmla="*/ 558 h 626"/>
                <a:gd name="T24" fmla="*/ 374 w 408"/>
                <a:gd name="T25" fmla="*/ 10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8" h="626">
                  <a:moveTo>
                    <a:pt x="374" y="100"/>
                  </a:moveTo>
                  <a:cubicBezTo>
                    <a:pt x="342" y="40"/>
                    <a:pt x="287" y="0"/>
                    <a:pt x="216" y="0"/>
                  </a:cubicBezTo>
                  <a:cubicBezTo>
                    <a:pt x="207" y="0"/>
                    <a:pt x="207" y="0"/>
                    <a:pt x="207" y="0"/>
                  </a:cubicBezTo>
                  <a:cubicBezTo>
                    <a:pt x="205" y="0"/>
                    <a:pt x="205" y="0"/>
                    <a:pt x="205" y="0"/>
                  </a:cubicBezTo>
                  <a:cubicBezTo>
                    <a:pt x="196" y="0"/>
                    <a:pt x="196" y="0"/>
                    <a:pt x="196" y="0"/>
                  </a:cubicBezTo>
                  <a:cubicBezTo>
                    <a:pt x="127" y="0"/>
                    <a:pt x="70" y="40"/>
                    <a:pt x="38" y="100"/>
                  </a:cubicBezTo>
                  <a:cubicBezTo>
                    <a:pt x="8" y="156"/>
                    <a:pt x="0" y="495"/>
                    <a:pt x="26" y="558"/>
                  </a:cubicBezTo>
                  <a:cubicBezTo>
                    <a:pt x="47" y="610"/>
                    <a:pt x="95" y="626"/>
                    <a:pt x="154" y="626"/>
                  </a:cubicBezTo>
                  <a:cubicBezTo>
                    <a:pt x="205" y="626"/>
                    <a:pt x="205" y="626"/>
                    <a:pt x="205" y="626"/>
                  </a:cubicBezTo>
                  <a:cubicBezTo>
                    <a:pt x="207" y="626"/>
                    <a:pt x="207" y="626"/>
                    <a:pt x="207" y="626"/>
                  </a:cubicBezTo>
                  <a:cubicBezTo>
                    <a:pt x="259" y="626"/>
                    <a:pt x="259" y="626"/>
                    <a:pt x="259" y="626"/>
                  </a:cubicBezTo>
                  <a:cubicBezTo>
                    <a:pt x="317" y="626"/>
                    <a:pt x="361" y="610"/>
                    <a:pt x="382" y="558"/>
                  </a:cubicBezTo>
                  <a:cubicBezTo>
                    <a:pt x="408" y="495"/>
                    <a:pt x="404" y="156"/>
                    <a:pt x="374" y="100"/>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4" name="Freeform 2060">
              <a:extLst>
                <a:ext uri="{FF2B5EF4-FFF2-40B4-BE49-F238E27FC236}">
                  <a16:creationId xmlns:a16="http://schemas.microsoft.com/office/drawing/2014/main" id="{7C122ED3-60D0-49A3-B952-E3188B940117}"/>
                </a:ext>
              </a:extLst>
            </p:cNvPr>
            <p:cNvSpPr>
              <a:spLocks/>
            </p:cNvSpPr>
            <p:nvPr/>
          </p:nvSpPr>
          <p:spPr bwMode="gray">
            <a:xfrm>
              <a:off x="8084160" y="4914435"/>
              <a:ext cx="651628" cy="638842"/>
            </a:xfrm>
            <a:custGeom>
              <a:avLst/>
              <a:gdLst>
                <a:gd name="T0" fmla="*/ 513 w 659"/>
                <a:gd name="T1" fmla="*/ 410 h 646"/>
                <a:gd name="T2" fmla="*/ 557 w 659"/>
                <a:gd name="T3" fmla="*/ 645 h 646"/>
                <a:gd name="T4" fmla="*/ 108 w 659"/>
                <a:gd name="T5" fmla="*/ 646 h 646"/>
                <a:gd name="T6" fmla="*/ 157 w 659"/>
                <a:gd name="T7" fmla="*/ 410 h 646"/>
                <a:gd name="T8" fmla="*/ 117 w 659"/>
                <a:gd name="T9" fmla="*/ 282 h 646"/>
                <a:gd name="T10" fmla="*/ 11 w 659"/>
                <a:gd name="T11" fmla="*/ 269 h 646"/>
                <a:gd name="T12" fmla="*/ 102 w 659"/>
                <a:gd name="T13" fmla="*/ 60 h 646"/>
                <a:gd name="T14" fmla="*/ 252 w 659"/>
                <a:gd name="T15" fmla="*/ 0 h 646"/>
                <a:gd name="T16" fmla="*/ 322 w 659"/>
                <a:gd name="T17" fmla="*/ 46 h 646"/>
                <a:gd name="T18" fmla="*/ 346 w 659"/>
                <a:gd name="T19" fmla="*/ 45 h 646"/>
                <a:gd name="T20" fmla="*/ 416 w 659"/>
                <a:gd name="T21" fmla="*/ 0 h 646"/>
                <a:gd name="T22" fmla="*/ 568 w 659"/>
                <a:gd name="T23" fmla="*/ 60 h 646"/>
                <a:gd name="T24" fmla="*/ 659 w 659"/>
                <a:gd name="T25" fmla="*/ 269 h 646"/>
                <a:gd name="T26" fmla="*/ 553 w 659"/>
                <a:gd name="T27" fmla="*/ 282 h 646"/>
                <a:gd name="T28" fmla="*/ 552 w 659"/>
                <a:gd name="T29" fmla="*/ 282 h 646"/>
                <a:gd name="T30" fmla="*/ 513 w 659"/>
                <a:gd name="T31" fmla="*/ 410 h 646"/>
                <a:gd name="T32" fmla="*/ 513 w 659"/>
                <a:gd name="T33" fmla="*/ 410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59" h="646">
                  <a:moveTo>
                    <a:pt x="513" y="410"/>
                  </a:moveTo>
                  <a:cubicBezTo>
                    <a:pt x="557" y="645"/>
                    <a:pt x="557" y="645"/>
                    <a:pt x="557" y="645"/>
                  </a:cubicBezTo>
                  <a:cubicBezTo>
                    <a:pt x="108" y="646"/>
                    <a:pt x="108" y="646"/>
                    <a:pt x="108" y="646"/>
                  </a:cubicBezTo>
                  <a:cubicBezTo>
                    <a:pt x="157" y="410"/>
                    <a:pt x="157" y="410"/>
                    <a:pt x="157" y="410"/>
                  </a:cubicBezTo>
                  <a:cubicBezTo>
                    <a:pt x="117" y="282"/>
                    <a:pt x="117" y="282"/>
                    <a:pt x="117" y="282"/>
                  </a:cubicBezTo>
                  <a:cubicBezTo>
                    <a:pt x="11" y="269"/>
                    <a:pt x="11" y="269"/>
                    <a:pt x="11" y="269"/>
                  </a:cubicBezTo>
                  <a:cubicBezTo>
                    <a:pt x="11" y="269"/>
                    <a:pt x="0" y="102"/>
                    <a:pt x="102" y="60"/>
                  </a:cubicBezTo>
                  <a:cubicBezTo>
                    <a:pt x="238" y="4"/>
                    <a:pt x="252" y="0"/>
                    <a:pt x="252" y="0"/>
                  </a:cubicBezTo>
                  <a:cubicBezTo>
                    <a:pt x="322" y="46"/>
                    <a:pt x="322" y="46"/>
                    <a:pt x="322" y="46"/>
                  </a:cubicBezTo>
                  <a:cubicBezTo>
                    <a:pt x="346" y="45"/>
                    <a:pt x="346" y="45"/>
                    <a:pt x="346" y="45"/>
                  </a:cubicBezTo>
                  <a:cubicBezTo>
                    <a:pt x="416" y="0"/>
                    <a:pt x="416" y="0"/>
                    <a:pt x="416" y="0"/>
                  </a:cubicBezTo>
                  <a:cubicBezTo>
                    <a:pt x="568" y="60"/>
                    <a:pt x="568" y="60"/>
                    <a:pt x="568" y="60"/>
                  </a:cubicBezTo>
                  <a:cubicBezTo>
                    <a:pt x="646" y="134"/>
                    <a:pt x="659" y="269"/>
                    <a:pt x="659" y="269"/>
                  </a:cubicBezTo>
                  <a:cubicBezTo>
                    <a:pt x="553" y="282"/>
                    <a:pt x="553" y="282"/>
                    <a:pt x="553" y="282"/>
                  </a:cubicBezTo>
                  <a:cubicBezTo>
                    <a:pt x="552" y="282"/>
                    <a:pt x="552" y="282"/>
                    <a:pt x="552" y="282"/>
                  </a:cubicBezTo>
                  <a:cubicBezTo>
                    <a:pt x="513" y="410"/>
                    <a:pt x="513" y="410"/>
                    <a:pt x="513" y="410"/>
                  </a:cubicBezTo>
                  <a:cubicBezTo>
                    <a:pt x="513" y="410"/>
                    <a:pt x="513" y="410"/>
                    <a:pt x="513" y="410"/>
                  </a:cubicBezTo>
                  <a:close/>
                </a:path>
              </a:pathLst>
            </a:custGeom>
            <a:solidFill>
              <a:srgbClr val="8796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5" name="Freeform 2061">
              <a:extLst>
                <a:ext uri="{FF2B5EF4-FFF2-40B4-BE49-F238E27FC236}">
                  <a16:creationId xmlns:a16="http://schemas.microsoft.com/office/drawing/2014/main" id="{CFB426EF-7F17-4A4F-A516-9CACB14FA1CD}"/>
                </a:ext>
              </a:extLst>
            </p:cNvPr>
            <p:cNvSpPr>
              <a:spLocks/>
            </p:cNvSpPr>
            <p:nvPr/>
          </p:nvSpPr>
          <p:spPr bwMode="gray">
            <a:xfrm>
              <a:off x="8200856" y="5577994"/>
              <a:ext cx="430099" cy="196812"/>
            </a:xfrm>
            <a:custGeom>
              <a:avLst/>
              <a:gdLst>
                <a:gd name="T0" fmla="*/ 393 w 435"/>
                <a:gd name="T1" fmla="*/ 199 h 199"/>
                <a:gd name="T2" fmla="*/ 41 w 435"/>
                <a:gd name="T3" fmla="*/ 199 h 199"/>
                <a:gd name="T4" fmla="*/ 0 w 435"/>
                <a:gd name="T5" fmla="*/ 159 h 199"/>
                <a:gd name="T6" fmla="*/ 0 w 435"/>
                <a:gd name="T7" fmla="*/ 0 h 199"/>
                <a:gd name="T8" fmla="*/ 435 w 435"/>
                <a:gd name="T9" fmla="*/ 0 h 199"/>
                <a:gd name="T10" fmla="*/ 435 w 435"/>
                <a:gd name="T11" fmla="*/ 159 h 199"/>
                <a:gd name="T12" fmla="*/ 393 w 435"/>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435" h="199">
                  <a:moveTo>
                    <a:pt x="393" y="199"/>
                  </a:moveTo>
                  <a:cubicBezTo>
                    <a:pt x="41" y="199"/>
                    <a:pt x="41" y="199"/>
                    <a:pt x="41" y="199"/>
                  </a:cubicBezTo>
                  <a:cubicBezTo>
                    <a:pt x="25" y="183"/>
                    <a:pt x="16" y="175"/>
                    <a:pt x="0" y="159"/>
                  </a:cubicBezTo>
                  <a:cubicBezTo>
                    <a:pt x="0" y="0"/>
                    <a:pt x="0" y="0"/>
                    <a:pt x="0" y="0"/>
                  </a:cubicBezTo>
                  <a:cubicBezTo>
                    <a:pt x="435" y="0"/>
                    <a:pt x="435" y="0"/>
                    <a:pt x="435" y="0"/>
                  </a:cubicBezTo>
                  <a:cubicBezTo>
                    <a:pt x="435" y="159"/>
                    <a:pt x="435" y="159"/>
                    <a:pt x="435" y="159"/>
                  </a:cubicBezTo>
                  <a:cubicBezTo>
                    <a:pt x="419" y="175"/>
                    <a:pt x="409" y="183"/>
                    <a:pt x="393" y="199"/>
                  </a:cubicBezTo>
                  <a:close/>
                </a:path>
              </a:pathLst>
            </a:custGeom>
            <a:solidFill>
              <a:srgbClr val="3750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6" name="Freeform 2062">
              <a:extLst>
                <a:ext uri="{FF2B5EF4-FFF2-40B4-BE49-F238E27FC236}">
                  <a16:creationId xmlns:a16="http://schemas.microsoft.com/office/drawing/2014/main" id="{4A999819-04E0-4F1A-AFF5-B8FBEE2B739F}"/>
                </a:ext>
              </a:extLst>
            </p:cNvPr>
            <p:cNvSpPr>
              <a:spLocks/>
            </p:cNvSpPr>
            <p:nvPr/>
          </p:nvSpPr>
          <p:spPr bwMode="gray">
            <a:xfrm>
              <a:off x="8182069" y="5565138"/>
              <a:ext cx="465719" cy="54405"/>
            </a:xfrm>
            <a:custGeom>
              <a:avLst/>
              <a:gdLst>
                <a:gd name="T0" fmla="*/ 13585 w 13585"/>
                <a:gd name="T1" fmla="*/ 1587 h 1587"/>
                <a:gd name="T2" fmla="*/ 0 w 13585"/>
                <a:gd name="T3" fmla="*/ 1587 h 1587"/>
                <a:gd name="T4" fmla="*/ 346 w 13585"/>
                <a:gd name="T5" fmla="*/ 0 h 1587"/>
                <a:gd name="T6" fmla="*/ 13210 w 13585"/>
                <a:gd name="T7" fmla="*/ 0 h 1587"/>
                <a:gd name="T8" fmla="*/ 13585 w 13585"/>
                <a:gd name="T9" fmla="*/ 1587 h 1587"/>
              </a:gdLst>
              <a:ahLst/>
              <a:cxnLst>
                <a:cxn ang="0">
                  <a:pos x="T0" y="T1"/>
                </a:cxn>
                <a:cxn ang="0">
                  <a:pos x="T2" y="T3"/>
                </a:cxn>
                <a:cxn ang="0">
                  <a:pos x="T4" y="T5"/>
                </a:cxn>
                <a:cxn ang="0">
                  <a:pos x="T6" y="T7"/>
                </a:cxn>
                <a:cxn ang="0">
                  <a:pos x="T8" y="T9"/>
                </a:cxn>
              </a:cxnLst>
              <a:rect l="0" t="0" r="r" b="b"/>
              <a:pathLst>
                <a:path w="13585" h="1587">
                  <a:moveTo>
                    <a:pt x="13585" y="1587"/>
                  </a:moveTo>
                  <a:lnTo>
                    <a:pt x="0" y="1587"/>
                  </a:lnTo>
                  <a:lnTo>
                    <a:pt x="346" y="0"/>
                  </a:lnTo>
                  <a:lnTo>
                    <a:pt x="13210" y="0"/>
                  </a:lnTo>
                  <a:lnTo>
                    <a:pt x="13585" y="1587"/>
                  </a:lnTo>
                  <a:close/>
                </a:path>
              </a:pathLst>
            </a:custGeom>
            <a:solidFill>
              <a:srgbClr val="647D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7" name="Freeform 2063">
              <a:extLst>
                <a:ext uri="{FF2B5EF4-FFF2-40B4-BE49-F238E27FC236}">
                  <a16:creationId xmlns:a16="http://schemas.microsoft.com/office/drawing/2014/main" id="{0ECFFBFC-F03E-48D9-B8F2-CE31A2600F83}"/>
                </a:ext>
              </a:extLst>
            </p:cNvPr>
            <p:cNvSpPr>
              <a:spLocks/>
            </p:cNvSpPr>
            <p:nvPr/>
          </p:nvSpPr>
          <p:spPr bwMode="gray">
            <a:xfrm>
              <a:off x="8193931" y="5596780"/>
              <a:ext cx="403428" cy="624032"/>
            </a:xfrm>
            <a:custGeom>
              <a:avLst/>
              <a:gdLst>
                <a:gd name="T0" fmla="*/ 274 w 408"/>
                <a:gd name="T1" fmla="*/ 16 h 631"/>
                <a:gd name="T2" fmla="*/ 0 w 408"/>
                <a:gd name="T3" fmla="*/ 586 h 631"/>
                <a:gd name="T4" fmla="*/ 92 w 408"/>
                <a:gd name="T5" fmla="*/ 631 h 631"/>
                <a:gd name="T6" fmla="*/ 387 w 408"/>
                <a:gd name="T7" fmla="*/ 133 h 631"/>
                <a:gd name="T8" fmla="*/ 388 w 408"/>
                <a:gd name="T9" fmla="*/ 131 h 631"/>
                <a:gd name="T10" fmla="*/ 408 w 408"/>
                <a:gd name="T11" fmla="*/ 90 h 631"/>
                <a:gd name="T12" fmla="*/ 394 w 408"/>
                <a:gd name="T13" fmla="*/ 38 h 631"/>
                <a:gd name="T14" fmla="*/ 313 w 408"/>
                <a:gd name="T15" fmla="*/ 0 h 631"/>
                <a:gd name="T16" fmla="*/ 274 w 408"/>
                <a:gd name="T17" fmla="*/ 16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8" h="631">
                  <a:moveTo>
                    <a:pt x="274" y="16"/>
                  </a:moveTo>
                  <a:cubicBezTo>
                    <a:pt x="0" y="586"/>
                    <a:pt x="0" y="586"/>
                    <a:pt x="0" y="586"/>
                  </a:cubicBezTo>
                  <a:cubicBezTo>
                    <a:pt x="92" y="631"/>
                    <a:pt x="92" y="631"/>
                    <a:pt x="92" y="631"/>
                  </a:cubicBezTo>
                  <a:cubicBezTo>
                    <a:pt x="387" y="133"/>
                    <a:pt x="387" y="133"/>
                    <a:pt x="387" y="133"/>
                  </a:cubicBezTo>
                  <a:cubicBezTo>
                    <a:pt x="387" y="132"/>
                    <a:pt x="388" y="132"/>
                    <a:pt x="388" y="131"/>
                  </a:cubicBezTo>
                  <a:cubicBezTo>
                    <a:pt x="408" y="90"/>
                    <a:pt x="408" y="90"/>
                    <a:pt x="408" y="90"/>
                  </a:cubicBezTo>
                  <a:cubicBezTo>
                    <a:pt x="402" y="70"/>
                    <a:pt x="399" y="59"/>
                    <a:pt x="394" y="38"/>
                  </a:cubicBezTo>
                  <a:cubicBezTo>
                    <a:pt x="313" y="0"/>
                    <a:pt x="313" y="0"/>
                    <a:pt x="313" y="0"/>
                  </a:cubicBezTo>
                  <a:cubicBezTo>
                    <a:pt x="298" y="6"/>
                    <a:pt x="290" y="10"/>
                    <a:pt x="274" y="16"/>
                  </a:cubicBezTo>
                  <a:close/>
                </a:path>
              </a:pathLst>
            </a:custGeom>
            <a:solidFill>
              <a:srgbClr val="B9B9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8" name="Freeform 2064">
              <a:extLst>
                <a:ext uri="{FF2B5EF4-FFF2-40B4-BE49-F238E27FC236}">
                  <a16:creationId xmlns:a16="http://schemas.microsoft.com/office/drawing/2014/main" id="{88804A89-066D-499E-9E70-CF22E7C24A61}"/>
                </a:ext>
              </a:extLst>
            </p:cNvPr>
            <p:cNvSpPr>
              <a:spLocks/>
            </p:cNvSpPr>
            <p:nvPr/>
          </p:nvSpPr>
          <p:spPr bwMode="gray">
            <a:xfrm>
              <a:off x="8162289" y="6108059"/>
              <a:ext cx="159170" cy="135482"/>
            </a:xfrm>
            <a:custGeom>
              <a:avLst/>
              <a:gdLst>
                <a:gd name="T0" fmla="*/ 4643 w 4643"/>
                <a:gd name="T1" fmla="*/ 3952 h 3952"/>
                <a:gd name="T2" fmla="*/ 0 w 4643"/>
                <a:gd name="T3" fmla="*/ 1904 h 3952"/>
                <a:gd name="T4" fmla="*/ 57 w 4643"/>
                <a:gd name="T5" fmla="*/ 1789 h 3952"/>
                <a:gd name="T6" fmla="*/ 1788 w 4643"/>
                <a:gd name="T7" fmla="*/ 0 h 3952"/>
                <a:gd name="T8" fmla="*/ 4586 w 4643"/>
                <a:gd name="T9" fmla="*/ 1241 h 3952"/>
                <a:gd name="T10" fmla="*/ 4643 w 4643"/>
                <a:gd name="T11" fmla="*/ 3952 h 3952"/>
                <a:gd name="T12" fmla="*/ 4643 w 4643"/>
                <a:gd name="T13" fmla="*/ 3952 h 3952"/>
                <a:gd name="T14" fmla="*/ 4643 w 4643"/>
                <a:gd name="T15" fmla="*/ 3952 h 3952"/>
                <a:gd name="T16" fmla="*/ 4643 w 4643"/>
                <a:gd name="T17" fmla="*/ 3952 h 3952"/>
                <a:gd name="T18" fmla="*/ 4643 w 4643"/>
                <a:gd name="T19" fmla="*/ 3952 h 3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43" h="3952">
                  <a:moveTo>
                    <a:pt x="4643" y="3952"/>
                  </a:moveTo>
                  <a:lnTo>
                    <a:pt x="0" y="1904"/>
                  </a:lnTo>
                  <a:lnTo>
                    <a:pt x="57" y="1789"/>
                  </a:lnTo>
                  <a:lnTo>
                    <a:pt x="1788" y="0"/>
                  </a:lnTo>
                  <a:lnTo>
                    <a:pt x="4586" y="1241"/>
                  </a:lnTo>
                  <a:lnTo>
                    <a:pt x="4643" y="3952"/>
                  </a:lnTo>
                  <a:lnTo>
                    <a:pt x="4643" y="3952"/>
                  </a:lnTo>
                  <a:lnTo>
                    <a:pt x="4643" y="3952"/>
                  </a:lnTo>
                  <a:lnTo>
                    <a:pt x="4643" y="3952"/>
                  </a:lnTo>
                  <a:lnTo>
                    <a:pt x="4643" y="3952"/>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9" name="Freeform 2065">
              <a:extLst>
                <a:ext uri="{FF2B5EF4-FFF2-40B4-BE49-F238E27FC236}">
                  <a16:creationId xmlns:a16="http://schemas.microsoft.com/office/drawing/2014/main" id="{AC3C5CF7-93F4-4459-9EF7-ECAA1C476951}"/>
                </a:ext>
              </a:extLst>
            </p:cNvPr>
            <p:cNvSpPr>
              <a:spLocks/>
            </p:cNvSpPr>
            <p:nvPr/>
          </p:nvSpPr>
          <p:spPr bwMode="gray">
            <a:xfrm>
              <a:off x="8272025" y="5631404"/>
              <a:ext cx="150291" cy="708091"/>
            </a:xfrm>
            <a:custGeom>
              <a:avLst/>
              <a:gdLst>
                <a:gd name="T0" fmla="*/ 0 w 152"/>
                <a:gd name="T1" fmla="*/ 46 h 716"/>
                <a:gd name="T2" fmla="*/ 0 w 152"/>
                <a:gd name="T3" fmla="*/ 93 h 716"/>
                <a:gd name="T4" fmla="*/ 1 w 152"/>
                <a:gd name="T5" fmla="*/ 95 h 716"/>
                <a:gd name="T6" fmla="*/ 49 w 152"/>
                <a:gd name="T7" fmla="*/ 716 h 716"/>
                <a:gd name="T8" fmla="*/ 152 w 152"/>
                <a:gd name="T9" fmla="*/ 716 h 716"/>
                <a:gd name="T10" fmla="*/ 152 w 152"/>
                <a:gd name="T11" fmla="*/ 37 h 716"/>
                <a:gd name="T12" fmla="*/ 122 w 152"/>
                <a:gd name="T13" fmla="*/ 0 h 716"/>
                <a:gd name="T14" fmla="*/ 37 w 152"/>
                <a:gd name="T15" fmla="*/ 0 h 716"/>
                <a:gd name="T16" fmla="*/ 0 w 152"/>
                <a:gd name="T17" fmla="*/ 46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716">
                  <a:moveTo>
                    <a:pt x="0" y="46"/>
                  </a:moveTo>
                  <a:cubicBezTo>
                    <a:pt x="0" y="93"/>
                    <a:pt x="0" y="93"/>
                    <a:pt x="0" y="93"/>
                  </a:cubicBezTo>
                  <a:cubicBezTo>
                    <a:pt x="0" y="94"/>
                    <a:pt x="1" y="95"/>
                    <a:pt x="1" y="95"/>
                  </a:cubicBezTo>
                  <a:cubicBezTo>
                    <a:pt x="49" y="716"/>
                    <a:pt x="49" y="716"/>
                    <a:pt x="49" y="716"/>
                  </a:cubicBezTo>
                  <a:cubicBezTo>
                    <a:pt x="152" y="716"/>
                    <a:pt x="152" y="716"/>
                    <a:pt x="152" y="716"/>
                  </a:cubicBezTo>
                  <a:cubicBezTo>
                    <a:pt x="152" y="37"/>
                    <a:pt x="152" y="37"/>
                    <a:pt x="152" y="37"/>
                  </a:cubicBezTo>
                  <a:cubicBezTo>
                    <a:pt x="140" y="22"/>
                    <a:pt x="134" y="14"/>
                    <a:pt x="122" y="0"/>
                  </a:cubicBezTo>
                  <a:cubicBezTo>
                    <a:pt x="37" y="0"/>
                    <a:pt x="37" y="0"/>
                    <a:pt x="37" y="0"/>
                  </a:cubicBezTo>
                  <a:cubicBezTo>
                    <a:pt x="23" y="18"/>
                    <a:pt x="15" y="28"/>
                    <a:pt x="0" y="46"/>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0" name="Freeform 2066">
              <a:extLst>
                <a:ext uri="{FF2B5EF4-FFF2-40B4-BE49-F238E27FC236}">
                  <a16:creationId xmlns:a16="http://schemas.microsoft.com/office/drawing/2014/main" id="{4A788CB0-ADF2-4C96-BE6A-0E0D87061414}"/>
                </a:ext>
              </a:extLst>
            </p:cNvPr>
            <p:cNvSpPr>
              <a:spLocks/>
            </p:cNvSpPr>
            <p:nvPr/>
          </p:nvSpPr>
          <p:spPr bwMode="gray">
            <a:xfrm>
              <a:off x="8270071" y="6255436"/>
              <a:ext cx="173020" cy="84058"/>
            </a:xfrm>
            <a:custGeom>
              <a:avLst/>
              <a:gdLst>
                <a:gd name="T0" fmla="*/ 5047 w 5047"/>
                <a:gd name="T1" fmla="*/ 2336 h 2452"/>
                <a:gd name="T2" fmla="*/ 5047 w 5047"/>
                <a:gd name="T3" fmla="*/ 2452 h 2452"/>
                <a:gd name="T4" fmla="*/ 0 w 5047"/>
                <a:gd name="T5" fmla="*/ 2452 h 2452"/>
                <a:gd name="T6" fmla="*/ 1096 w 5047"/>
                <a:gd name="T7" fmla="*/ 0 h 2452"/>
                <a:gd name="T8" fmla="*/ 4182 w 5047"/>
                <a:gd name="T9" fmla="*/ 0 h 2452"/>
                <a:gd name="T10" fmla="*/ 5047 w 5047"/>
                <a:gd name="T11" fmla="*/ 2336 h 2452"/>
                <a:gd name="T12" fmla="*/ 5047 w 5047"/>
                <a:gd name="T13" fmla="*/ 2336 h 2452"/>
                <a:gd name="T14" fmla="*/ 5047 w 5047"/>
                <a:gd name="T15" fmla="*/ 2336 h 2452"/>
                <a:gd name="T16" fmla="*/ 5047 w 5047"/>
                <a:gd name="T17" fmla="*/ 2336 h 2452"/>
                <a:gd name="T18" fmla="*/ 5047 w 5047"/>
                <a:gd name="T19" fmla="*/ 2336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47" h="2452">
                  <a:moveTo>
                    <a:pt x="5047" y="2336"/>
                  </a:moveTo>
                  <a:lnTo>
                    <a:pt x="5047" y="2452"/>
                  </a:lnTo>
                  <a:lnTo>
                    <a:pt x="0" y="2452"/>
                  </a:lnTo>
                  <a:lnTo>
                    <a:pt x="1096" y="0"/>
                  </a:lnTo>
                  <a:lnTo>
                    <a:pt x="4182" y="0"/>
                  </a:lnTo>
                  <a:lnTo>
                    <a:pt x="5047" y="2336"/>
                  </a:lnTo>
                  <a:lnTo>
                    <a:pt x="5047" y="2336"/>
                  </a:lnTo>
                  <a:lnTo>
                    <a:pt x="5047" y="2336"/>
                  </a:lnTo>
                  <a:lnTo>
                    <a:pt x="5047" y="2336"/>
                  </a:lnTo>
                  <a:lnTo>
                    <a:pt x="5047" y="2336"/>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1" name="Freeform 2067">
              <a:extLst>
                <a:ext uri="{FF2B5EF4-FFF2-40B4-BE49-F238E27FC236}">
                  <a16:creationId xmlns:a16="http://schemas.microsoft.com/office/drawing/2014/main" id="{623876DF-1C38-4D24-931A-B0CF24534069}"/>
                </a:ext>
              </a:extLst>
            </p:cNvPr>
            <p:cNvSpPr>
              <a:spLocks/>
            </p:cNvSpPr>
            <p:nvPr/>
          </p:nvSpPr>
          <p:spPr bwMode="gray">
            <a:xfrm>
              <a:off x="8527149" y="5399009"/>
              <a:ext cx="103805" cy="92938"/>
            </a:xfrm>
            <a:custGeom>
              <a:avLst/>
              <a:gdLst>
                <a:gd name="T0" fmla="*/ 0 w 3028"/>
                <a:gd name="T1" fmla="*/ 1356 h 2711"/>
                <a:gd name="T2" fmla="*/ 0 w 3028"/>
                <a:gd name="T3" fmla="*/ 2711 h 2711"/>
                <a:gd name="T4" fmla="*/ 3028 w 3028"/>
                <a:gd name="T5" fmla="*/ 2711 h 2711"/>
                <a:gd name="T6" fmla="*/ 3028 w 3028"/>
                <a:gd name="T7" fmla="*/ 0 h 2711"/>
                <a:gd name="T8" fmla="*/ 0 w 3028"/>
                <a:gd name="T9" fmla="*/ 1356 h 2711"/>
              </a:gdLst>
              <a:ahLst/>
              <a:cxnLst>
                <a:cxn ang="0">
                  <a:pos x="T0" y="T1"/>
                </a:cxn>
                <a:cxn ang="0">
                  <a:pos x="T2" y="T3"/>
                </a:cxn>
                <a:cxn ang="0">
                  <a:pos x="T4" y="T5"/>
                </a:cxn>
                <a:cxn ang="0">
                  <a:pos x="T6" y="T7"/>
                </a:cxn>
                <a:cxn ang="0">
                  <a:pos x="T8" y="T9"/>
                </a:cxn>
              </a:cxnLst>
              <a:rect l="0" t="0" r="r" b="b"/>
              <a:pathLst>
                <a:path w="3028" h="2711">
                  <a:moveTo>
                    <a:pt x="0" y="1356"/>
                  </a:moveTo>
                  <a:lnTo>
                    <a:pt x="0" y="2711"/>
                  </a:lnTo>
                  <a:lnTo>
                    <a:pt x="3028" y="2711"/>
                  </a:lnTo>
                  <a:lnTo>
                    <a:pt x="3028" y="0"/>
                  </a:lnTo>
                  <a:lnTo>
                    <a:pt x="0" y="1356"/>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2" name="Freeform 2068">
              <a:extLst>
                <a:ext uri="{FF2B5EF4-FFF2-40B4-BE49-F238E27FC236}">
                  <a16:creationId xmlns:a16="http://schemas.microsoft.com/office/drawing/2014/main" id="{AA2F84E7-8D9B-4EAC-8745-D5450786EA41}"/>
                </a:ext>
              </a:extLst>
            </p:cNvPr>
            <p:cNvSpPr>
              <a:spLocks/>
            </p:cNvSpPr>
            <p:nvPr/>
          </p:nvSpPr>
          <p:spPr bwMode="gray">
            <a:xfrm>
              <a:off x="8498457" y="5431646"/>
              <a:ext cx="128557" cy="60301"/>
            </a:xfrm>
            <a:custGeom>
              <a:avLst/>
              <a:gdLst>
                <a:gd name="T0" fmla="*/ 3750 w 3750"/>
                <a:gd name="T1" fmla="*/ 1759 h 1759"/>
                <a:gd name="T2" fmla="*/ 0 w 3750"/>
                <a:gd name="T3" fmla="*/ 1759 h 1759"/>
                <a:gd name="T4" fmla="*/ 0 w 3750"/>
                <a:gd name="T5" fmla="*/ 1644 h 1759"/>
                <a:gd name="T6" fmla="*/ 635 w 3750"/>
                <a:gd name="T7" fmla="*/ 0 h 1759"/>
                <a:gd name="T8" fmla="*/ 2913 w 3750"/>
                <a:gd name="T9" fmla="*/ 0 h 1759"/>
                <a:gd name="T10" fmla="*/ 3750 w 3750"/>
                <a:gd name="T11" fmla="*/ 1759 h 1759"/>
                <a:gd name="T12" fmla="*/ 3750 w 3750"/>
                <a:gd name="T13" fmla="*/ 1759 h 1759"/>
                <a:gd name="T14" fmla="*/ 3750 w 3750"/>
                <a:gd name="T15" fmla="*/ 1759 h 1759"/>
                <a:gd name="T16" fmla="*/ 3750 w 3750"/>
                <a:gd name="T17" fmla="*/ 1759 h 1759"/>
                <a:gd name="T18" fmla="*/ 3750 w 3750"/>
                <a:gd name="T19" fmla="*/ 1759 h 1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50" h="1759">
                  <a:moveTo>
                    <a:pt x="3750" y="1759"/>
                  </a:moveTo>
                  <a:lnTo>
                    <a:pt x="0" y="1759"/>
                  </a:lnTo>
                  <a:lnTo>
                    <a:pt x="0" y="1644"/>
                  </a:lnTo>
                  <a:lnTo>
                    <a:pt x="635" y="0"/>
                  </a:lnTo>
                  <a:lnTo>
                    <a:pt x="2913" y="0"/>
                  </a:lnTo>
                  <a:lnTo>
                    <a:pt x="3750" y="1759"/>
                  </a:lnTo>
                  <a:lnTo>
                    <a:pt x="3750" y="1759"/>
                  </a:lnTo>
                  <a:lnTo>
                    <a:pt x="3750" y="1759"/>
                  </a:lnTo>
                  <a:lnTo>
                    <a:pt x="3750" y="1759"/>
                  </a:lnTo>
                  <a:lnTo>
                    <a:pt x="3750" y="1759"/>
                  </a:lnTo>
                  <a:close/>
                </a:path>
              </a:pathLst>
            </a:custGeom>
            <a:solidFill>
              <a:srgbClr val="E1E1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3" name="Freeform 2069">
              <a:extLst>
                <a:ext uri="{FF2B5EF4-FFF2-40B4-BE49-F238E27FC236}">
                  <a16:creationId xmlns:a16="http://schemas.microsoft.com/office/drawing/2014/main" id="{04F661F5-078C-4E4E-9104-EBC64BE887ED}"/>
                </a:ext>
              </a:extLst>
            </p:cNvPr>
            <p:cNvSpPr>
              <a:spLocks/>
            </p:cNvSpPr>
            <p:nvPr/>
          </p:nvSpPr>
          <p:spPr bwMode="gray">
            <a:xfrm>
              <a:off x="8271031" y="4588072"/>
              <a:ext cx="282825" cy="390642"/>
            </a:xfrm>
            <a:custGeom>
              <a:avLst/>
              <a:gdLst>
                <a:gd name="T0" fmla="*/ 273 w 286"/>
                <a:gd name="T1" fmla="*/ 119 h 395"/>
                <a:gd name="T2" fmla="*/ 266 w 286"/>
                <a:gd name="T3" fmla="*/ 121 h 395"/>
                <a:gd name="T4" fmla="*/ 266 w 286"/>
                <a:gd name="T5" fmla="*/ 86 h 395"/>
                <a:gd name="T6" fmla="*/ 183 w 286"/>
                <a:gd name="T7" fmla="*/ 0 h 395"/>
                <a:gd name="T8" fmla="*/ 142 w 286"/>
                <a:gd name="T9" fmla="*/ 0 h 395"/>
                <a:gd name="T10" fmla="*/ 102 w 286"/>
                <a:gd name="T11" fmla="*/ 0 h 395"/>
                <a:gd name="T12" fmla="*/ 19 w 286"/>
                <a:gd name="T13" fmla="*/ 86 h 395"/>
                <a:gd name="T14" fmla="*/ 19 w 286"/>
                <a:gd name="T15" fmla="*/ 121 h 395"/>
                <a:gd name="T16" fmla="*/ 14 w 286"/>
                <a:gd name="T17" fmla="*/ 119 h 395"/>
                <a:gd name="T18" fmla="*/ 0 w 286"/>
                <a:gd name="T19" fmla="*/ 133 h 395"/>
                <a:gd name="T20" fmla="*/ 0 w 286"/>
                <a:gd name="T21" fmla="*/ 186 h 395"/>
                <a:gd name="T22" fmla="*/ 14 w 286"/>
                <a:gd name="T23" fmla="*/ 200 h 395"/>
                <a:gd name="T24" fmla="*/ 19 w 286"/>
                <a:gd name="T25" fmla="*/ 198 h 395"/>
                <a:gd name="T26" fmla="*/ 63 w 286"/>
                <a:gd name="T27" fmla="*/ 275 h 395"/>
                <a:gd name="T28" fmla="*/ 63 w 286"/>
                <a:gd name="T29" fmla="*/ 338 h 395"/>
                <a:gd name="T30" fmla="*/ 145 w 286"/>
                <a:gd name="T31" fmla="*/ 394 h 395"/>
                <a:gd name="T32" fmla="*/ 227 w 286"/>
                <a:gd name="T33" fmla="*/ 338 h 395"/>
                <a:gd name="T34" fmla="*/ 227 w 286"/>
                <a:gd name="T35" fmla="*/ 270 h 395"/>
                <a:gd name="T36" fmla="*/ 266 w 286"/>
                <a:gd name="T37" fmla="*/ 198 h 395"/>
                <a:gd name="T38" fmla="*/ 273 w 286"/>
                <a:gd name="T39" fmla="*/ 200 h 395"/>
                <a:gd name="T40" fmla="*/ 286 w 286"/>
                <a:gd name="T41" fmla="*/ 186 h 395"/>
                <a:gd name="T42" fmla="*/ 286 w 286"/>
                <a:gd name="T43" fmla="*/ 133 h 395"/>
                <a:gd name="T44" fmla="*/ 273 w 286"/>
                <a:gd name="T45" fmla="*/ 119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 h="395">
                  <a:moveTo>
                    <a:pt x="273" y="119"/>
                  </a:moveTo>
                  <a:cubicBezTo>
                    <a:pt x="270" y="119"/>
                    <a:pt x="268" y="121"/>
                    <a:pt x="266" y="121"/>
                  </a:cubicBezTo>
                  <a:cubicBezTo>
                    <a:pt x="266" y="86"/>
                    <a:pt x="266" y="86"/>
                    <a:pt x="266" y="86"/>
                  </a:cubicBezTo>
                  <a:cubicBezTo>
                    <a:pt x="262" y="37"/>
                    <a:pt x="226" y="0"/>
                    <a:pt x="183" y="0"/>
                  </a:cubicBezTo>
                  <a:cubicBezTo>
                    <a:pt x="142" y="0"/>
                    <a:pt x="142" y="0"/>
                    <a:pt x="142" y="0"/>
                  </a:cubicBezTo>
                  <a:cubicBezTo>
                    <a:pt x="102" y="0"/>
                    <a:pt x="102" y="0"/>
                    <a:pt x="102" y="0"/>
                  </a:cubicBezTo>
                  <a:cubicBezTo>
                    <a:pt x="59" y="0"/>
                    <a:pt x="24" y="37"/>
                    <a:pt x="19" y="86"/>
                  </a:cubicBezTo>
                  <a:cubicBezTo>
                    <a:pt x="19" y="121"/>
                    <a:pt x="19" y="121"/>
                    <a:pt x="19" y="121"/>
                  </a:cubicBezTo>
                  <a:cubicBezTo>
                    <a:pt x="17" y="121"/>
                    <a:pt x="16" y="119"/>
                    <a:pt x="14" y="119"/>
                  </a:cubicBezTo>
                  <a:cubicBezTo>
                    <a:pt x="6" y="119"/>
                    <a:pt x="0" y="125"/>
                    <a:pt x="0" y="133"/>
                  </a:cubicBezTo>
                  <a:cubicBezTo>
                    <a:pt x="0" y="186"/>
                    <a:pt x="0" y="186"/>
                    <a:pt x="0" y="186"/>
                  </a:cubicBezTo>
                  <a:cubicBezTo>
                    <a:pt x="0" y="194"/>
                    <a:pt x="6" y="200"/>
                    <a:pt x="14" y="200"/>
                  </a:cubicBezTo>
                  <a:cubicBezTo>
                    <a:pt x="16" y="200"/>
                    <a:pt x="17" y="200"/>
                    <a:pt x="19" y="198"/>
                  </a:cubicBezTo>
                  <a:cubicBezTo>
                    <a:pt x="22" y="222"/>
                    <a:pt x="40" y="251"/>
                    <a:pt x="63" y="275"/>
                  </a:cubicBezTo>
                  <a:cubicBezTo>
                    <a:pt x="63" y="284"/>
                    <a:pt x="63" y="285"/>
                    <a:pt x="63" y="338"/>
                  </a:cubicBezTo>
                  <a:cubicBezTo>
                    <a:pt x="79" y="368"/>
                    <a:pt x="110" y="394"/>
                    <a:pt x="145" y="394"/>
                  </a:cubicBezTo>
                  <a:cubicBezTo>
                    <a:pt x="179" y="395"/>
                    <a:pt x="211" y="368"/>
                    <a:pt x="227" y="338"/>
                  </a:cubicBezTo>
                  <a:cubicBezTo>
                    <a:pt x="227" y="270"/>
                    <a:pt x="227" y="270"/>
                    <a:pt x="227" y="270"/>
                  </a:cubicBezTo>
                  <a:cubicBezTo>
                    <a:pt x="247" y="247"/>
                    <a:pt x="263" y="220"/>
                    <a:pt x="266" y="198"/>
                  </a:cubicBezTo>
                  <a:cubicBezTo>
                    <a:pt x="268" y="200"/>
                    <a:pt x="270" y="200"/>
                    <a:pt x="273" y="200"/>
                  </a:cubicBezTo>
                  <a:cubicBezTo>
                    <a:pt x="279" y="200"/>
                    <a:pt x="286" y="194"/>
                    <a:pt x="286" y="186"/>
                  </a:cubicBezTo>
                  <a:cubicBezTo>
                    <a:pt x="286" y="133"/>
                    <a:pt x="286" y="133"/>
                    <a:pt x="286" y="133"/>
                  </a:cubicBezTo>
                  <a:cubicBezTo>
                    <a:pt x="286" y="125"/>
                    <a:pt x="279" y="119"/>
                    <a:pt x="273" y="119"/>
                  </a:cubicBezTo>
                  <a:close/>
                </a:path>
              </a:pathLst>
            </a:custGeom>
            <a:solidFill>
              <a:srgbClr val="B9B9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4" name="Freeform 2070">
              <a:extLst>
                <a:ext uri="{FF2B5EF4-FFF2-40B4-BE49-F238E27FC236}">
                  <a16:creationId xmlns:a16="http://schemas.microsoft.com/office/drawing/2014/main" id="{D7FA2450-53F3-46DE-AC75-70BFAB955850}"/>
                </a:ext>
              </a:extLst>
            </p:cNvPr>
            <p:cNvSpPr>
              <a:spLocks/>
            </p:cNvSpPr>
            <p:nvPr/>
          </p:nvSpPr>
          <p:spPr bwMode="gray">
            <a:xfrm>
              <a:off x="8344222" y="4552487"/>
              <a:ext cx="198732" cy="199760"/>
            </a:xfrm>
            <a:custGeom>
              <a:avLst/>
              <a:gdLst>
                <a:gd name="T0" fmla="*/ 199 w 201"/>
                <a:gd name="T1" fmla="*/ 132 h 202"/>
                <a:gd name="T2" fmla="*/ 169 w 201"/>
                <a:gd name="T3" fmla="*/ 64 h 202"/>
                <a:gd name="T4" fmla="*/ 108 w 201"/>
                <a:gd name="T5" fmla="*/ 11 h 202"/>
                <a:gd name="T6" fmla="*/ 69 w 201"/>
                <a:gd name="T7" fmla="*/ 2 h 202"/>
                <a:gd name="T8" fmla="*/ 69 w 201"/>
                <a:gd name="T9" fmla="*/ 2 h 202"/>
                <a:gd name="T10" fmla="*/ 56 w 201"/>
                <a:gd name="T11" fmla="*/ 0 h 202"/>
                <a:gd name="T12" fmla="*/ 16 w 201"/>
                <a:gd name="T13" fmla="*/ 6 h 202"/>
                <a:gd name="T14" fmla="*/ 24 w 201"/>
                <a:gd name="T15" fmla="*/ 65 h 202"/>
                <a:gd name="T16" fmla="*/ 67 w 201"/>
                <a:gd name="T17" fmla="*/ 94 h 202"/>
                <a:gd name="T18" fmla="*/ 67 w 201"/>
                <a:gd name="T19" fmla="*/ 94 h 202"/>
                <a:gd name="T20" fmla="*/ 91 w 201"/>
                <a:gd name="T21" fmla="*/ 105 h 202"/>
                <a:gd name="T22" fmla="*/ 159 w 201"/>
                <a:gd name="T23" fmla="*/ 143 h 202"/>
                <a:gd name="T24" fmla="*/ 174 w 201"/>
                <a:gd name="T25" fmla="*/ 202 h 202"/>
                <a:gd name="T26" fmla="*/ 199 w 201"/>
                <a:gd name="T27" fmla="*/ 13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1" h="202">
                  <a:moveTo>
                    <a:pt x="199" y="132"/>
                  </a:moveTo>
                  <a:cubicBezTo>
                    <a:pt x="198" y="108"/>
                    <a:pt x="186" y="86"/>
                    <a:pt x="169" y="64"/>
                  </a:cubicBezTo>
                  <a:cubicBezTo>
                    <a:pt x="153" y="45"/>
                    <a:pt x="137" y="24"/>
                    <a:pt x="108" y="11"/>
                  </a:cubicBezTo>
                  <a:cubicBezTo>
                    <a:pt x="96" y="6"/>
                    <a:pt x="83" y="3"/>
                    <a:pt x="69" y="2"/>
                  </a:cubicBezTo>
                  <a:cubicBezTo>
                    <a:pt x="69" y="2"/>
                    <a:pt x="69" y="2"/>
                    <a:pt x="69" y="2"/>
                  </a:cubicBezTo>
                  <a:cubicBezTo>
                    <a:pt x="64" y="2"/>
                    <a:pt x="61" y="0"/>
                    <a:pt x="56" y="0"/>
                  </a:cubicBezTo>
                  <a:cubicBezTo>
                    <a:pt x="45" y="0"/>
                    <a:pt x="22" y="0"/>
                    <a:pt x="16" y="6"/>
                  </a:cubicBezTo>
                  <a:cubicBezTo>
                    <a:pt x="0" y="22"/>
                    <a:pt x="7" y="48"/>
                    <a:pt x="24" y="65"/>
                  </a:cubicBezTo>
                  <a:cubicBezTo>
                    <a:pt x="35" y="78"/>
                    <a:pt x="51" y="86"/>
                    <a:pt x="67" y="94"/>
                  </a:cubicBezTo>
                  <a:cubicBezTo>
                    <a:pt x="67" y="94"/>
                    <a:pt x="67" y="94"/>
                    <a:pt x="67" y="94"/>
                  </a:cubicBezTo>
                  <a:cubicBezTo>
                    <a:pt x="75" y="99"/>
                    <a:pt x="83" y="102"/>
                    <a:pt x="91" y="105"/>
                  </a:cubicBezTo>
                  <a:cubicBezTo>
                    <a:pt x="116" y="116"/>
                    <a:pt x="142" y="127"/>
                    <a:pt x="159" y="143"/>
                  </a:cubicBezTo>
                  <a:cubicBezTo>
                    <a:pt x="177" y="159"/>
                    <a:pt x="190" y="184"/>
                    <a:pt x="174" y="202"/>
                  </a:cubicBezTo>
                  <a:cubicBezTo>
                    <a:pt x="191" y="181"/>
                    <a:pt x="201" y="157"/>
                    <a:pt x="199" y="132"/>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5" name="Rectangle 2071">
              <a:extLst>
                <a:ext uri="{FF2B5EF4-FFF2-40B4-BE49-F238E27FC236}">
                  <a16:creationId xmlns:a16="http://schemas.microsoft.com/office/drawing/2014/main" id="{645E7688-1730-4014-8C7A-77931589BB95}"/>
                </a:ext>
              </a:extLst>
            </p:cNvPr>
            <p:cNvSpPr>
              <a:spLocks noChangeArrowheads="1"/>
            </p:cNvSpPr>
            <p:nvPr/>
          </p:nvSpPr>
          <p:spPr bwMode="gray">
            <a:xfrm>
              <a:off x="4482000" y="5491946"/>
              <a:ext cx="4883649" cy="86047"/>
            </a:xfrm>
            <a:prstGeom prst="rect">
              <a:avLst/>
            </a:prstGeom>
            <a:solidFill>
              <a:srgbClr val="BECD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6" name="Freeform 2072">
              <a:extLst>
                <a:ext uri="{FF2B5EF4-FFF2-40B4-BE49-F238E27FC236}">
                  <a16:creationId xmlns:a16="http://schemas.microsoft.com/office/drawing/2014/main" id="{CC55D797-0258-4209-91A2-4947B9EFA991}"/>
                </a:ext>
              </a:extLst>
            </p:cNvPr>
            <p:cNvSpPr>
              <a:spLocks/>
            </p:cNvSpPr>
            <p:nvPr/>
          </p:nvSpPr>
          <p:spPr bwMode="gray">
            <a:xfrm>
              <a:off x="5073292" y="5864796"/>
              <a:ext cx="168118" cy="491500"/>
            </a:xfrm>
            <a:custGeom>
              <a:avLst/>
              <a:gdLst>
                <a:gd name="T0" fmla="*/ 4904 w 4904"/>
                <a:gd name="T1" fmla="*/ 0 h 14337"/>
                <a:gd name="T2" fmla="*/ 4644 w 4904"/>
                <a:gd name="T3" fmla="*/ 14337 h 14337"/>
                <a:gd name="T4" fmla="*/ 260 w 4904"/>
                <a:gd name="T5" fmla="*/ 14337 h 14337"/>
                <a:gd name="T6" fmla="*/ 0 w 4904"/>
                <a:gd name="T7" fmla="*/ 0 h 14337"/>
                <a:gd name="T8" fmla="*/ 4904 w 4904"/>
                <a:gd name="T9" fmla="*/ 0 h 14337"/>
              </a:gdLst>
              <a:ahLst/>
              <a:cxnLst>
                <a:cxn ang="0">
                  <a:pos x="T0" y="T1"/>
                </a:cxn>
                <a:cxn ang="0">
                  <a:pos x="T2" y="T3"/>
                </a:cxn>
                <a:cxn ang="0">
                  <a:pos x="T4" y="T5"/>
                </a:cxn>
                <a:cxn ang="0">
                  <a:pos x="T6" y="T7"/>
                </a:cxn>
                <a:cxn ang="0">
                  <a:pos x="T8" y="T9"/>
                </a:cxn>
              </a:cxnLst>
              <a:rect l="0" t="0" r="r" b="b"/>
              <a:pathLst>
                <a:path w="4904" h="14337">
                  <a:moveTo>
                    <a:pt x="4904" y="0"/>
                  </a:moveTo>
                  <a:lnTo>
                    <a:pt x="4644" y="14337"/>
                  </a:lnTo>
                  <a:lnTo>
                    <a:pt x="260" y="14337"/>
                  </a:lnTo>
                  <a:lnTo>
                    <a:pt x="0" y="0"/>
                  </a:lnTo>
                  <a:lnTo>
                    <a:pt x="4904" y="0"/>
                  </a:lnTo>
                  <a:close/>
                </a:path>
              </a:pathLst>
            </a:custGeom>
            <a:solidFill>
              <a:srgbClr val="006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7" name="Freeform 2073">
              <a:extLst>
                <a:ext uri="{FF2B5EF4-FFF2-40B4-BE49-F238E27FC236}">
                  <a16:creationId xmlns:a16="http://schemas.microsoft.com/office/drawing/2014/main" id="{79D067DB-9743-47FA-84B6-597BD75EC715}"/>
                </a:ext>
              </a:extLst>
            </p:cNvPr>
            <p:cNvSpPr>
              <a:spLocks/>
            </p:cNvSpPr>
            <p:nvPr/>
          </p:nvSpPr>
          <p:spPr bwMode="gray">
            <a:xfrm>
              <a:off x="5073292" y="6356294"/>
              <a:ext cx="168118" cy="60336"/>
            </a:xfrm>
            <a:custGeom>
              <a:avLst/>
              <a:gdLst>
                <a:gd name="T0" fmla="*/ 85 w 170"/>
                <a:gd name="T1" fmla="*/ 0 h 61"/>
                <a:gd name="T2" fmla="*/ 15 w 170"/>
                <a:gd name="T3" fmla="*/ 0 h 61"/>
                <a:gd name="T4" fmla="*/ 0 w 170"/>
                <a:gd name="T5" fmla="*/ 61 h 61"/>
                <a:gd name="T6" fmla="*/ 85 w 170"/>
                <a:gd name="T7" fmla="*/ 61 h 61"/>
                <a:gd name="T8" fmla="*/ 170 w 170"/>
                <a:gd name="T9" fmla="*/ 61 h 61"/>
                <a:gd name="T10" fmla="*/ 154 w 170"/>
                <a:gd name="T11" fmla="*/ 0 h 61"/>
                <a:gd name="T12" fmla="*/ 85 w 170"/>
                <a:gd name="T13" fmla="*/ 0 h 61"/>
                <a:gd name="T14" fmla="*/ 85 w 170"/>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61">
                  <a:moveTo>
                    <a:pt x="85" y="0"/>
                  </a:moveTo>
                  <a:cubicBezTo>
                    <a:pt x="15" y="0"/>
                    <a:pt x="15" y="0"/>
                    <a:pt x="15" y="0"/>
                  </a:cubicBezTo>
                  <a:cubicBezTo>
                    <a:pt x="15" y="0"/>
                    <a:pt x="0" y="41"/>
                    <a:pt x="0" y="61"/>
                  </a:cubicBezTo>
                  <a:cubicBezTo>
                    <a:pt x="85" y="61"/>
                    <a:pt x="85" y="61"/>
                    <a:pt x="85" y="61"/>
                  </a:cubicBezTo>
                  <a:cubicBezTo>
                    <a:pt x="170" y="61"/>
                    <a:pt x="170" y="61"/>
                    <a:pt x="170" y="61"/>
                  </a:cubicBezTo>
                  <a:cubicBezTo>
                    <a:pt x="170" y="41"/>
                    <a:pt x="154" y="0"/>
                    <a:pt x="154" y="0"/>
                  </a:cubicBezTo>
                  <a:cubicBezTo>
                    <a:pt x="85" y="0"/>
                    <a:pt x="85" y="0"/>
                    <a:pt x="85" y="0"/>
                  </a:cubicBezTo>
                  <a:cubicBezTo>
                    <a:pt x="85" y="0"/>
                    <a:pt x="85" y="0"/>
                    <a:pt x="85"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8" name="Freeform 2074">
              <a:extLst>
                <a:ext uri="{FF2B5EF4-FFF2-40B4-BE49-F238E27FC236}">
                  <a16:creationId xmlns:a16="http://schemas.microsoft.com/office/drawing/2014/main" id="{4A716EAC-3B3C-448F-A6A0-67ECBB888F61}"/>
                </a:ext>
              </a:extLst>
            </p:cNvPr>
            <p:cNvSpPr>
              <a:spLocks/>
            </p:cNvSpPr>
            <p:nvPr/>
          </p:nvSpPr>
          <p:spPr bwMode="gray">
            <a:xfrm>
              <a:off x="5251284" y="5864796"/>
              <a:ext cx="170073" cy="491500"/>
            </a:xfrm>
            <a:custGeom>
              <a:avLst/>
              <a:gdLst>
                <a:gd name="T0" fmla="*/ 4961 w 4961"/>
                <a:gd name="T1" fmla="*/ 0 h 14337"/>
                <a:gd name="T2" fmla="*/ 4586 w 4961"/>
                <a:gd name="T3" fmla="*/ 14337 h 14337"/>
                <a:gd name="T4" fmla="*/ 173 w 4961"/>
                <a:gd name="T5" fmla="*/ 14337 h 14337"/>
                <a:gd name="T6" fmla="*/ 0 w 4961"/>
                <a:gd name="T7" fmla="*/ 0 h 14337"/>
                <a:gd name="T8" fmla="*/ 4961 w 4961"/>
                <a:gd name="T9" fmla="*/ 0 h 14337"/>
              </a:gdLst>
              <a:ahLst/>
              <a:cxnLst>
                <a:cxn ang="0">
                  <a:pos x="T0" y="T1"/>
                </a:cxn>
                <a:cxn ang="0">
                  <a:pos x="T2" y="T3"/>
                </a:cxn>
                <a:cxn ang="0">
                  <a:pos x="T4" y="T5"/>
                </a:cxn>
                <a:cxn ang="0">
                  <a:pos x="T6" y="T7"/>
                </a:cxn>
                <a:cxn ang="0">
                  <a:pos x="T8" y="T9"/>
                </a:cxn>
              </a:cxnLst>
              <a:rect l="0" t="0" r="r" b="b"/>
              <a:pathLst>
                <a:path w="4961" h="14337">
                  <a:moveTo>
                    <a:pt x="4961" y="0"/>
                  </a:moveTo>
                  <a:lnTo>
                    <a:pt x="4586" y="14337"/>
                  </a:lnTo>
                  <a:lnTo>
                    <a:pt x="173" y="14337"/>
                  </a:lnTo>
                  <a:lnTo>
                    <a:pt x="0" y="0"/>
                  </a:lnTo>
                  <a:lnTo>
                    <a:pt x="4961" y="0"/>
                  </a:lnTo>
                  <a:close/>
                </a:path>
              </a:pathLst>
            </a:custGeom>
            <a:solidFill>
              <a:srgbClr val="006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9" name="Freeform 2075">
              <a:extLst>
                <a:ext uri="{FF2B5EF4-FFF2-40B4-BE49-F238E27FC236}">
                  <a16:creationId xmlns:a16="http://schemas.microsoft.com/office/drawing/2014/main" id="{CE57737A-72DA-416A-84D9-8C947D67D256}"/>
                </a:ext>
              </a:extLst>
            </p:cNvPr>
            <p:cNvSpPr>
              <a:spLocks/>
            </p:cNvSpPr>
            <p:nvPr/>
          </p:nvSpPr>
          <p:spPr bwMode="gray">
            <a:xfrm>
              <a:off x="5251284" y="6356294"/>
              <a:ext cx="163147" cy="60336"/>
            </a:xfrm>
            <a:custGeom>
              <a:avLst/>
              <a:gdLst>
                <a:gd name="T0" fmla="*/ 82 w 165"/>
                <a:gd name="T1" fmla="*/ 0 h 61"/>
                <a:gd name="T2" fmla="*/ 15 w 165"/>
                <a:gd name="T3" fmla="*/ 0 h 61"/>
                <a:gd name="T4" fmla="*/ 0 w 165"/>
                <a:gd name="T5" fmla="*/ 61 h 61"/>
                <a:gd name="T6" fmla="*/ 82 w 165"/>
                <a:gd name="T7" fmla="*/ 61 h 61"/>
                <a:gd name="T8" fmla="*/ 165 w 165"/>
                <a:gd name="T9" fmla="*/ 61 h 61"/>
                <a:gd name="T10" fmla="*/ 149 w 165"/>
                <a:gd name="T11" fmla="*/ 0 h 61"/>
                <a:gd name="T12" fmla="*/ 82 w 165"/>
                <a:gd name="T13" fmla="*/ 0 h 61"/>
                <a:gd name="T14" fmla="*/ 82 w 16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5" h="61">
                  <a:moveTo>
                    <a:pt x="82" y="0"/>
                  </a:moveTo>
                  <a:cubicBezTo>
                    <a:pt x="15" y="0"/>
                    <a:pt x="15" y="0"/>
                    <a:pt x="15" y="0"/>
                  </a:cubicBezTo>
                  <a:cubicBezTo>
                    <a:pt x="15" y="0"/>
                    <a:pt x="0" y="41"/>
                    <a:pt x="0" y="61"/>
                  </a:cubicBezTo>
                  <a:cubicBezTo>
                    <a:pt x="82" y="61"/>
                    <a:pt x="82" y="61"/>
                    <a:pt x="82" y="61"/>
                  </a:cubicBezTo>
                  <a:cubicBezTo>
                    <a:pt x="165" y="61"/>
                    <a:pt x="165" y="61"/>
                    <a:pt x="165" y="61"/>
                  </a:cubicBezTo>
                  <a:cubicBezTo>
                    <a:pt x="165" y="41"/>
                    <a:pt x="149" y="0"/>
                    <a:pt x="149" y="0"/>
                  </a:cubicBezTo>
                  <a:cubicBezTo>
                    <a:pt x="82" y="0"/>
                    <a:pt x="82" y="0"/>
                    <a:pt x="82" y="0"/>
                  </a:cubicBezTo>
                  <a:cubicBezTo>
                    <a:pt x="82" y="0"/>
                    <a:pt x="82" y="0"/>
                    <a:pt x="82"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0" name="Freeform 2076">
              <a:extLst>
                <a:ext uri="{FF2B5EF4-FFF2-40B4-BE49-F238E27FC236}">
                  <a16:creationId xmlns:a16="http://schemas.microsoft.com/office/drawing/2014/main" id="{1B5FBDFA-80F5-4641-8B59-1D1266C3030E}"/>
                </a:ext>
              </a:extLst>
            </p:cNvPr>
            <p:cNvSpPr>
              <a:spLocks/>
            </p:cNvSpPr>
            <p:nvPr/>
          </p:nvSpPr>
          <p:spPr bwMode="gray">
            <a:xfrm>
              <a:off x="4950701" y="5763940"/>
              <a:ext cx="581420" cy="60301"/>
            </a:xfrm>
            <a:custGeom>
              <a:avLst/>
              <a:gdLst>
                <a:gd name="T0" fmla="*/ 528 w 588"/>
                <a:gd name="T1" fmla="*/ 0 h 61"/>
                <a:gd name="T2" fmla="*/ 61 w 588"/>
                <a:gd name="T3" fmla="*/ 0 h 61"/>
                <a:gd name="T4" fmla="*/ 0 w 588"/>
                <a:gd name="T5" fmla="*/ 61 h 61"/>
                <a:gd name="T6" fmla="*/ 588 w 588"/>
                <a:gd name="T7" fmla="*/ 61 h 61"/>
                <a:gd name="T8" fmla="*/ 528 w 588"/>
                <a:gd name="T9" fmla="*/ 0 h 61"/>
              </a:gdLst>
              <a:ahLst/>
              <a:cxnLst>
                <a:cxn ang="0">
                  <a:pos x="T0" y="T1"/>
                </a:cxn>
                <a:cxn ang="0">
                  <a:pos x="T2" y="T3"/>
                </a:cxn>
                <a:cxn ang="0">
                  <a:pos x="T4" y="T5"/>
                </a:cxn>
                <a:cxn ang="0">
                  <a:pos x="T6" y="T7"/>
                </a:cxn>
                <a:cxn ang="0">
                  <a:pos x="T8" y="T9"/>
                </a:cxn>
              </a:cxnLst>
              <a:rect l="0" t="0" r="r" b="b"/>
              <a:pathLst>
                <a:path w="588" h="61">
                  <a:moveTo>
                    <a:pt x="528" y="0"/>
                  </a:moveTo>
                  <a:cubicBezTo>
                    <a:pt x="61" y="0"/>
                    <a:pt x="61" y="0"/>
                    <a:pt x="61" y="0"/>
                  </a:cubicBezTo>
                  <a:cubicBezTo>
                    <a:pt x="27" y="0"/>
                    <a:pt x="0" y="27"/>
                    <a:pt x="0" y="61"/>
                  </a:cubicBezTo>
                  <a:cubicBezTo>
                    <a:pt x="588" y="61"/>
                    <a:pt x="588" y="61"/>
                    <a:pt x="588" y="61"/>
                  </a:cubicBezTo>
                  <a:cubicBezTo>
                    <a:pt x="588" y="27"/>
                    <a:pt x="561" y="0"/>
                    <a:pt x="528"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1" name="Freeform 2077">
              <a:extLst>
                <a:ext uri="{FF2B5EF4-FFF2-40B4-BE49-F238E27FC236}">
                  <a16:creationId xmlns:a16="http://schemas.microsoft.com/office/drawing/2014/main" id="{B9A65FE1-80FD-4551-8A31-EF0E40EC6BEC}"/>
                </a:ext>
              </a:extLst>
            </p:cNvPr>
            <p:cNvSpPr>
              <a:spLocks/>
            </p:cNvSpPr>
            <p:nvPr/>
          </p:nvSpPr>
          <p:spPr bwMode="gray">
            <a:xfrm>
              <a:off x="5032771" y="5616561"/>
              <a:ext cx="432088" cy="170106"/>
            </a:xfrm>
            <a:custGeom>
              <a:avLst/>
              <a:gdLst>
                <a:gd name="T0" fmla="*/ 6 w 437"/>
                <a:gd name="T1" fmla="*/ 105 h 172"/>
                <a:gd name="T2" fmla="*/ 71 w 437"/>
                <a:gd name="T3" fmla="*/ 172 h 172"/>
                <a:gd name="T4" fmla="*/ 364 w 437"/>
                <a:gd name="T5" fmla="*/ 172 h 172"/>
                <a:gd name="T6" fmla="*/ 432 w 437"/>
                <a:gd name="T7" fmla="*/ 105 h 172"/>
                <a:gd name="T8" fmla="*/ 437 w 437"/>
                <a:gd name="T9" fmla="*/ 0 h 172"/>
                <a:gd name="T10" fmla="*/ 0 w 437"/>
                <a:gd name="T11" fmla="*/ 0 h 172"/>
                <a:gd name="T12" fmla="*/ 6 w 437"/>
                <a:gd name="T13" fmla="*/ 105 h 172"/>
                <a:gd name="T14" fmla="*/ 6 w 437"/>
                <a:gd name="T15" fmla="*/ 105 h 1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7" h="172">
                  <a:moveTo>
                    <a:pt x="6" y="105"/>
                  </a:moveTo>
                  <a:cubicBezTo>
                    <a:pt x="6" y="105"/>
                    <a:pt x="18" y="172"/>
                    <a:pt x="71" y="172"/>
                  </a:cubicBezTo>
                  <a:cubicBezTo>
                    <a:pt x="304" y="172"/>
                    <a:pt x="364" y="172"/>
                    <a:pt x="364" y="172"/>
                  </a:cubicBezTo>
                  <a:cubicBezTo>
                    <a:pt x="417" y="172"/>
                    <a:pt x="432" y="105"/>
                    <a:pt x="432" y="105"/>
                  </a:cubicBezTo>
                  <a:cubicBezTo>
                    <a:pt x="437" y="0"/>
                    <a:pt x="437" y="0"/>
                    <a:pt x="437" y="0"/>
                  </a:cubicBezTo>
                  <a:cubicBezTo>
                    <a:pt x="82" y="0"/>
                    <a:pt x="0" y="0"/>
                    <a:pt x="0" y="0"/>
                  </a:cubicBezTo>
                  <a:cubicBezTo>
                    <a:pt x="6" y="105"/>
                    <a:pt x="6" y="105"/>
                    <a:pt x="6" y="105"/>
                  </a:cubicBezTo>
                  <a:cubicBezTo>
                    <a:pt x="6" y="105"/>
                    <a:pt x="6" y="105"/>
                    <a:pt x="6" y="105"/>
                  </a:cubicBezTo>
                  <a:close/>
                </a:path>
              </a:pathLst>
            </a:custGeom>
            <a:solidFill>
              <a:srgbClr val="0073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2" name="Freeform 2078">
              <a:extLst>
                <a:ext uri="{FF2B5EF4-FFF2-40B4-BE49-F238E27FC236}">
                  <a16:creationId xmlns:a16="http://schemas.microsoft.com/office/drawing/2014/main" id="{D7E76A6F-7975-4580-82F8-69AA016ACEF4}"/>
                </a:ext>
              </a:extLst>
            </p:cNvPr>
            <p:cNvSpPr>
              <a:spLocks/>
            </p:cNvSpPr>
            <p:nvPr/>
          </p:nvSpPr>
          <p:spPr bwMode="gray">
            <a:xfrm>
              <a:off x="4950701" y="5824240"/>
              <a:ext cx="581420" cy="40556"/>
            </a:xfrm>
            <a:custGeom>
              <a:avLst/>
              <a:gdLst>
                <a:gd name="T0" fmla="*/ 0 w 16960"/>
                <a:gd name="T1" fmla="*/ 0 h 1183"/>
                <a:gd name="T2" fmla="*/ 16960 w 16960"/>
                <a:gd name="T3" fmla="*/ 0 h 1183"/>
                <a:gd name="T4" fmla="*/ 16960 w 16960"/>
                <a:gd name="T5" fmla="*/ 1183 h 1183"/>
                <a:gd name="T6" fmla="*/ 0 w 16960"/>
                <a:gd name="T7" fmla="*/ 1183 h 1183"/>
                <a:gd name="T8" fmla="*/ 0 w 16960"/>
                <a:gd name="T9" fmla="*/ 0 h 1183"/>
                <a:gd name="T10" fmla="*/ 0 w 16960"/>
                <a:gd name="T11" fmla="*/ 0 h 1183"/>
              </a:gdLst>
              <a:ahLst/>
              <a:cxnLst>
                <a:cxn ang="0">
                  <a:pos x="T0" y="T1"/>
                </a:cxn>
                <a:cxn ang="0">
                  <a:pos x="T2" y="T3"/>
                </a:cxn>
                <a:cxn ang="0">
                  <a:pos x="T4" y="T5"/>
                </a:cxn>
                <a:cxn ang="0">
                  <a:pos x="T6" y="T7"/>
                </a:cxn>
                <a:cxn ang="0">
                  <a:pos x="T8" y="T9"/>
                </a:cxn>
                <a:cxn ang="0">
                  <a:pos x="T10" y="T11"/>
                </a:cxn>
              </a:cxnLst>
              <a:rect l="0" t="0" r="r" b="b"/>
              <a:pathLst>
                <a:path w="16960" h="1183">
                  <a:moveTo>
                    <a:pt x="0" y="0"/>
                  </a:moveTo>
                  <a:lnTo>
                    <a:pt x="16960" y="0"/>
                  </a:lnTo>
                  <a:lnTo>
                    <a:pt x="16960" y="1183"/>
                  </a:lnTo>
                  <a:lnTo>
                    <a:pt x="0" y="1183"/>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3" name="Freeform 2079">
              <a:extLst>
                <a:ext uri="{FF2B5EF4-FFF2-40B4-BE49-F238E27FC236}">
                  <a16:creationId xmlns:a16="http://schemas.microsoft.com/office/drawing/2014/main" id="{ED8A4D48-1B09-45F5-ADFC-B225F1DC02D4}"/>
                </a:ext>
              </a:extLst>
            </p:cNvPr>
            <p:cNvSpPr>
              <a:spLocks/>
            </p:cNvSpPr>
            <p:nvPr/>
          </p:nvSpPr>
          <p:spPr bwMode="gray">
            <a:xfrm>
              <a:off x="4966504" y="6174328"/>
              <a:ext cx="548783" cy="21769"/>
            </a:xfrm>
            <a:custGeom>
              <a:avLst/>
              <a:gdLst>
                <a:gd name="T0" fmla="*/ 0 w 16008"/>
                <a:gd name="T1" fmla="*/ 0 h 635"/>
                <a:gd name="T2" fmla="*/ 16008 w 16008"/>
                <a:gd name="T3" fmla="*/ 0 h 635"/>
                <a:gd name="T4" fmla="*/ 16008 w 16008"/>
                <a:gd name="T5" fmla="*/ 635 h 635"/>
                <a:gd name="T6" fmla="*/ 0 w 16008"/>
                <a:gd name="T7" fmla="*/ 635 h 635"/>
                <a:gd name="T8" fmla="*/ 0 w 16008"/>
                <a:gd name="T9" fmla="*/ 0 h 635"/>
                <a:gd name="T10" fmla="*/ 0 w 16008"/>
                <a:gd name="T11" fmla="*/ 0 h 635"/>
              </a:gdLst>
              <a:ahLst/>
              <a:cxnLst>
                <a:cxn ang="0">
                  <a:pos x="T0" y="T1"/>
                </a:cxn>
                <a:cxn ang="0">
                  <a:pos x="T2" y="T3"/>
                </a:cxn>
                <a:cxn ang="0">
                  <a:pos x="T4" y="T5"/>
                </a:cxn>
                <a:cxn ang="0">
                  <a:pos x="T6" y="T7"/>
                </a:cxn>
                <a:cxn ang="0">
                  <a:pos x="T8" y="T9"/>
                </a:cxn>
                <a:cxn ang="0">
                  <a:pos x="T10" y="T11"/>
                </a:cxn>
              </a:cxnLst>
              <a:rect l="0" t="0" r="r" b="b"/>
              <a:pathLst>
                <a:path w="16008" h="635">
                  <a:moveTo>
                    <a:pt x="0" y="0"/>
                  </a:moveTo>
                  <a:lnTo>
                    <a:pt x="16008" y="0"/>
                  </a:lnTo>
                  <a:lnTo>
                    <a:pt x="16008" y="635"/>
                  </a:lnTo>
                  <a:lnTo>
                    <a:pt x="0" y="635"/>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4" name="Freeform 2080">
              <a:extLst>
                <a:ext uri="{FF2B5EF4-FFF2-40B4-BE49-F238E27FC236}">
                  <a16:creationId xmlns:a16="http://schemas.microsoft.com/office/drawing/2014/main" id="{0D370F1F-40A7-450F-8668-5EFA1696017B}"/>
                </a:ext>
              </a:extLst>
            </p:cNvPr>
            <p:cNvSpPr>
              <a:spLocks/>
            </p:cNvSpPr>
            <p:nvPr/>
          </p:nvSpPr>
          <p:spPr bwMode="gray">
            <a:xfrm>
              <a:off x="5079223" y="4508950"/>
              <a:ext cx="345115" cy="464793"/>
            </a:xfrm>
            <a:custGeom>
              <a:avLst/>
              <a:gdLst>
                <a:gd name="T0" fmla="*/ 346 w 349"/>
                <a:gd name="T1" fmla="*/ 244 h 470"/>
                <a:gd name="T2" fmla="*/ 322 w 349"/>
                <a:gd name="T3" fmla="*/ 307 h 470"/>
                <a:gd name="T4" fmla="*/ 308 w 349"/>
                <a:gd name="T5" fmla="*/ 316 h 470"/>
                <a:gd name="T6" fmla="*/ 295 w 349"/>
                <a:gd name="T7" fmla="*/ 316 h 470"/>
                <a:gd name="T8" fmla="*/ 282 w 349"/>
                <a:gd name="T9" fmla="*/ 371 h 470"/>
                <a:gd name="T10" fmla="*/ 267 w 349"/>
                <a:gd name="T11" fmla="*/ 380 h 470"/>
                <a:gd name="T12" fmla="*/ 270 w 349"/>
                <a:gd name="T13" fmla="*/ 454 h 470"/>
                <a:gd name="T14" fmla="*/ 205 w 349"/>
                <a:gd name="T15" fmla="*/ 470 h 470"/>
                <a:gd name="T16" fmla="*/ 142 w 349"/>
                <a:gd name="T17" fmla="*/ 470 h 470"/>
                <a:gd name="T18" fmla="*/ 80 w 349"/>
                <a:gd name="T19" fmla="*/ 451 h 470"/>
                <a:gd name="T20" fmla="*/ 82 w 349"/>
                <a:gd name="T21" fmla="*/ 380 h 470"/>
                <a:gd name="T22" fmla="*/ 66 w 349"/>
                <a:gd name="T23" fmla="*/ 371 h 470"/>
                <a:gd name="T24" fmla="*/ 53 w 349"/>
                <a:gd name="T25" fmla="*/ 316 h 470"/>
                <a:gd name="T26" fmla="*/ 41 w 349"/>
                <a:gd name="T27" fmla="*/ 316 h 470"/>
                <a:gd name="T28" fmla="*/ 26 w 349"/>
                <a:gd name="T29" fmla="*/ 307 h 470"/>
                <a:gd name="T30" fmla="*/ 2 w 349"/>
                <a:gd name="T31" fmla="*/ 244 h 470"/>
                <a:gd name="T32" fmla="*/ 11 w 349"/>
                <a:gd name="T33" fmla="*/ 225 h 470"/>
                <a:gd name="T34" fmla="*/ 35 w 349"/>
                <a:gd name="T35" fmla="*/ 235 h 470"/>
                <a:gd name="T36" fmla="*/ 33 w 349"/>
                <a:gd name="T37" fmla="*/ 148 h 470"/>
                <a:gd name="T38" fmla="*/ 45 w 349"/>
                <a:gd name="T39" fmla="*/ 47 h 470"/>
                <a:gd name="T40" fmla="*/ 136 w 349"/>
                <a:gd name="T41" fmla="*/ 0 h 470"/>
                <a:gd name="T42" fmla="*/ 215 w 349"/>
                <a:gd name="T43" fmla="*/ 0 h 470"/>
                <a:gd name="T44" fmla="*/ 303 w 349"/>
                <a:gd name="T45" fmla="*/ 46 h 470"/>
                <a:gd name="T46" fmla="*/ 316 w 349"/>
                <a:gd name="T47" fmla="*/ 151 h 470"/>
                <a:gd name="T48" fmla="*/ 314 w 349"/>
                <a:gd name="T49" fmla="*/ 235 h 470"/>
                <a:gd name="T50" fmla="*/ 338 w 349"/>
                <a:gd name="T51" fmla="*/ 225 h 470"/>
                <a:gd name="T52" fmla="*/ 346 w 349"/>
                <a:gd name="T53" fmla="*/ 244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9" h="470">
                  <a:moveTo>
                    <a:pt x="346" y="244"/>
                  </a:moveTo>
                  <a:cubicBezTo>
                    <a:pt x="322" y="307"/>
                    <a:pt x="322" y="307"/>
                    <a:pt x="322" y="307"/>
                  </a:cubicBezTo>
                  <a:cubicBezTo>
                    <a:pt x="319" y="314"/>
                    <a:pt x="314" y="316"/>
                    <a:pt x="308" y="316"/>
                  </a:cubicBezTo>
                  <a:cubicBezTo>
                    <a:pt x="295" y="316"/>
                    <a:pt x="295" y="316"/>
                    <a:pt x="295" y="316"/>
                  </a:cubicBezTo>
                  <a:cubicBezTo>
                    <a:pt x="282" y="371"/>
                    <a:pt x="282" y="371"/>
                    <a:pt x="282" y="371"/>
                  </a:cubicBezTo>
                  <a:cubicBezTo>
                    <a:pt x="267" y="380"/>
                    <a:pt x="267" y="380"/>
                    <a:pt x="267" y="380"/>
                  </a:cubicBezTo>
                  <a:cubicBezTo>
                    <a:pt x="267" y="413"/>
                    <a:pt x="270" y="454"/>
                    <a:pt x="270" y="454"/>
                  </a:cubicBezTo>
                  <a:cubicBezTo>
                    <a:pt x="205" y="470"/>
                    <a:pt x="205" y="470"/>
                    <a:pt x="205" y="470"/>
                  </a:cubicBezTo>
                  <a:cubicBezTo>
                    <a:pt x="142" y="470"/>
                    <a:pt x="142" y="470"/>
                    <a:pt x="142" y="470"/>
                  </a:cubicBezTo>
                  <a:cubicBezTo>
                    <a:pt x="80" y="451"/>
                    <a:pt x="80" y="451"/>
                    <a:pt x="80" y="451"/>
                  </a:cubicBezTo>
                  <a:cubicBezTo>
                    <a:pt x="82" y="380"/>
                    <a:pt x="82" y="380"/>
                    <a:pt x="82" y="380"/>
                  </a:cubicBezTo>
                  <a:cubicBezTo>
                    <a:pt x="66" y="371"/>
                    <a:pt x="66" y="371"/>
                    <a:pt x="66" y="371"/>
                  </a:cubicBezTo>
                  <a:cubicBezTo>
                    <a:pt x="53" y="316"/>
                    <a:pt x="53" y="316"/>
                    <a:pt x="53" y="316"/>
                  </a:cubicBezTo>
                  <a:cubicBezTo>
                    <a:pt x="41" y="316"/>
                    <a:pt x="41" y="316"/>
                    <a:pt x="41" y="316"/>
                  </a:cubicBezTo>
                  <a:cubicBezTo>
                    <a:pt x="35" y="316"/>
                    <a:pt x="29" y="314"/>
                    <a:pt x="26" y="307"/>
                  </a:cubicBezTo>
                  <a:cubicBezTo>
                    <a:pt x="2" y="244"/>
                    <a:pt x="2" y="244"/>
                    <a:pt x="2" y="244"/>
                  </a:cubicBezTo>
                  <a:cubicBezTo>
                    <a:pt x="0" y="237"/>
                    <a:pt x="4" y="229"/>
                    <a:pt x="11" y="225"/>
                  </a:cubicBezTo>
                  <a:cubicBezTo>
                    <a:pt x="26" y="216"/>
                    <a:pt x="35" y="235"/>
                    <a:pt x="35" y="235"/>
                  </a:cubicBezTo>
                  <a:cubicBezTo>
                    <a:pt x="33" y="148"/>
                    <a:pt x="33" y="148"/>
                    <a:pt x="33" y="148"/>
                  </a:cubicBezTo>
                  <a:cubicBezTo>
                    <a:pt x="45" y="47"/>
                    <a:pt x="45" y="47"/>
                    <a:pt x="45" y="47"/>
                  </a:cubicBezTo>
                  <a:cubicBezTo>
                    <a:pt x="136" y="0"/>
                    <a:pt x="136" y="0"/>
                    <a:pt x="136" y="0"/>
                  </a:cubicBezTo>
                  <a:cubicBezTo>
                    <a:pt x="215" y="0"/>
                    <a:pt x="215" y="0"/>
                    <a:pt x="215" y="0"/>
                  </a:cubicBezTo>
                  <a:cubicBezTo>
                    <a:pt x="303" y="46"/>
                    <a:pt x="303" y="46"/>
                    <a:pt x="303" y="46"/>
                  </a:cubicBezTo>
                  <a:cubicBezTo>
                    <a:pt x="316" y="151"/>
                    <a:pt x="316" y="151"/>
                    <a:pt x="316" y="151"/>
                  </a:cubicBezTo>
                  <a:cubicBezTo>
                    <a:pt x="314" y="235"/>
                    <a:pt x="314" y="235"/>
                    <a:pt x="314" y="235"/>
                  </a:cubicBezTo>
                  <a:cubicBezTo>
                    <a:pt x="315" y="226"/>
                    <a:pt x="329" y="221"/>
                    <a:pt x="338" y="225"/>
                  </a:cubicBezTo>
                  <a:cubicBezTo>
                    <a:pt x="346" y="228"/>
                    <a:pt x="349" y="237"/>
                    <a:pt x="346" y="244"/>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5" name="Freeform 2081">
              <a:extLst>
                <a:ext uri="{FF2B5EF4-FFF2-40B4-BE49-F238E27FC236}">
                  <a16:creationId xmlns:a16="http://schemas.microsoft.com/office/drawing/2014/main" id="{91DFF374-9BFC-47F5-B3A7-BECEC748E0E2}"/>
                </a:ext>
              </a:extLst>
            </p:cNvPr>
            <p:cNvSpPr>
              <a:spLocks/>
            </p:cNvSpPr>
            <p:nvPr/>
          </p:nvSpPr>
          <p:spPr bwMode="gray">
            <a:xfrm>
              <a:off x="4923995" y="5305042"/>
              <a:ext cx="104800" cy="182962"/>
            </a:xfrm>
            <a:custGeom>
              <a:avLst/>
              <a:gdLst>
                <a:gd name="T0" fmla="*/ 173 w 3057"/>
                <a:gd name="T1" fmla="*/ 4154 h 5337"/>
                <a:gd name="T2" fmla="*/ 0 w 3057"/>
                <a:gd name="T3" fmla="*/ 0 h 5337"/>
                <a:gd name="T4" fmla="*/ 3057 w 3057"/>
                <a:gd name="T5" fmla="*/ 0 h 5337"/>
                <a:gd name="T6" fmla="*/ 3057 w 3057"/>
                <a:gd name="T7" fmla="*/ 5337 h 5337"/>
                <a:gd name="T8" fmla="*/ 894 w 3057"/>
                <a:gd name="T9" fmla="*/ 5337 h 5337"/>
                <a:gd name="T10" fmla="*/ 173 w 3057"/>
                <a:gd name="T11" fmla="*/ 4154 h 5337"/>
              </a:gdLst>
              <a:ahLst/>
              <a:cxnLst>
                <a:cxn ang="0">
                  <a:pos x="T0" y="T1"/>
                </a:cxn>
                <a:cxn ang="0">
                  <a:pos x="T2" y="T3"/>
                </a:cxn>
                <a:cxn ang="0">
                  <a:pos x="T4" y="T5"/>
                </a:cxn>
                <a:cxn ang="0">
                  <a:pos x="T6" y="T7"/>
                </a:cxn>
                <a:cxn ang="0">
                  <a:pos x="T8" y="T9"/>
                </a:cxn>
                <a:cxn ang="0">
                  <a:pos x="T10" y="T11"/>
                </a:cxn>
              </a:cxnLst>
              <a:rect l="0" t="0" r="r" b="b"/>
              <a:pathLst>
                <a:path w="3057" h="5337">
                  <a:moveTo>
                    <a:pt x="173" y="4154"/>
                  </a:moveTo>
                  <a:lnTo>
                    <a:pt x="0" y="0"/>
                  </a:lnTo>
                  <a:lnTo>
                    <a:pt x="3057" y="0"/>
                  </a:lnTo>
                  <a:lnTo>
                    <a:pt x="3057" y="5337"/>
                  </a:lnTo>
                  <a:lnTo>
                    <a:pt x="894" y="5337"/>
                  </a:lnTo>
                  <a:lnTo>
                    <a:pt x="173" y="4154"/>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6" name="Freeform 2082">
              <a:extLst>
                <a:ext uri="{FF2B5EF4-FFF2-40B4-BE49-F238E27FC236}">
                  <a16:creationId xmlns:a16="http://schemas.microsoft.com/office/drawing/2014/main" id="{1C4DE37F-32C7-46E0-B76F-07C51F4497B3}"/>
                </a:ext>
              </a:extLst>
            </p:cNvPr>
            <p:cNvSpPr>
              <a:spLocks/>
            </p:cNvSpPr>
            <p:nvPr/>
          </p:nvSpPr>
          <p:spPr bwMode="gray">
            <a:xfrm>
              <a:off x="5463865" y="5305042"/>
              <a:ext cx="108776" cy="182962"/>
            </a:xfrm>
            <a:custGeom>
              <a:avLst/>
              <a:gdLst>
                <a:gd name="T0" fmla="*/ 3000 w 3173"/>
                <a:gd name="T1" fmla="*/ 4154 h 5337"/>
                <a:gd name="T2" fmla="*/ 3173 w 3173"/>
                <a:gd name="T3" fmla="*/ 0 h 5337"/>
                <a:gd name="T4" fmla="*/ 0 w 3173"/>
                <a:gd name="T5" fmla="*/ 0 h 5337"/>
                <a:gd name="T6" fmla="*/ 0 w 3173"/>
                <a:gd name="T7" fmla="*/ 5337 h 5337"/>
                <a:gd name="T8" fmla="*/ 1991 w 3173"/>
                <a:gd name="T9" fmla="*/ 5337 h 5337"/>
                <a:gd name="T10" fmla="*/ 3000 w 3173"/>
                <a:gd name="T11" fmla="*/ 4154 h 5337"/>
              </a:gdLst>
              <a:ahLst/>
              <a:cxnLst>
                <a:cxn ang="0">
                  <a:pos x="T0" y="T1"/>
                </a:cxn>
                <a:cxn ang="0">
                  <a:pos x="T2" y="T3"/>
                </a:cxn>
                <a:cxn ang="0">
                  <a:pos x="T4" y="T5"/>
                </a:cxn>
                <a:cxn ang="0">
                  <a:pos x="T6" y="T7"/>
                </a:cxn>
                <a:cxn ang="0">
                  <a:pos x="T8" y="T9"/>
                </a:cxn>
                <a:cxn ang="0">
                  <a:pos x="T10" y="T11"/>
                </a:cxn>
              </a:cxnLst>
              <a:rect l="0" t="0" r="r" b="b"/>
              <a:pathLst>
                <a:path w="3173" h="5337">
                  <a:moveTo>
                    <a:pt x="3000" y="4154"/>
                  </a:moveTo>
                  <a:lnTo>
                    <a:pt x="3173" y="0"/>
                  </a:lnTo>
                  <a:lnTo>
                    <a:pt x="0" y="0"/>
                  </a:lnTo>
                  <a:lnTo>
                    <a:pt x="0" y="5337"/>
                  </a:lnTo>
                  <a:lnTo>
                    <a:pt x="1991" y="5337"/>
                  </a:lnTo>
                  <a:lnTo>
                    <a:pt x="3000" y="4154"/>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7" name="Freeform 2083">
              <a:extLst>
                <a:ext uri="{FF2B5EF4-FFF2-40B4-BE49-F238E27FC236}">
                  <a16:creationId xmlns:a16="http://schemas.microsoft.com/office/drawing/2014/main" id="{3117BAC9-C436-435C-AE3B-D0F66B408423}"/>
                </a:ext>
              </a:extLst>
            </p:cNvPr>
            <p:cNvSpPr>
              <a:spLocks/>
            </p:cNvSpPr>
            <p:nvPr/>
          </p:nvSpPr>
          <p:spPr bwMode="gray">
            <a:xfrm>
              <a:off x="4920053" y="4940146"/>
              <a:ext cx="657525" cy="732808"/>
            </a:xfrm>
            <a:custGeom>
              <a:avLst/>
              <a:gdLst>
                <a:gd name="T0" fmla="*/ 15863 w 19180"/>
                <a:gd name="T1" fmla="*/ 11019 h 21376"/>
                <a:gd name="T2" fmla="*/ 15950 w 19180"/>
                <a:gd name="T3" fmla="*/ 21376 h 21376"/>
                <a:gd name="T4" fmla="*/ 3086 w 19180"/>
                <a:gd name="T5" fmla="*/ 21376 h 21376"/>
                <a:gd name="T6" fmla="*/ 3144 w 19180"/>
                <a:gd name="T7" fmla="*/ 11019 h 21376"/>
                <a:gd name="T8" fmla="*/ 0 w 19180"/>
                <a:gd name="T9" fmla="*/ 11019 h 21376"/>
                <a:gd name="T10" fmla="*/ 202 w 19180"/>
                <a:gd name="T11" fmla="*/ 4875 h 21376"/>
                <a:gd name="T12" fmla="*/ 1730 w 19180"/>
                <a:gd name="T13" fmla="*/ 2394 h 21376"/>
                <a:gd name="T14" fmla="*/ 6807 w 19180"/>
                <a:gd name="T15" fmla="*/ 0 h 21376"/>
                <a:gd name="T16" fmla="*/ 12460 w 19180"/>
                <a:gd name="T17" fmla="*/ 0 h 21376"/>
                <a:gd name="T18" fmla="*/ 17450 w 19180"/>
                <a:gd name="T19" fmla="*/ 2394 h 21376"/>
                <a:gd name="T20" fmla="*/ 19036 w 19180"/>
                <a:gd name="T21" fmla="*/ 4933 h 21376"/>
                <a:gd name="T22" fmla="*/ 19180 w 19180"/>
                <a:gd name="T23" fmla="*/ 11019 h 21376"/>
                <a:gd name="T24" fmla="*/ 15863 w 19180"/>
                <a:gd name="T25" fmla="*/ 11019 h 21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180" h="21376">
                  <a:moveTo>
                    <a:pt x="15863" y="11019"/>
                  </a:moveTo>
                  <a:lnTo>
                    <a:pt x="15950" y="21376"/>
                  </a:lnTo>
                  <a:lnTo>
                    <a:pt x="3086" y="21376"/>
                  </a:lnTo>
                  <a:lnTo>
                    <a:pt x="3144" y="11019"/>
                  </a:lnTo>
                  <a:lnTo>
                    <a:pt x="0" y="11019"/>
                  </a:lnTo>
                  <a:lnTo>
                    <a:pt x="202" y="4875"/>
                  </a:lnTo>
                  <a:lnTo>
                    <a:pt x="1730" y="2394"/>
                  </a:lnTo>
                  <a:lnTo>
                    <a:pt x="6807" y="0"/>
                  </a:lnTo>
                  <a:lnTo>
                    <a:pt x="12460" y="0"/>
                  </a:lnTo>
                  <a:lnTo>
                    <a:pt x="17450" y="2394"/>
                  </a:lnTo>
                  <a:lnTo>
                    <a:pt x="19036" y="4933"/>
                  </a:lnTo>
                  <a:lnTo>
                    <a:pt x="19180" y="11019"/>
                  </a:lnTo>
                  <a:lnTo>
                    <a:pt x="15863" y="11019"/>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8" name="Freeform 2084">
              <a:extLst>
                <a:ext uri="{FF2B5EF4-FFF2-40B4-BE49-F238E27FC236}">
                  <a16:creationId xmlns:a16="http://schemas.microsoft.com/office/drawing/2014/main" id="{0DCC3626-4113-4FEC-B11D-B9E0927B1CE8}"/>
                </a:ext>
              </a:extLst>
            </p:cNvPr>
            <p:cNvSpPr>
              <a:spLocks/>
            </p:cNvSpPr>
            <p:nvPr/>
          </p:nvSpPr>
          <p:spPr bwMode="gray">
            <a:xfrm>
              <a:off x="4950701" y="5453380"/>
              <a:ext cx="34590" cy="963250"/>
            </a:xfrm>
            <a:custGeom>
              <a:avLst/>
              <a:gdLst>
                <a:gd name="T0" fmla="*/ 0 w 1009"/>
                <a:gd name="T1" fmla="*/ 0 h 28098"/>
                <a:gd name="T2" fmla="*/ 1009 w 1009"/>
                <a:gd name="T3" fmla="*/ 0 h 28098"/>
                <a:gd name="T4" fmla="*/ 1009 w 1009"/>
                <a:gd name="T5" fmla="*/ 28098 h 28098"/>
                <a:gd name="T6" fmla="*/ 0 w 1009"/>
                <a:gd name="T7" fmla="*/ 28098 h 28098"/>
                <a:gd name="T8" fmla="*/ 0 w 1009"/>
                <a:gd name="T9" fmla="*/ 0 h 28098"/>
                <a:gd name="T10" fmla="*/ 0 w 1009"/>
                <a:gd name="T11" fmla="*/ 0 h 28098"/>
              </a:gdLst>
              <a:ahLst/>
              <a:cxnLst>
                <a:cxn ang="0">
                  <a:pos x="T0" y="T1"/>
                </a:cxn>
                <a:cxn ang="0">
                  <a:pos x="T2" y="T3"/>
                </a:cxn>
                <a:cxn ang="0">
                  <a:pos x="T4" y="T5"/>
                </a:cxn>
                <a:cxn ang="0">
                  <a:pos x="T6" y="T7"/>
                </a:cxn>
                <a:cxn ang="0">
                  <a:pos x="T8" y="T9"/>
                </a:cxn>
                <a:cxn ang="0">
                  <a:pos x="T10" y="T11"/>
                </a:cxn>
              </a:cxnLst>
              <a:rect l="0" t="0" r="r" b="b"/>
              <a:pathLst>
                <a:path w="1009" h="28098">
                  <a:moveTo>
                    <a:pt x="0" y="0"/>
                  </a:moveTo>
                  <a:lnTo>
                    <a:pt x="1009" y="0"/>
                  </a:lnTo>
                  <a:lnTo>
                    <a:pt x="1009" y="28098"/>
                  </a:lnTo>
                  <a:lnTo>
                    <a:pt x="0" y="28098"/>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9" name="Freeform 2085">
              <a:extLst>
                <a:ext uri="{FF2B5EF4-FFF2-40B4-BE49-F238E27FC236}">
                  <a16:creationId xmlns:a16="http://schemas.microsoft.com/office/drawing/2014/main" id="{AE6A4F61-ACCA-4736-8DCD-AE27E3A3706B}"/>
                </a:ext>
              </a:extLst>
            </p:cNvPr>
            <p:cNvSpPr>
              <a:spLocks/>
            </p:cNvSpPr>
            <p:nvPr/>
          </p:nvSpPr>
          <p:spPr bwMode="gray">
            <a:xfrm>
              <a:off x="5498490" y="5453380"/>
              <a:ext cx="33631" cy="963250"/>
            </a:xfrm>
            <a:custGeom>
              <a:avLst/>
              <a:gdLst>
                <a:gd name="T0" fmla="*/ 0 w 981"/>
                <a:gd name="T1" fmla="*/ 0 h 28098"/>
                <a:gd name="T2" fmla="*/ 981 w 981"/>
                <a:gd name="T3" fmla="*/ 0 h 28098"/>
                <a:gd name="T4" fmla="*/ 981 w 981"/>
                <a:gd name="T5" fmla="*/ 28098 h 28098"/>
                <a:gd name="T6" fmla="*/ 0 w 981"/>
                <a:gd name="T7" fmla="*/ 28098 h 28098"/>
                <a:gd name="T8" fmla="*/ 0 w 981"/>
                <a:gd name="T9" fmla="*/ 0 h 28098"/>
                <a:gd name="T10" fmla="*/ 0 w 981"/>
                <a:gd name="T11" fmla="*/ 0 h 28098"/>
              </a:gdLst>
              <a:ahLst/>
              <a:cxnLst>
                <a:cxn ang="0">
                  <a:pos x="T0" y="T1"/>
                </a:cxn>
                <a:cxn ang="0">
                  <a:pos x="T2" y="T3"/>
                </a:cxn>
                <a:cxn ang="0">
                  <a:pos x="T4" y="T5"/>
                </a:cxn>
                <a:cxn ang="0">
                  <a:pos x="T6" y="T7"/>
                </a:cxn>
                <a:cxn ang="0">
                  <a:pos x="T8" y="T9"/>
                </a:cxn>
                <a:cxn ang="0">
                  <a:pos x="T10" y="T11"/>
                </a:cxn>
              </a:cxnLst>
              <a:rect l="0" t="0" r="r" b="b"/>
              <a:pathLst>
                <a:path w="981" h="28098">
                  <a:moveTo>
                    <a:pt x="0" y="0"/>
                  </a:moveTo>
                  <a:lnTo>
                    <a:pt x="981" y="0"/>
                  </a:lnTo>
                  <a:lnTo>
                    <a:pt x="981" y="28098"/>
                  </a:lnTo>
                  <a:lnTo>
                    <a:pt x="0" y="28098"/>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0" name="Freeform 2086">
              <a:extLst>
                <a:ext uri="{FF2B5EF4-FFF2-40B4-BE49-F238E27FC236}">
                  <a16:creationId xmlns:a16="http://schemas.microsoft.com/office/drawing/2014/main" id="{FADD5A9E-7C62-46D5-8A7B-ABE0BAF4D5C4}"/>
                </a:ext>
              </a:extLst>
            </p:cNvPr>
            <p:cNvSpPr>
              <a:spLocks/>
            </p:cNvSpPr>
            <p:nvPr/>
          </p:nvSpPr>
          <p:spPr bwMode="gray">
            <a:xfrm>
              <a:off x="4950701" y="5225955"/>
              <a:ext cx="581420" cy="227426"/>
            </a:xfrm>
            <a:custGeom>
              <a:avLst/>
              <a:gdLst>
                <a:gd name="T0" fmla="*/ 440 w 588"/>
                <a:gd name="T1" fmla="*/ 0 h 230"/>
                <a:gd name="T2" fmla="*/ 148 w 588"/>
                <a:gd name="T3" fmla="*/ 0 h 230"/>
                <a:gd name="T4" fmla="*/ 0 w 588"/>
                <a:gd name="T5" fmla="*/ 131 h 230"/>
                <a:gd name="T6" fmla="*/ 0 w 588"/>
                <a:gd name="T7" fmla="*/ 230 h 230"/>
                <a:gd name="T8" fmla="*/ 588 w 588"/>
                <a:gd name="T9" fmla="*/ 230 h 230"/>
                <a:gd name="T10" fmla="*/ 588 w 588"/>
                <a:gd name="T11" fmla="*/ 131 h 230"/>
                <a:gd name="T12" fmla="*/ 440 w 588"/>
                <a:gd name="T13" fmla="*/ 0 h 230"/>
              </a:gdLst>
              <a:ahLst/>
              <a:cxnLst>
                <a:cxn ang="0">
                  <a:pos x="T0" y="T1"/>
                </a:cxn>
                <a:cxn ang="0">
                  <a:pos x="T2" y="T3"/>
                </a:cxn>
                <a:cxn ang="0">
                  <a:pos x="T4" y="T5"/>
                </a:cxn>
                <a:cxn ang="0">
                  <a:pos x="T6" y="T7"/>
                </a:cxn>
                <a:cxn ang="0">
                  <a:pos x="T8" y="T9"/>
                </a:cxn>
                <a:cxn ang="0">
                  <a:pos x="T10" y="T11"/>
                </a:cxn>
                <a:cxn ang="0">
                  <a:pos x="T12" y="T13"/>
                </a:cxn>
              </a:cxnLst>
              <a:rect l="0" t="0" r="r" b="b"/>
              <a:pathLst>
                <a:path w="588" h="230">
                  <a:moveTo>
                    <a:pt x="440" y="0"/>
                  </a:moveTo>
                  <a:cubicBezTo>
                    <a:pt x="148" y="0"/>
                    <a:pt x="148" y="0"/>
                    <a:pt x="148" y="0"/>
                  </a:cubicBezTo>
                  <a:cubicBezTo>
                    <a:pt x="66" y="0"/>
                    <a:pt x="0" y="58"/>
                    <a:pt x="0" y="131"/>
                  </a:cubicBezTo>
                  <a:cubicBezTo>
                    <a:pt x="0" y="230"/>
                    <a:pt x="0" y="230"/>
                    <a:pt x="0" y="230"/>
                  </a:cubicBezTo>
                  <a:cubicBezTo>
                    <a:pt x="588" y="230"/>
                    <a:pt x="588" y="230"/>
                    <a:pt x="588" y="230"/>
                  </a:cubicBezTo>
                  <a:cubicBezTo>
                    <a:pt x="588" y="131"/>
                    <a:pt x="588" y="131"/>
                    <a:pt x="588" y="131"/>
                  </a:cubicBezTo>
                  <a:cubicBezTo>
                    <a:pt x="588" y="58"/>
                    <a:pt x="522" y="0"/>
                    <a:pt x="440"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1" name="Freeform 2087">
              <a:extLst>
                <a:ext uri="{FF2B5EF4-FFF2-40B4-BE49-F238E27FC236}">
                  <a16:creationId xmlns:a16="http://schemas.microsoft.com/office/drawing/2014/main" id="{78CF45E6-888E-4B60-8180-BCBD49C5E54C}"/>
                </a:ext>
              </a:extLst>
            </p:cNvPr>
            <p:cNvSpPr>
              <a:spLocks/>
            </p:cNvSpPr>
            <p:nvPr/>
          </p:nvSpPr>
          <p:spPr bwMode="gray">
            <a:xfrm>
              <a:off x="5104934" y="4503019"/>
              <a:ext cx="295646" cy="400515"/>
            </a:xfrm>
            <a:custGeom>
              <a:avLst/>
              <a:gdLst>
                <a:gd name="T0" fmla="*/ 8249 w 8624"/>
                <a:gd name="T1" fmla="*/ 1356 h 11683"/>
                <a:gd name="T2" fmla="*/ 5423 w 8624"/>
                <a:gd name="T3" fmla="*/ 0 h 11683"/>
                <a:gd name="T4" fmla="*/ 3115 w 8624"/>
                <a:gd name="T5" fmla="*/ 0 h 11683"/>
                <a:gd name="T6" fmla="*/ 346 w 8624"/>
                <a:gd name="T7" fmla="*/ 1356 h 11683"/>
                <a:gd name="T8" fmla="*/ 0 w 8624"/>
                <a:gd name="T9" fmla="*/ 4443 h 11683"/>
                <a:gd name="T10" fmla="*/ 260 w 8624"/>
                <a:gd name="T11" fmla="*/ 7010 h 11683"/>
                <a:gd name="T12" fmla="*/ 375 w 8624"/>
                <a:gd name="T13" fmla="*/ 7674 h 11683"/>
                <a:gd name="T14" fmla="*/ 1183 w 8624"/>
                <a:gd name="T15" fmla="*/ 10904 h 11683"/>
                <a:gd name="T16" fmla="*/ 1731 w 8624"/>
                <a:gd name="T17" fmla="*/ 11222 h 11683"/>
                <a:gd name="T18" fmla="*/ 3029 w 8624"/>
                <a:gd name="T19" fmla="*/ 11683 h 11683"/>
                <a:gd name="T20" fmla="*/ 5625 w 8624"/>
                <a:gd name="T21" fmla="*/ 11683 h 11683"/>
                <a:gd name="T22" fmla="*/ 6952 w 8624"/>
                <a:gd name="T23" fmla="*/ 11193 h 11683"/>
                <a:gd name="T24" fmla="*/ 7442 w 8624"/>
                <a:gd name="T25" fmla="*/ 10904 h 11683"/>
                <a:gd name="T26" fmla="*/ 7817 w 8624"/>
                <a:gd name="T27" fmla="*/ 9347 h 11683"/>
                <a:gd name="T28" fmla="*/ 8221 w 8624"/>
                <a:gd name="T29" fmla="*/ 7674 h 11683"/>
                <a:gd name="T30" fmla="*/ 8336 w 8624"/>
                <a:gd name="T31" fmla="*/ 7010 h 11683"/>
                <a:gd name="T32" fmla="*/ 8624 w 8624"/>
                <a:gd name="T33" fmla="*/ 4443 h 11683"/>
                <a:gd name="T34" fmla="*/ 8249 w 8624"/>
                <a:gd name="T35" fmla="*/ 1356 h 11683"/>
                <a:gd name="T36" fmla="*/ 8249 w 8624"/>
                <a:gd name="T37" fmla="*/ 1356 h 11683"/>
                <a:gd name="T38" fmla="*/ 8249 w 8624"/>
                <a:gd name="T39" fmla="*/ 1356 h 11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24" h="11683">
                  <a:moveTo>
                    <a:pt x="8249" y="1356"/>
                  </a:moveTo>
                  <a:lnTo>
                    <a:pt x="5423" y="0"/>
                  </a:lnTo>
                  <a:lnTo>
                    <a:pt x="3115" y="0"/>
                  </a:lnTo>
                  <a:lnTo>
                    <a:pt x="346" y="1356"/>
                  </a:lnTo>
                  <a:lnTo>
                    <a:pt x="0" y="4443"/>
                  </a:lnTo>
                  <a:lnTo>
                    <a:pt x="260" y="7010"/>
                  </a:lnTo>
                  <a:lnTo>
                    <a:pt x="375" y="7674"/>
                  </a:lnTo>
                  <a:lnTo>
                    <a:pt x="1183" y="10904"/>
                  </a:lnTo>
                  <a:lnTo>
                    <a:pt x="1731" y="11222"/>
                  </a:lnTo>
                  <a:lnTo>
                    <a:pt x="3029" y="11683"/>
                  </a:lnTo>
                  <a:lnTo>
                    <a:pt x="5625" y="11683"/>
                  </a:lnTo>
                  <a:lnTo>
                    <a:pt x="6952" y="11193"/>
                  </a:lnTo>
                  <a:lnTo>
                    <a:pt x="7442" y="10904"/>
                  </a:lnTo>
                  <a:lnTo>
                    <a:pt x="7817" y="9347"/>
                  </a:lnTo>
                  <a:lnTo>
                    <a:pt x="8221" y="7674"/>
                  </a:lnTo>
                  <a:lnTo>
                    <a:pt x="8336" y="7010"/>
                  </a:lnTo>
                  <a:lnTo>
                    <a:pt x="8624" y="4443"/>
                  </a:lnTo>
                  <a:lnTo>
                    <a:pt x="8249" y="1356"/>
                  </a:lnTo>
                  <a:lnTo>
                    <a:pt x="8249" y="1356"/>
                  </a:lnTo>
                  <a:lnTo>
                    <a:pt x="8249" y="1356"/>
                  </a:lnTo>
                  <a:close/>
                </a:path>
              </a:pathLst>
            </a:custGeom>
            <a:solidFill>
              <a:srgbClr val="827F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2" name="Freeform 2088">
              <a:extLst>
                <a:ext uri="{FF2B5EF4-FFF2-40B4-BE49-F238E27FC236}">
                  <a16:creationId xmlns:a16="http://schemas.microsoft.com/office/drawing/2014/main" id="{5CFE6628-9EE1-4718-A07C-92C20DF63898}"/>
                </a:ext>
              </a:extLst>
            </p:cNvPr>
            <p:cNvSpPr>
              <a:spLocks/>
            </p:cNvSpPr>
            <p:nvPr/>
          </p:nvSpPr>
          <p:spPr bwMode="gray">
            <a:xfrm>
              <a:off x="7327732" y="5305042"/>
              <a:ext cx="105794" cy="182962"/>
            </a:xfrm>
            <a:custGeom>
              <a:avLst/>
              <a:gdLst>
                <a:gd name="T0" fmla="*/ 202 w 3086"/>
                <a:gd name="T1" fmla="*/ 4154 h 5337"/>
                <a:gd name="T2" fmla="*/ 0 w 3086"/>
                <a:gd name="T3" fmla="*/ 0 h 5337"/>
                <a:gd name="T4" fmla="*/ 3058 w 3086"/>
                <a:gd name="T5" fmla="*/ 0 h 5337"/>
                <a:gd name="T6" fmla="*/ 3086 w 3086"/>
                <a:gd name="T7" fmla="*/ 5337 h 5337"/>
                <a:gd name="T8" fmla="*/ 923 w 3086"/>
                <a:gd name="T9" fmla="*/ 5337 h 5337"/>
                <a:gd name="T10" fmla="*/ 202 w 3086"/>
                <a:gd name="T11" fmla="*/ 4154 h 5337"/>
              </a:gdLst>
              <a:ahLst/>
              <a:cxnLst>
                <a:cxn ang="0">
                  <a:pos x="T0" y="T1"/>
                </a:cxn>
                <a:cxn ang="0">
                  <a:pos x="T2" y="T3"/>
                </a:cxn>
                <a:cxn ang="0">
                  <a:pos x="T4" y="T5"/>
                </a:cxn>
                <a:cxn ang="0">
                  <a:pos x="T6" y="T7"/>
                </a:cxn>
                <a:cxn ang="0">
                  <a:pos x="T8" y="T9"/>
                </a:cxn>
                <a:cxn ang="0">
                  <a:pos x="T10" y="T11"/>
                </a:cxn>
              </a:cxnLst>
              <a:rect l="0" t="0" r="r" b="b"/>
              <a:pathLst>
                <a:path w="3086" h="5337">
                  <a:moveTo>
                    <a:pt x="202" y="4154"/>
                  </a:moveTo>
                  <a:lnTo>
                    <a:pt x="0" y="0"/>
                  </a:lnTo>
                  <a:lnTo>
                    <a:pt x="3058" y="0"/>
                  </a:lnTo>
                  <a:lnTo>
                    <a:pt x="3086" y="5337"/>
                  </a:lnTo>
                  <a:lnTo>
                    <a:pt x="923" y="5337"/>
                  </a:lnTo>
                  <a:lnTo>
                    <a:pt x="202" y="4154"/>
                  </a:lnTo>
                  <a:close/>
                </a:path>
              </a:pathLst>
            </a:custGeom>
            <a:solidFill>
              <a:srgbClr val="B9B9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3" name="Freeform 2089">
              <a:extLst>
                <a:ext uri="{FF2B5EF4-FFF2-40B4-BE49-F238E27FC236}">
                  <a16:creationId xmlns:a16="http://schemas.microsoft.com/office/drawing/2014/main" id="{4B5363D9-DCA5-4267-8F62-F0628F77A9BA}"/>
                </a:ext>
              </a:extLst>
            </p:cNvPr>
            <p:cNvSpPr>
              <a:spLocks/>
            </p:cNvSpPr>
            <p:nvPr/>
          </p:nvSpPr>
          <p:spPr bwMode="gray">
            <a:xfrm>
              <a:off x="7354438" y="5453380"/>
              <a:ext cx="35584" cy="963250"/>
            </a:xfrm>
            <a:custGeom>
              <a:avLst/>
              <a:gdLst>
                <a:gd name="T0" fmla="*/ 0 w 1038"/>
                <a:gd name="T1" fmla="*/ 0 h 28098"/>
                <a:gd name="T2" fmla="*/ 1038 w 1038"/>
                <a:gd name="T3" fmla="*/ 0 h 28098"/>
                <a:gd name="T4" fmla="*/ 1038 w 1038"/>
                <a:gd name="T5" fmla="*/ 28098 h 28098"/>
                <a:gd name="T6" fmla="*/ 0 w 1038"/>
                <a:gd name="T7" fmla="*/ 28098 h 28098"/>
                <a:gd name="T8" fmla="*/ 0 w 1038"/>
                <a:gd name="T9" fmla="*/ 0 h 28098"/>
                <a:gd name="T10" fmla="*/ 0 w 1038"/>
                <a:gd name="T11" fmla="*/ 0 h 28098"/>
              </a:gdLst>
              <a:ahLst/>
              <a:cxnLst>
                <a:cxn ang="0">
                  <a:pos x="T0" y="T1"/>
                </a:cxn>
                <a:cxn ang="0">
                  <a:pos x="T2" y="T3"/>
                </a:cxn>
                <a:cxn ang="0">
                  <a:pos x="T4" y="T5"/>
                </a:cxn>
                <a:cxn ang="0">
                  <a:pos x="T6" y="T7"/>
                </a:cxn>
                <a:cxn ang="0">
                  <a:pos x="T8" y="T9"/>
                </a:cxn>
                <a:cxn ang="0">
                  <a:pos x="T10" y="T11"/>
                </a:cxn>
              </a:cxnLst>
              <a:rect l="0" t="0" r="r" b="b"/>
              <a:pathLst>
                <a:path w="1038" h="28098">
                  <a:moveTo>
                    <a:pt x="0" y="0"/>
                  </a:moveTo>
                  <a:lnTo>
                    <a:pt x="1038" y="0"/>
                  </a:lnTo>
                  <a:lnTo>
                    <a:pt x="1038" y="28098"/>
                  </a:lnTo>
                  <a:lnTo>
                    <a:pt x="0" y="28098"/>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4" name="Freeform 2090">
              <a:extLst>
                <a:ext uri="{FF2B5EF4-FFF2-40B4-BE49-F238E27FC236}">
                  <a16:creationId xmlns:a16="http://schemas.microsoft.com/office/drawing/2014/main" id="{B650B305-42C5-4A49-BD28-1F7DB0429254}"/>
                </a:ext>
              </a:extLst>
            </p:cNvPr>
            <p:cNvSpPr>
              <a:spLocks/>
            </p:cNvSpPr>
            <p:nvPr/>
          </p:nvSpPr>
          <p:spPr bwMode="gray">
            <a:xfrm>
              <a:off x="7502741" y="4636546"/>
              <a:ext cx="294686" cy="304594"/>
            </a:xfrm>
            <a:custGeom>
              <a:avLst/>
              <a:gdLst>
                <a:gd name="T0" fmla="*/ 1 w 298"/>
                <a:gd name="T1" fmla="*/ 140 h 308"/>
                <a:gd name="T2" fmla="*/ 159 w 298"/>
                <a:gd name="T3" fmla="*/ 308 h 308"/>
                <a:gd name="T4" fmla="*/ 298 w 298"/>
                <a:gd name="T5" fmla="*/ 168 h 308"/>
                <a:gd name="T6" fmla="*/ 298 w 298"/>
                <a:gd name="T7" fmla="*/ 0 h 308"/>
                <a:gd name="T8" fmla="*/ 0 w 298"/>
                <a:gd name="T9" fmla="*/ 0 h 308"/>
                <a:gd name="T10" fmla="*/ 1 w 298"/>
                <a:gd name="T11" fmla="*/ 140 h 308"/>
              </a:gdLst>
              <a:ahLst/>
              <a:cxnLst>
                <a:cxn ang="0">
                  <a:pos x="T0" y="T1"/>
                </a:cxn>
                <a:cxn ang="0">
                  <a:pos x="T2" y="T3"/>
                </a:cxn>
                <a:cxn ang="0">
                  <a:pos x="T4" y="T5"/>
                </a:cxn>
                <a:cxn ang="0">
                  <a:pos x="T6" y="T7"/>
                </a:cxn>
                <a:cxn ang="0">
                  <a:pos x="T8" y="T9"/>
                </a:cxn>
                <a:cxn ang="0">
                  <a:pos x="T10" y="T11"/>
                </a:cxn>
              </a:cxnLst>
              <a:rect l="0" t="0" r="r" b="b"/>
              <a:pathLst>
                <a:path w="298" h="308">
                  <a:moveTo>
                    <a:pt x="1" y="140"/>
                  </a:moveTo>
                  <a:cubicBezTo>
                    <a:pt x="1" y="217"/>
                    <a:pt x="82" y="308"/>
                    <a:pt x="159" y="308"/>
                  </a:cubicBezTo>
                  <a:cubicBezTo>
                    <a:pt x="236" y="308"/>
                    <a:pt x="298" y="245"/>
                    <a:pt x="298" y="168"/>
                  </a:cubicBezTo>
                  <a:cubicBezTo>
                    <a:pt x="298" y="0"/>
                    <a:pt x="298" y="0"/>
                    <a:pt x="298" y="0"/>
                  </a:cubicBezTo>
                  <a:cubicBezTo>
                    <a:pt x="0" y="0"/>
                    <a:pt x="0" y="0"/>
                    <a:pt x="0" y="0"/>
                  </a:cubicBezTo>
                  <a:lnTo>
                    <a:pt x="1" y="140"/>
                  </a:lnTo>
                  <a:close/>
                </a:path>
              </a:pathLst>
            </a:custGeom>
            <a:solidFill>
              <a:srgbClr val="B9B9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5" name="Freeform 2091">
              <a:extLst>
                <a:ext uri="{FF2B5EF4-FFF2-40B4-BE49-F238E27FC236}">
                  <a16:creationId xmlns:a16="http://schemas.microsoft.com/office/drawing/2014/main" id="{3972DC60-BAE8-457F-9E77-308FE1BF0B30}"/>
                </a:ext>
              </a:extLst>
            </p:cNvPr>
            <p:cNvSpPr>
              <a:spLocks/>
            </p:cNvSpPr>
            <p:nvPr/>
          </p:nvSpPr>
          <p:spPr bwMode="gray">
            <a:xfrm>
              <a:off x="7556152" y="4828387"/>
              <a:ext cx="183922" cy="187899"/>
            </a:xfrm>
            <a:custGeom>
              <a:avLst/>
              <a:gdLst>
                <a:gd name="T0" fmla="*/ 0 w 186"/>
                <a:gd name="T1" fmla="*/ 146 h 190"/>
                <a:gd name="T2" fmla="*/ 83 w 186"/>
                <a:gd name="T3" fmla="*/ 184 h 190"/>
                <a:gd name="T4" fmla="*/ 186 w 186"/>
                <a:gd name="T5" fmla="*/ 145 h 190"/>
                <a:gd name="T6" fmla="*/ 171 w 186"/>
                <a:gd name="T7" fmla="*/ 0 h 190"/>
                <a:gd name="T8" fmla="*/ 5 w 186"/>
                <a:gd name="T9" fmla="*/ 0 h 190"/>
                <a:gd name="T10" fmla="*/ 0 w 186"/>
                <a:gd name="T11" fmla="*/ 146 h 190"/>
              </a:gdLst>
              <a:ahLst/>
              <a:cxnLst>
                <a:cxn ang="0">
                  <a:pos x="T0" y="T1"/>
                </a:cxn>
                <a:cxn ang="0">
                  <a:pos x="T2" y="T3"/>
                </a:cxn>
                <a:cxn ang="0">
                  <a:pos x="T4" y="T5"/>
                </a:cxn>
                <a:cxn ang="0">
                  <a:pos x="T6" y="T7"/>
                </a:cxn>
                <a:cxn ang="0">
                  <a:pos x="T8" y="T9"/>
                </a:cxn>
                <a:cxn ang="0">
                  <a:pos x="T10" y="T11"/>
                </a:cxn>
              </a:cxnLst>
              <a:rect l="0" t="0" r="r" b="b"/>
              <a:pathLst>
                <a:path w="186" h="190">
                  <a:moveTo>
                    <a:pt x="0" y="146"/>
                  </a:moveTo>
                  <a:cubicBezTo>
                    <a:pt x="14" y="172"/>
                    <a:pt x="80" y="184"/>
                    <a:pt x="83" y="184"/>
                  </a:cubicBezTo>
                  <a:cubicBezTo>
                    <a:pt x="135" y="190"/>
                    <a:pt x="186" y="145"/>
                    <a:pt x="186" y="145"/>
                  </a:cubicBezTo>
                  <a:cubicBezTo>
                    <a:pt x="171" y="0"/>
                    <a:pt x="171" y="0"/>
                    <a:pt x="171" y="0"/>
                  </a:cubicBezTo>
                  <a:cubicBezTo>
                    <a:pt x="5" y="0"/>
                    <a:pt x="5" y="0"/>
                    <a:pt x="5" y="0"/>
                  </a:cubicBezTo>
                  <a:lnTo>
                    <a:pt x="0" y="146"/>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6" name="Freeform 2092">
              <a:extLst>
                <a:ext uri="{FF2B5EF4-FFF2-40B4-BE49-F238E27FC236}">
                  <a16:creationId xmlns:a16="http://schemas.microsoft.com/office/drawing/2014/main" id="{E8167BF5-FDDC-484D-908F-B9BFE139CF3A}"/>
                </a:ext>
              </a:extLst>
            </p:cNvPr>
            <p:cNvSpPr>
              <a:spLocks/>
            </p:cNvSpPr>
            <p:nvPr/>
          </p:nvSpPr>
          <p:spPr bwMode="gray">
            <a:xfrm>
              <a:off x="7490879" y="4506996"/>
              <a:ext cx="328283" cy="396538"/>
            </a:xfrm>
            <a:custGeom>
              <a:avLst/>
              <a:gdLst>
                <a:gd name="T0" fmla="*/ 0 w 9576"/>
                <a:gd name="T1" fmla="*/ 3721 h 11567"/>
                <a:gd name="T2" fmla="*/ 87 w 9576"/>
                <a:gd name="T3" fmla="*/ 7673 h 11567"/>
                <a:gd name="T4" fmla="*/ 866 w 9576"/>
                <a:gd name="T5" fmla="*/ 10038 h 11567"/>
                <a:gd name="T6" fmla="*/ 2394 w 9576"/>
                <a:gd name="T7" fmla="*/ 11567 h 11567"/>
                <a:gd name="T8" fmla="*/ 6346 w 9576"/>
                <a:gd name="T9" fmla="*/ 11538 h 11567"/>
                <a:gd name="T10" fmla="*/ 7961 w 9576"/>
                <a:gd name="T11" fmla="*/ 8481 h 11567"/>
                <a:gd name="T12" fmla="*/ 7961 w 9576"/>
                <a:gd name="T13" fmla="*/ 5106 h 11567"/>
                <a:gd name="T14" fmla="*/ 8942 w 9576"/>
                <a:gd name="T15" fmla="*/ 3779 h 11567"/>
                <a:gd name="T16" fmla="*/ 9576 w 9576"/>
                <a:gd name="T17" fmla="*/ 2423 h 11567"/>
                <a:gd name="T18" fmla="*/ 8624 w 9576"/>
                <a:gd name="T19" fmla="*/ 375 h 11567"/>
                <a:gd name="T20" fmla="*/ 4327 w 9576"/>
                <a:gd name="T21" fmla="*/ 0 h 11567"/>
                <a:gd name="T22" fmla="*/ 1817 w 9576"/>
                <a:gd name="T23" fmla="*/ 894 h 11567"/>
                <a:gd name="T24" fmla="*/ 548 w 9576"/>
                <a:gd name="T25" fmla="*/ 1817 h 11567"/>
                <a:gd name="T26" fmla="*/ 0 w 9576"/>
                <a:gd name="T27" fmla="*/ 3721 h 11567"/>
                <a:gd name="T28" fmla="*/ 0 w 9576"/>
                <a:gd name="T29" fmla="*/ 3721 h 11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76" h="11567">
                  <a:moveTo>
                    <a:pt x="0" y="3721"/>
                  </a:moveTo>
                  <a:lnTo>
                    <a:pt x="87" y="7673"/>
                  </a:lnTo>
                  <a:lnTo>
                    <a:pt x="866" y="10038"/>
                  </a:lnTo>
                  <a:lnTo>
                    <a:pt x="2394" y="11567"/>
                  </a:lnTo>
                  <a:lnTo>
                    <a:pt x="6346" y="11538"/>
                  </a:lnTo>
                  <a:lnTo>
                    <a:pt x="7961" y="8481"/>
                  </a:lnTo>
                  <a:lnTo>
                    <a:pt x="7961" y="5106"/>
                  </a:lnTo>
                  <a:lnTo>
                    <a:pt x="8942" y="3779"/>
                  </a:lnTo>
                  <a:lnTo>
                    <a:pt x="9576" y="2423"/>
                  </a:lnTo>
                  <a:lnTo>
                    <a:pt x="8624" y="375"/>
                  </a:lnTo>
                  <a:lnTo>
                    <a:pt x="4327" y="0"/>
                  </a:lnTo>
                  <a:lnTo>
                    <a:pt x="1817" y="894"/>
                  </a:lnTo>
                  <a:lnTo>
                    <a:pt x="548" y="1817"/>
                  </a:lnTo>
                  <a:lnTo>
                    <a:pt x="0" y="3721"/>
                  </a:lnTo>
                  <a:lnTo>
                    <a:pt x="0" y="3721"/>
                  </a:lnTo>
                  <a:close/>
                </a:path>
              </a:pathLst>
            </a:custGeom>
            <a:solidFill>
              <a:srgbClr val="6455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7" name="Freeform 2093">
              <a:extLst>
                <a:ext uri="{FF2B5EF4-FFF2-40B4-BE49-F238E27FC236}">
                  <a16:creationId xmlns:a16="http://schemas.microsoft.com/office/drawing/2014/main" id="{3D7A3310-53A7-4518-BBA4-09218152C023}"/>
                </a:ext>
              </a:extLst>
            </p:cNvPr>
            <p:cNvSpPr>
              <a:spLocks/>
            </p:cNvSpPr>
            <p:nvPr/>
          </p:nvSpPr>
          <p:spPr bwMode="gray">
            <a:xfrm>
              <a:off x="7478024" y="5864796"/>
              <a:ext cx="168118" cy="491500"/>
            </a:xfrm>
            <a:custGeom>
              <a:avLst/>
              <a:gdLst>
                <a:gd name="T0" fmla="*/ 4904 w 4904"/>
                <a:gd name="T1" fmla="*/ 0 h 14337"/>
                <a:gd name="T2" fmla="*/ 4644 w 4904"/>
                <a:gd name="T3" fmla="*/ 14337 h 14337"/>
                <a:gd name="T4" fmla="*/ 231 w 4904"/>
                <a:gd name="T5" fmla="*/ 14337 h 14337"/>
                <a:gd name="T6" fmla="*/ 0 w 4904"/>
                <a:gd name="T7" fmla="*/ 0 h 14337"/>
                <a:gd name="T8" fmla="*/ 4904 w 4904"/>
                <a:gd name="T9" fmla="*/ 0 h 14337"/>
              </a:gdLst>
              <a:ahLst/>
              <a:cxnLst>
                <a:cxn ang="0">
                  <a:pos x="T0" y="T1"/>
                </a:cxn>
                <a:cxn ang="0">
                  <a:pos x="T2" y="T3"/>
                </a:cxn>
                <a:cxn ang="0">
                  <a:pos x="T4" y="T5"/>
                </a:cxn>
                <a:cxn ang="0">
                  <a:pos x="T6" y="T7"/>
                </a:cxn>
                <a:cxn ang="0">
                  <a:pos x="T8" y="T9"/>
                </a:cxn>
              </a:cxnLst>
              <a:rect l="0" t="0" r="r" b="b"/>
              <a:pathLst>
                <a:path w="4904" h="14337">
                  <a:moveTo>
                    <a:pt x="4904" y="0"/>
                  </a:moveTo>
                  <a:lnTo>
                    <a:pt x="4644" y="14337"/>
                  </a:lnTo>
                  <a:lnTo>
                    <a:pt x="231" y="14337"/>
                  </a:lnTo>
                  <a:lnTo>
                    <a:pt x="0" y="0"/>
                  </a:lnTo>
                  <a:lnTo>
                    <a:pt x="4904" y="0"/>
                  </a:lnTo>
                  <a:close/>
                </a:path>
              </a:pathLst>
            </a:custGeom>
            <a:solidFill>
              <a:srgbClr val="006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8" name="Freeform 2094">
              <a:extLst>
                <a:ext uri="{FF2B5EF4-FFF2-40B4-BE49-F238E27FC236}">
                  <a16:creationId xmlns:a16="http://schemas.microsoft.com/office/drawing/2014/main" id="{C90D0B87-671C-4C69-A060-B6A34A8B77C2}"/>
                </a:ext>
              </a:extLst>
            </p:cNvPr>
            <p:cNvSpPr>
              <a:spLocks/>
            </p:cNvSpPr>
            <p:nvPr/>
          </p:nvSpPr>
          <p:spPr bwMode="gray">
            <a:xfrm>
              <a:off x="7478024" y="6356294"/>
              <a:ext cx="168118" cy="60336"/>
            </a:xfrm>
            <a:custGeom>
              <a:avLst/>
              <a:gdLst>
                <a:gd name="T0" fmla="*/ 84 w 170"/>
                <a:gd name="T1" fmla="*/ 0 h 61"/>
                <a:gd name="T2" fmla="*/ 15 w 170"/>
                <a:gd name="T3" fmla="*/ 0 h 61"/>
                <a:gd name="T4" fmla="*/ 0 w 170"/>
                <a:gd name="T5" fmla="*/ 61 h 61"/>
                <a:gd name="T6" fmla="*/ 84 w 170"/>
                <a:gd name="T7" fmla="*/ 61 h 61"/>
                <a:gd name="T8" fmla="*/ 170 w 170"/>
                <a:gd name="T9" fmla="*/ 61 h 61"/>
                <a:gd name="T10" fmla="*/ 154 w 170"/>
                <a:gd name="T11" fmla="*/ 0 h 61"/>
                <a:gd name="T12" fmla="*/ 84 w 170"/>
                <a:gd name="T13" fmla="*/ 0 h 61"/>
                <a:gd name="T14" fmla="*/ 84 w 170"/>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61">
                  <a:moveTo>
                    <a:pt x="84" y="0"/>
                  </a:moveTo>
                  <a:cubicBezTo>
                    <a:pt x="15" y="0"/>
                    <a:pt x="15" y="0"/>
                    <a:pt x="15" y="0"/>
                  </a:cubicBezTo>
                  <a:cubicBezTo>
                    <a:pt x="15" y="0"/>
                    <a:pt x="0" y="41"/>
                    <a:pt x="0" y="61"/>
                  </a:cubicBezTo>
                  <a:cubicBezTo>
                    <a:pt x="84" y="61"/>
                    <a:pt x="84" y="61"/>
                    <a:pt x="84" y="61"/>
                  </a:cubicBezTo>
                  <a:cubicBezTo>
                    <a:pt x="170" y="61"/>
                    <a:pt x="170" y="61"/>
                    <a:pt x="170" y="61"/>
                  </a:cubicBezTo>
                  <a:cubicBezTo>
                    <a:pt x="170" y="41"/>
                    <a:pt x="154" y="0"/>
                    <a:pt x="154" y="0"/>
                  </a:cubicBezTo>
                  <a:cubicBezTo>
                    <a:pt x="84" y="0"/>
                    <a:pt x="84" y="0"/>
                    <a:pt x="84" y="0"/>
                  </a:cubicBezTo>
                  <a:cubicBezTo>
                    <a:pt x="84" y="0"/>
                    <a:pt x="84" y="0"/>
                    <a:pt x="84"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9" name="Freeform 2095">
              <a:extLst>
                <a:ext uri="{FF2B5EF4-FFF2-40B4-BE49-F238E27FC236}">
                  <a16:creationId xmlns:a16="http://schemas.microsoft.com/office/drawing/2014/main" id="{4860964E-7508-4ECA-8722-0C2B9F9FD663}"/>
                </a:ext>
              </a:extLst>
            </p:cNvPr>
            <p:cNvSpPr>
              <a:spLocks/>
            </p:cNvSpPr>
            <p:nvPr/>
          </p:nvSpPr>
          <p:spPr bwMode="gray">
            <a:xfrm>
              <a:off x="7656015" y="5864796"/>
              <a:ext cx="169078" cy="491500"/>
            </a:xfrm>
            <a:custGeom>
              <a:avLst/>
              <a:gdLst>
                <a:gd name="T0" fmla="*/ 4932 w 4932"/>
                <a:gd name="T1" fmla="*/ 0 h 14337"/>
                <a:gd name="T2" fmla="*/ 4586 w 4932"/>
                <a:gd name="T3" fmla="*/ 14337 h 14337"/>
                <a:gd name="T4" fmla="*/ 144 w 4932"/>
                <a:gd name="T5" fmla="*/ 14337 h 14337"/>
                <a:gd name="T6" fmla="*/ 0 w 4932"/>
                <a:gd name="T7" fmla="*/ 0 h 14337"/>
                <a:gd name="T8" fmla="*/ 4932 w 4932"/>
                <a:gd name="T9" fmla="*/ 0 h 14337"/>
              </a:gdLst>
              <a:ahLst/>
              <a:cxnLst>
                <a:cxn ang="0">
                  <a:pos x="T0" y="T1"/>
                </a:cxn>
                <a:cxn ang="0">
                  <a:pos x="T2" y="T3"/>
                </a:cxn>
                <a:cxn ang="0">
                  <a:pos x="T4" y="T5"/>
                </a:cxn>
                <a:cxn ang="0">
                  <a:pos x="T6" y="T7"/>
                </a:cxn>
                <a:cxn ang="0">
                  <a:pos x="T8" y="T9"/>
                </a:cxn>
              </a:cxnLst>
              <a:rect l="0" t="0" r="r" b="b"/>
              <a:pathLst>
                <a:path w="4932" h="14337">
                  <a:moveTo>
                    <a:pt x="4932" y="0"/>
                  </a:moveTo>
                  <a:lnTo>
                    <a:pt x="4586" y="14337"/>
                  </a:lnTo>
                  <a:lnTo>
                    <a:pt x="144" y="14337"/>
                  </a:lnTo>
                  <a:lnTo>
                    <a:pt x="0" y="0"/>
                  </a:lnTo>
                  <a:lnTo>
                    <a:pt x="4932" y="0"/>
                  </a:lnTo>
                  <a:close/>
                </a:path>
              </a:pathLst>
            </a:custGeom>
            <a:solidFill>
              <a:srgbClr val="006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0" name="Freeform 2096">
              <a:extLst>
                <a:ext uri="{FF2B5EF4-FFF2-40B4-BE49-F238E27FC236}">
                  <a16:creationId xmlns:a16="http://schemas.microsoft.com/office/drawing/2014/main" id="{E02CE786-DE5B-474C-B577-04924DDD68EE}"/>
                </a:ext>
              </a:extLst>
            </p:cNvPr>
            <p:cNvSpPr>
              <a:spLocks/>
            </p:cNvSpPr>
            <p:nvPr/>
          </p:nvSpPr>
          <p:spPr bwMode="gray">
            <a:xfrm>
              <a:off x="7656015" y="6356294"/>
              <a:ext cx="163147" cy="60336"/>
            </a:xfrm>
            <a:custGeom>
              <a:avLst/>
              <a:gdLst>
                <a:gd name="T0" fmla="*/ 82 w 165"/>
                <a:gd name="T1" fmla="*/ 0 h 61"/>
                <a:gd name="T2" fmla="*/ 14 w 165"/>
                <a:gd name="T3" fmla="*/ 0 h 61"/>
                <a:gd name="T4" fmla="*/ 0 w 165"/>
                <a:gd name="T5" fmla="*/ 61 h 61"/>
                <a:gd name="T6" fmla="*/ 82 w 165"/>
                <a:gd name="T7" fmla="*/ 61 h 61"/>
                <a:gd name="T8" fmla="*/ 165 w 165"/>
                <a:gd name="T9" fmla="*/ 61 h 61"/>
                <a:gd name="T10" fmla="*/ 149 w 165"/>
                <a:gd name="T11" fmla="*/ 0 h 61"/>
                <a:gd name="T12" fmla="*/ 82 w 165"/>
                <a:gd name="T13" fmla="*/ 0 h 61"/>
                <a:gd name="T14" fmla="*/ 82 w 16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5" h="61">
                  <a:moveTo>
                    <a:pt x="82" y="0"/>
                  </a:moveTo>
                  <a:cubicBezTo>
                    <a:pt x="14" y="0"/>
                    <a:pt x="14" y="0"/>
                    <a:pt x="14" y="0"/>
                  </a:cubicBezTo>
                  <a:cubicBezTo>
                    <a:pt x="14" y="0"/>
                    <a:pt x="0" y="41"/>
                    <a:pt x="0" y="61"/>
                  </a:cubicBezTo>
                  <a:cubicBezTo>
                    <a:pt x="82" y="61"/>
                    <a:pt x="82" y="61"/>
                    <a:pt x="82" y="61"/>
                  </a:cubicBezTo>
                  <a:cubicBezTo>
                    <a:pt x="165" y="61"/>
                    <a:pt x="165" y="61"/>
                    <a:pt x="165" y="61"/>
                  </a:cubicBezTo>
                  <a:cubicBezTo>
                    <a:pt x="165" y="41"/>
                    <a:pt x="149" y="0"/>
                    <a:pt x="149" y="0"/>
                  </a:cubicBezTo>
                  <a:cubicBezTo>
                    <a:pt x="82" y="0"/>
                    <a:pt x="82" y="0"/>
                    <a:pt x="82" y="0"/>
                  </a:cubicBezTo>
                  <a:cubicBezTo>
                    <a:pt x="82" y="0"/>
                    <a:pt x="82" y="0"/>
                    <a:pt x="82"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1" name="Freeform 2097">
              <a:extLst>
                <a:ext uri="{FF2B5EF4-FFF2-40B4-BE49-F238E27FC236}">
                  <a16:creationId xmlns:a16="http://schemas.microsoft.com/office/drawing/2014/main" id="{A7FA2534-20BC-4645-A86F-9EBF6525E2FC}"/>
                </a:ext>
              </a:extLst>
            </p:cNvPr>
            <p:cNvSpPr>
              <a:spLocks/>
            </p:cNvSpPr>
            <p:nvPr/>
          </p:nvSpPr>
          <p:spPr bwMode="gray">
            <a:xfrm>
              <a:off x="7354438" y="5763940"/>
              <a:ext cx="582414" cy="60301"/>
            </a:xfrm>
            <a:custGeom>
              <a:avLst/>
              <a:gdLst>
                <a:gd name="T0" fmla="*/ 528 w 589"/>
                <a:gd name="T1" fmla="*/ 0 h 61"/>
                <a:gd name="T2" fmla="*/ 61 w 589"/>
                <a:gd name="T3" fmla="*/ 0 h 61"/>
                <a:gd name="T4" fmla="*/ 0 w 589"/>
                <a:gd name="T5" fmla="*/ 61 h 61"/>
                <a:gd name="T6" fmla="*/ 589 w 589"/>
                <a:gd name="T7" fmla="*/ 61 h 61"/>
                <a:gd name="T8" fmla="*/ 528 w 589"/>
                <a:gd name="T9" fmla="*/ 0 h 61"/>
              </a:gdLst>
              <a:ahLst/>
              <a:cxnLst>
                <a:cxn ang="0">
                  <a:pos x="T0" y="T1"/>
                </a:cxn>
                <a:cxn ang="0">
                  <a:pos x="T2" y="T3"/>
                </a:cxn>
                <a:cxn ang="0">
                  <a:pos x="T4" y="T5"/>
                </a:cxn>
                <a:cxn ang="0">
                  <a:pos x="T6" y="T7"/>
                </a:cxn>
                <a:cxn ang="0">
                  <a:pos x="T8" y="T9"/>
                </a:cxn>
              </a:cxnLst>
              <a:rect l="0" t="0" r="r" b="b"/>
              <a:pathLst>
                <a:path w="589" h="61">
                  <a:moveTo>
                    <a:pt x="528" y="0"/>
                  </a:moveTo>
                  <a:cubicBezTo>
                    <a:pt x="61" y="0"/>
                    <a:pt x="61" y="0"/>
                    <a:pt x="61" y="0"/>
                  </a:cubicBezTo>
                  <a:cubicBezTo>
                    <a:pt x="27" y="0"/>
                    <a:pt x="0" y="27"/>
                    <a:pt x="0" y="61"/>
                  </a:cubicBezTo>
                  <a:cubicBezTo>
                    <a:pt x="589" y="61"/>
                    <a:pt x="589" y="61"/>
                    <a:pt x="589" y="61"/>
                  </a:cubicBezTo>
                  <a:cubicBezTo>
                    <a:pt x="589" y="27"/>
                    <a:pt x="562" y="0"/>
                    <a:pt x="528"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2" name="Freeform 2098">
              <a:extLst>
                <a:ext uri="{FF2B5EF4-FFF2-40B4-BE49-F238E27FC236}">
                  <a16:creationId xmlns:a16="http://schemas.microsoft.com/office/drawing/2014/main" id="{7BCC488C-2D78-43AD-89D4-04F16746BD67}"/>
                </a:ext>
              </a:extLst>
            </p:cNvPr>
            <p:cNvSpPr>
              <a:spLocks/>
            </p:cNvSpPr>
            <p:nvPr/>
          </p:nvSpPr>
          <p:spPr bwMode="gray">
            <a:xfrm>
              <a:off x="7436508" y="5616561"/>
              <a:ext cx="433082" cy="170106"/>
            </a:xfrm>
            <a:custGeom>
              <a:avLst/>
              <a:gdLst>
                <a:gd name="T0" fmla="*/ 7 w 438"/>
                <a:gd name="T1" fmla="*/ 105 h 172"/>
                <a:gd name="T2" fmla="*/ 72 w 438"/>
                <a:gd name="T3" fmla="*/ 172 h 172"/>
                <a:gd name="T4" fmla="*/ 365 w 438"/>
                <a:gd name="T5" fmla="*/ 172 h 172"/>
                <a:gd name="T6" fmla="*/ 433 w 438"/>
                <a:gd name="T7" fmla="*/ 105 h 172"/>
                <a:gd name="T8" fmla="*/ 438 w 438"/>
                <a:gd name="T9" fmla="*/ 0 h 172"/>
                <a:gd name="T10" fmla="*/ 0 w 438"/>
                <a:gd name="T11" fmla="*/ 0 h 172"/>
                <a:gd name="T12" fmla="*/ 7 w 438"/>
                <a:gd name="T13" fmla="*/ 105 h 172"/>
                <a:gd name="T14" fmla="*/ 7 w 438"/>
                <a:gd name="T15" fmla="*/ 105 h 1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8" h="172">
                  <a:moveTo>
                    <a:pt x="7" y="105"/>
                  </a:moveTo>
                  <a:cubicBezTo>
                    <a:pt x="7" y="105"/>
                    <a:pt x="18" y="172"/>
                    <a:pt x="72" y="172"/>
                  </a:cubicBezTo>
                  <a:cubicBezTo>
                    <a:pt x="305" y="172"/>
                    <a:pt x="365" y="172"/>
                    <a:pt x="365" y="172"/>
                  </a:cubicBezTo>
                  <a:cubicBezTo>
                    <a:pt x="418" y="172"/>
                    <a:pt x="433" y="105"/>
                    <a:pt x="433" y="105"/>
                  </a:cubicBezTo>
                  <a:cubicBezTo>
                    <a:pt x="438" y="0"/>
                    <a:pt x="438" y="0"/>
                    <a:pt x="438" y="0"/>
                  </a:cubicBezTo>
                  <a:cubicBezTo>
                    <a:pt x="82" y="0"/>
                    <a:pt x="0" y="0"/>
                    <a:pt x="0" y="0"/>
                  </a:cubicBezTo>
                  <a:cubicBezTo>
                    <a:pt x="7" y="105"/>
                    <a:pt x="7" y="105"/>
                    <a:pt x="7" y="105"/>
                  </a:cubicBezTo>
                  <a:cubicBezTo>
                    <a:pt x="7" y="105"/>
                    <a:pt x="7" y="105"/>
                    <a:pt x="7" y="105"/>
                  </a:cubicBezTo>
                  <a:close/>
                </a:path>
              </a:pathLst>
            </a:custGeom>
            <a:solidFill>
              <a:srgbClr val="0073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3" name="Freeform 2099">
              <a:extLst>
                <a:ext uri="{FF2B5EF4-FFF2-40B4-BE49-F238E27FC236}">
                  <a16:creationId xmlns:a16="http://schemas.microsoft.com/office/drawing/2014/main" id="{3D3E7D58-8F19-4348-9AD0-AF2101423139}"/>
                </a:ext>
              </a:extLst>
            </p:cNvPr>
            <p:cNvSpPr>
              <a:spLocks/>
            </p:cNvSpPr>
            <p:nvPr/>
          </p:nvSpPr>
          <p:spPr bwMode="gray">
            <a:xfrm>
              <a:off x="7354438" y="5824240"/>
              <a:ext cx="582414" cy="40556"/>
            </a:xfrm>
            <a:custGeom>
              <a:avLst/>
              <a:gdLst>
                <a:gd name="T0" fmla="*/ 0 w 16989"/>
                <a:gd name="T1" fmla="*/ 0 h 1183"/>
                <a:gd name="T2" fmla="*/ 16989 w 16989"/>
                <a:gd name="T3" fmla="*/ 0 h 1183"/>
                <a:gd name="T4" fmla="*/ 16989 w 16989"/>
                <a:gd name="T5" fmla="*/ 1183 h 1183"/>
                <a:gd name="T6" fmla="*/ 0 w 16989"/>
                <a:gd name="T7" fmla="*/ 1183 h 1183"/>
                <a:gd name="T8" fmla="*/ 0 w 16989"/>
                <a:gd name="T9" fmla="*/ 0 h 1183"/>
                <a:gd name="T10" fmla="*/ 0 w 16989"/>
                <a:gd name="T11" fmla="*/ 0 h 1183"/>
              </a:gdLst>
              <a:ahLst/>
              <a:cxnLst>
                <a:cxn ang="0">
                  <a:pos x="T0" y="T1"/>
                </a:cxn>
                <a:cxn ang="0">
                  <a:pos x="T2" y="T3"/>
                </a:cxn>
                <a:cxn ang="0">
                  <a:pos x="T4" y="T5"/>
                </a:cxn>
                <a:cxn ang="0">
                  <a:pos x="T6" y="T7"/>
                </a:cxn>
                <a:cxn ang="0">
                  <a:pos x="T8" y="T9"/>
                </a:cxn>
                <a:cxn ang="0">
                  <a:pos x="T10" y="T11"/>
                </a:cxn>
              </a:cxnLst>
              <a:rect l="0" t="0" r="r" b="b"/>
              <a:pathLst>
                <a:path w="16989" h="1183">
                  <a:moveTo>
                    <a:pt x="0" y="0"/>
                  </a:moveTo>
                  <a:lnTo>
                    <a:pt x="16989" y="0"/>
                  </a:lnTo>
                  <a:lnTo>
                    <a:pt x="16989" y="1183"/>
                  </a:lnTo>
                  <a:lnTo>
                    <a:pt x="0" y="1183"/>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4" name="Freeform 2100">
              <a:extLst>
                <a:ext uri="{FF2B5EF4-FFF2-40B4-BE49-F238E27FC236}">
                  <a16:creationId xmlns:a16="http://schemas.microsoft.com/office/drawing/2014/main" id="{F5CF8629-85B1-4342-AE86-CC164E058222}"/>
                </a:ext>
              </a:extLst>
            </p:cNvPr>
            <p:cNvSpPr>
              <a:spLocks/>
            </p:cNvSpPr>
            <p:nvPr/>
          </p:nvSpPr>
          <p:spPr bwMode="gray">
            <a:xfrm>
              <a:off x="7371236" y="6174328"/>
              <a:ext cx="548783" cy="21769"/>
            </a:xfrm>
            <a:custGeom>
              <a:avLst/>
              <a:gdLst>
                <a:gd name="T0" fmla="*/ 0 w 16008"/>
                <a:gd name="T1" fmla="*/ 0 h 635"/>
                <a:gd name="T2" fmla="*/ 16008 w 16008"/>
                <a:gd name="T3" fmla="*/ 0 h 635"/>
                <a:gd name="T4" fmla="*/ 16008 w 16008"/>
                <a:gd name="T5" fmla="*/ 635 h 635"/>
                <a:gd name="T6" fmla="*/ 0 w 16008"/>
                <a:gd name="T7" fmla="*/ 635 h 635"/>
                <a:gd name="T8" fmla="*/ 0 w 16008"/>
                <a:gd name="T9" fmla="*/ 0 h 635"/>
                <a:gd name="T10" fmla="*/ 0 w 16008"/>
                <a:gd name="T11" fmla="*/ 0 h 635"/>
              </a:gdLst>
              <a:ahLst/>
              <a:cxnLst>
                <a:cxn ang="0">
                  <a:pos x="T0" y="T1"/>
                </a:cxn>
                <a:cxn ang="0">
                  <a:pos x="T2" y="T3"/>
                </a:cxn>
                <a:cxn ang="0">
                  <a:pos x="T4" y="T5"/>
                </a:cxn>
                <a:cxn ang="0">
                  <a:pos x="T6" y="T7"/>
                </a:cxn>
                <a:cxn ang="0">
                  <a:pos x="T8" y="T9"/>
                </a:cxn>
                <a:cxn ang="0">
                  <a:pos x="T10" y="T11"/>
                </a:cxn>
              </a:cxnLst>
              <a:rect l="0" t="0" r="r" b="b"/>
              <a:pathLst>
                <a:path w="16008" h="635">
                  <a:moveTo>
                    <a:pt x="0" y="0"/>
                  </a:moveTo>
                  <a:lnTo>
                    <a:pt x="16008" y="0"/>
                  </a:lnTo>
                  <a:lnTo>
                    <a:pt x="16008" y="635"/>
                  </a:lnTo>
                  <a:lnTo>
                    <a:pt x="0" y="635"/>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5" name="Freeform 2101">
              <a:extLst>
                <a:ext uri="{FF2B5EF4-FFF2-40B4-BE49-F238E27FC236}">
                  <a16:creationId xmlns:a16="http://schemas.microsoft.com/office/drawing/2014/main" id="{1E5E8964-B723-4590-880D-8B8504F3968A}"/>
                </a:ext>
              </a:extLst>
            </p:cNvPr>
            <p:cNvSpPr>
              <a:spLocks/>
            </p:cNvSpPr>
            <p:nvPr/>
          </p:nvSpPr>
          <p:spPr bwMode="gray">
            <a:xfrm>
              <a:off x="7867637" y="5305042"/>
              <a:ext cx="109736" cy="182962"/>
            </a:xfrm>
            <a:custGeom>
              <a:avLst/>
              <a:gdLst>
                <a:gd name="T0" fmla="*/ 2999 w 3201"/>
                <a:gd name="T1" fmla="*/ 4154 h 5337"/>
                <a:gd name="T2" fmla="*/ 3201 w 3201"/>
                <a:gd name="T3" fmla="*/ 0 h 5337"/>
                <a:gd name="T4" fmla="*/ 0 w 3201"/>
                <a:gd name="T5" fmla="*/ 0 h 5337"/>
                <a:gd name="T6" fmla="*/ 0 w 3201"/>
                <a:gd name="T7" fmla="*/ 5337 h 5337"/>
                <a:gd name="T8" fmla="*/ 2019 w 3201"/>
                <a:gd name="T9" fmla="*/ 5337 h 5337"/>
                <a:gd name="T10" fmla="*/ 2999 w 3201"/>
                <a:gd name="T11" fmla="*/ 4154 h 5337"/>
              </a:gdLst>
              <a:ahLst/>
              <a:cxnLst>
                <a:cxn ang="0">
                  <a:pos x="T0" y="T1"/>
                </a:cxn>
                <a:cxn ang="0">
                  <a:pos x="T2" y="T3"/>
                </a:cxn>
                <a:cxn ang="0">
                  <a:pos x="T4" y="T5"/>
                </a:cxn>
                <a:cxn ang="0">
                  <a:pos x="T6" y="T7"/>
                </a:cxn>
                <a:cxn ang="0">
                  <a:pos x="T8" y="T9"/>
                </a:cxn>
                <a:cxn ang="0">
                  <a:pos x="T10" y="T11"/>
                </a:cxn>
              </a:cxnLst>
              <a:rect l="0" t="0" r="r" b="b"/>
              <a:pathLst>
                <a:path w="3201" h="5337">
                  <a:moveTo>
                    <a:pt x="2999" y="4154"/>
                  </a:moveTo>
                  <a:lnTo>
                    <a:pt x="3201" y="0"/>
                  </a:lnTo>
                  <a:lnTo>
                    <a:pt x="0" y="0"/>
                  </a:lnTo>
                  <a:lnTo>
                    <a:pt x="0" y="5337"/>
                  </a:lnTo>
                  <a:lnTo>
                    <a:pt x="2019" y="5337"/>
                  </a:lnTo>
                  <a:lnTo>
                    <a:pt x="2999" y="4154"/>
                  </a:lnTo>
                  <a:close/>
                </a:path>
              </a:pathLst>
            </a:custGeom>
            <a:solidFill>
              <a:srgbClr val="B9B9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6" name="Freeform 2102">
              <a:extLst>
                <a:ext uri="{FF2B5EF4-FFF2-40B4-BE49-F238E27FC236}">
                  <a16:creationId xmlns:a16="http://schemas.microsoft.com/office/drawing/2014/main" id="{F5EAB8D1-DAAB-4543-ADA1-29130FBA3784}"/>
                </a:ext>
              </a:extLst>
            </p:cNvPr>
            <p:cNvSpPr>
              <a:spLocks/>
            </p:cNvSpPr>
            <p:nvPr/>
          </p:nvSpPr>
          <p:spPr bwMode="gray">
            <a:xfrm>
              <a:off x="7324784" y="4940146"/>
              <a:ext cx="656531" cy="732808"/>
            </a:xfrm>
            <a:custGeom>
              <a:avLst/>
              <a:gdLst>
                <a:gd name="T0" fmla="*/ 15835 w 19151"/>
                <a:gd name="T1" fmla="*/ 11019 h 21376"/>
                <a:gd name="T2" fmla="*/ 15950 w 19151"/>
                <a:gd name="T3" fmla="*/ 21376 h 21376"/>
                <a:gd name="T4" fmla="*/ 3086 w 19151"/>
                <a:gd name="T5" fmla="*/ 21376 h 21376"/>
                <a:gd name="T6" fmla="*/ 3115 w 19151"/>
                <a:gd name="T7" fmla="*/ 11019 h 21376"/>
                <a:gd name="T8" fmla="*/ 0 w 19151"/>
                <a:gd name="T9" fmla="*/ 11019 h 21376"/>
                <a:gd name="T10" fmla="*/ 173 w 19151"/>
                <a:gd name="T11" fmla="*/ 4875 h 21376"/>
                <a:gd name="T12" fmla="*/ 1730 w 19151"/>
                <a:gd name="T13" fmla="*/ 2394 h 21376"/>
                <a:gd name="T14" fmla="*/ 6807 w 19151"/>
                <a:gd name="T15" fmla="*/ 0 h 21376"/>
                <a:gd name="T16" fmla="*/ 12316 w 19151"/>
                <a:gd name="T17" fmla="*/ 0 h 21376"/>
                <a:gd name="T18" fmla="*/ 17421 w 19151"/>
                <a:gd name="T19" fmla="*/ 2394 h 21376"/>
                <a:gd name="T20" fmla="*/ 19036 w 19151"/>
                <a:gd name="T21" fmla="*/ 4933 h 21376"/>
                <a:gd name="T22" fmla="*/ 19151 w 19151"/>
                <a:gd name="T23" fmla="*/ 11019 h 21376"/>
                <a:gd name="T24" fmla="*/ 15835 w 19151"/>
                <a:gd name="T25" fmla="*/ 11019 h 21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151" h="21376">
                  <a:moveTo>
                    <a:pt x="15835" y="11019"/>
                  </a:moveTo>
                  <a:lnTo>
                    <a:pt x="15950" y="21376"/>
                  </a:lnTo>
                  <a:lnTo>
                    <a:pt x="3086" y="21376"/>
                  </a:lnTo>
                  <a:lnTo>
                    <a:pt x="3115" y="11019"/>
                  </a:lnTo>
                  <a:lnTo>
                    <a:pt x="0" y="11019"/>
                  </a:lnTo>
                  <a:lnTo>
                    <a:pt x="173" y="4875"/>
                  </a:lnTo>
                  <a:lnTo>
                    <a:pt x="1730" y="2394"/>
                  </a:lnTo>
                  <a:lnTo>
                    <a:pt x="6807" y="0"/>
                  </a:lnTo>
                  <a:lnTo>
                    <a:pt x="12316" y="0"/>
                  </a:lnTo>
                  <a:lnTo>
                    <a:pt x="17421" y="2394"/>
                  </a:lnTo>
                  <a:lnTo>
                    <a:pt x="19036" y="4933"/>
                  </a:lnTo>
                  <a:lnTo>
                    <a:pt x="19151" y="11019"/>
                  </a:lnTo>
                  <a:lnTo>
                    <a:pt x="15835" y="11019"/>
                  </a:lnTo>
                  <a:close/>
                </a:path>
              </a:pathLst>
            </a:custGeom>
            <a:solidFill>
              <a:srgbClr val="41AAC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7" name="Freeform 2103">
              <a:extLst>
                <a:ext uri="{FF2B5EF4-FFF2-40B4-BE49-F238E27FC236}">
                  <a16:creationId xmlns:a16="http://schemas.microsoft.com/office/drawing/2014/main" id="{6F86C2F9-D7C3-4709-B8F1-C5DC399737F3}"/>
                </a:ext>
              </a:extLst>
            </p:cNvPr>
            <p:cNvSpPr>
              <a:spLocks/>
            </p:cNvSpPr>
            <p:nvPr/>
          </p:nvSpPr>
          <p:spPr bwMode="gray">
            <a:xfrm>
              <a:off x="7902227" y="5453380"/>
              <a:ext cx="34625" cy="963250"/>
            </a:xfrm>
            <a:custGeom>
              <a:avLst/>
              <a:gdLst>
                <a:gd name="T0" fmla="*/ 0 w 1010"/>
                <a:gd name="T1" fmla="*/ 0 h 28098"/>
                <a:gd name="T2" fmla="*/ 1010 w 1010"/>
                <a:gd name="T3" fmla="*/ 0 h 28098"/>
                <a:gd name="T4" fmla="*/ 1010 w 1010"/>
                <a:gd name="T5" fmla="*/ 28098 h 28098"/>
                <a:gd name="T6" fmla="*/ 0 w 1010"/>
                <a:gd name="T7" fmla="*/ 28098 h 28098"/>
                <a:gd name="T8" fmla="*/ 0 w 1010"/>
                <a:gd name="T9" fmla="*/ 0 h 28098"/>
                <a:gd name="T10" fmla="*/ 0 w 1010"/>
                <a:gd name="T11" fmla="*/ 0 h 28098"/>
              </a:gdLst>
              <a:ahLst/>
              <a:cxnLst>
                <a:cxn ang="0">
                  <a:pos x="T0" y="T1"/>
                </a:cxn>
                <a:cxn ang="0">
                  <a:pos x="T2" y="T3"/>
                </a:cxn>
                <a:cxn ang="0">
                  <a:pos x="T4" y="T5"/>
                </a:cxn>
                <a:cxn ang="0">
                  <a:pos x="T6" y="T7"/>
                </a:cxn>
                <a:cxn ang="0">
                  <a:pos x="T8" y="T9"/>
                </a:cxn>
                <a:cxn ang="0">
                  <a:pos x="T10" y="T11"/>
                </a:cxn>
              </a:cxnLst>
              <a:rect l="0" t="0" r="r" b="b"/>
              <a:pathLst>
                <a:path w="1010" h="28098">
                  <a:moveTo>
                    <a:pt x="0" y="0"/>
                  </a:moveTo>
                  <a:lnTo>
                    <a:pt x="1010" y="0"/>
                  </a:lnTo>
                  <a:lnTo>
                    <a:pt x="1010" y="28098"/>
                  </a:lnTo>
                  <a:lnTo>
                    <a:pt x="0" y="28098"/>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8" name="Freeform 2104">
              <a:extLst>
                <a:ext uri="{FF2B5EF4-FFF2-40B4-BE49-F238E27FC236}">
                  <a16:creationId xmlns:a16="http://schemas.microsoft.com/office/drawing/2014/main" id="{FB34D07C-101A-4824-8D24-528939603D80}"/>
                </a:ext>
              </a:extLst>
            </p:cNvPr>
            <p:cNvSpPr>
              <a:spLocks/>
            </p:cNvSpPr>
            <p:nvPr/>
          </p:nvSpPr>
          <p:spPr bwMode="gray">
            <a:xfrm>
              <a:off x="7354438" y="5225955"/>
              <a:ext cx="582414" cy="227426"/>
            </a:xfrm>
            <a:custGeom>
              <a:avLst/>
              <a:gdLst>
                <a:gd name="T0" fmla="*/ 441 w 589"/>
                <a:gd name="T1" fmla="*/ 0 h 230"/>
                <a:gd name="T2" fmla="*/ 149 w 589"/>
                <a:gd name="T3" fmla="*/ 0 h 230"/>
                <a:gd name="T4" fmla="*/ 0 w 589"/>
                <a:gd name="T5" fmla="*/ 131 h 230"/>
                <a:gd name="T6" fmla="*/ 0 w 589"/>
                <a:gd name="T7" fmla="*/ 230 h 230"/>
                <a:gd name="T8" fmla="*/ 589 w 589"/>
                <a:gd name="T9" fmla="*/ 230 h 230"/>
                <a:gd name="T10" fmla="*/ 589 w 589"/>
                <a:gd name="T11" fmla="*/ 131 h 230"/>
                <a:gd name="T12" fmla="*/ 441 w 589"/>
                <a:gd name="T13" fmla="*/ 0 h 230"/>
              </a:gdLst>
              <a:ahLst/>
              <a:cxnLst>
                <a:cxn ang="0">
                  <a:pos x="T0" y="T1"/>
                </a:cxn>
                <a:cxn ang="0">
                  <a:pos x="T2" y="T3"/>
                </a:cxn>
                <a:cxn ang="0">
                  <a:pos x="T4" y="T5"/>
                </a:cxn>
                <a:cxn ang="0">
                  <a:pos x="T6" y="T7"/>
                </a:cxn>
                <a:cxn ang="0">
                  <a:pos x="T8" y="T9"/>
                </a:cxn>
                <a:cxn ang="0">
                  <a:pos x="T10" y="T11"/>
                </a:cxn>
                <a:cxn ang="0">
                  <a:pos x="T12" y="T13"/>
                </a:cxn>
              </a:cxnLst>
              <a:rect l="0" t="0" r="r" b="b"/>
              <a:pathLst>
                <a:path w="589" h="230">
                  <a:moveTo>
                    <a:pt x="441" y="0"/>
                  </a:moveTo>
                  <a:cubicBezTo>
                    <a:pt x="149" y="0"/>
                    <a:pt x="149" y="0"/>
                    <a:pt x="149" y="0"/>
                  </a:cubicBezTo>
                  <a:cubicBezTo>
                    <a:pt x="67" y="0"/>
                    <a:pt x="0" y="58"/>
                    <a:pt x="0" y="131"/>
                  </a:cubicBezTo>
                  <a:cubicBezTo>
                    <a:pt x="0" y="230"/>
                    <a:pt x="0" y="230"/>
                    <a:pt x="0" y="230"/>
                  </a:cubicBezTo>
                  <a:cubicBezTo>
                    <a:pt x="589" y="230"/>
                    <a:pt x="589" y="230"/>
                    <a:pt x="589" y="230"/>
                  </a:cubicBezTo>
                  <a:cubicBezTo>
                    <a:pt x="589" y="131"/>
                    <a:pt x="589" y="131"/>
                    <a:pt x="589" y="131"/>
                  </a:cubicBezTo>
                  <a:cubicBezTo>
                    <a:pt x="589" y="58"/>
                    <a:pt x="522" y="0"/>
                    <a:pt x="441"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9" name="Freeform 2105">
              <a:extLst>
                <a:ext uri="{FF2B5EF4-FFF2-40B4-BE49-F238E27FC236}">
                  <a16:creationId xmlns:a16="http://schemas.microsoft.com/office/drawing/2014/main" id="{06081FCF-DB08-4FC4-A84F-8359423BB755}"/>
                </a:ext>
              </a:extLst>
            </p:cNvPr>
            <p:cNvSpPr>
              <a:spLocks/>
            </p:cNvSpPr>
            <p:nvPr/>
          </p:nvSpPr>
          <p:spPr bwMode="gray">
            <a:xfrm>
              <a:off x="8331367" y="5059791"/>
              <a:ext cx="128522" cy="60336"/>
            </a:xfrm>
            <a:custGeom>
              <a:avLst/>
              <a:gdLst>
                <a:gd name="T0" fmla="*/ 3432 w 3749"/>
                <a:gd name="T1" fmla="*/ 1760 h 1760"/>
                <a:gd name="T2" fmla="*/ 259 w 3749"/>
                <a:gd name="T3" fmla="*/ 1760 h 1760"/>
                <a:gd name="T4" fmla="*/ 0 w 3749"/>
                <a:gd name="T5" fmla="*/ 0 h 1760"/>
                <a:gd name="T6" fmla="*/ 3749 w 3749"/>
                <a:gd name="T7" fmla="*/ 0 h 1760"/>
                <a:gd name="T8" fmla="*/ 3432 w 3749"/>
                <a:gd name="T9" fmla="*/ 1760 h 1760"/>
              </a:gdLst>
              <a:ahLst/>
              <a:cxnLst>
                <a:cxn ang="0">
                  <a:pos x="T0" y="T1"/>
                </a:cxn>
                <a:cxn ang="0">
                  <a:pos x="T2" y="T3"/>
                </a:cxn>
                <a:cxn ang="0">
                  <a:pos x="T4" y="T5"/>
                </a:cxn>
                <a:cxn ang="0">
                  <a:pos x="T6" y="T7"/>
                </a:cxn>
                <a:cxn ang="0">
                  <a:pos x="T8" y="T9"/>
                </a:cxn>
              </a:cxnLst>
              <a:rect l="0" t="0" r="r" b="b"/>
              <a:pathLst>
                <a:path w="3749" h="1760">
                  <a:moveTo>
                    <a:pt x="3432" y="1760"/>
                  </a:moveTo>
                  <a:lnTo>
                    <a:pt x="259" y="1760"/>
                  </a:lnTo>
                  <a:lnTo>
                    <a:pt x="0" y="0"/>
                  </a:lnTo>
                  <a:lnTo>
                    <a:pt x="3749" y="0"/>
                  </a:lnTo>
                  <a:lnTo>
                    <a:pt x="3432" y="1760"/>
                  </a:lnTo>
                  <a:close/>
                </a:path>
              </a:pathLst>
            </a:custGeom>
            <a:solidFill>
              <a:srgbClr val="EBF0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0" name="Freeform 2106">
              <a:extLst>
                <a:ext uri="{FF2B5EF4-FFF2-40B4-BE49-F238E27FC236}">
                  <a16:creationId xmlns:a16="http://schemas.microsoft.com/office/drawing/2014/main" id="{0671CDF5-C4C9-40B8-8EBF-102CD3403F6A}"/>
                </a:ext>
              </a:extLst>
            </p:cNvPr>
            <p:cNvSpPr>
              <a:spLocks/>
            </p:cNvSpPr>
            <p:nvPr/>
          </p:nvSpPr>
          <p:spPr bwMode="gray">
            <a:xfrm>
              <a:off x="8068357" y="5068703"/>
              <a:ext cx="327289" cy="423243"/>
            </a:xfrm>
            <a:custGeom>
              <a:avLst/>
              <a:gdLst>
                <a:gd name="T0" fmla="*/ 0 w 9547"/>
                <a:gd name="T1" fmla="*/ 9606 h 12346"/>
                <a:gd name="T2" fmla="*/ 4124 w 9547"/>
                <a:gd name="T3" fmla="*/ 1413 h 12346"/>
                <a:gd name="T4" fmla="*/ 5278 w 9547"/>
                <a:gd name="T5" fmla="*/ 0 h 12346"/>
                <a:gd name="T6" fmla="*/ 8220 w 9547"/>
                <a:gd name="T7" fmla="*/ 0 h 12346"/>
                <a:gd name="T8" fmla="*/ 9547 w 9547"/>
                <a:gd name="T9" fmla="*/ 779 h 12346"/>
                <a:gd name="T10" fmla="*/ 9547 w 9547"/>
                <a:gd name="T11" fmla="*/ 1356 h 12346"/>
                <a:gd name="T12" fmla="*/ 8133 w 9547"/>
                <a:gd name="T13" fmla="*/ 1356 h 12346"/>
                <a:gd name="T14" fmla="*/ 7903 w 9547"/>
                <a:gd name="T15" fmla="*/ 1904 h 12346"/>
                <a:gd name="T16" fmla="*/ 6287 w 9547"/>
                <a:gd name="T17" fmla="*/ 1904 h 12346"/>
                <a:gd name="T18" fmla="*/ 5422 w 9547"/>
                <a:gd name="T19" fmla="*/ 3346 h 12346"/>
                <a:gd name="T20" fmla="*/ 3836 w 9547"/>
                <a:gd name="T21" fmla="*/ 10673 h 12346"/>
                <a:gd name="T22" fmla="*/ 2826 w 9547"/>
                <a:gd name="T23" fmla="*/ 12346 h 12346"/>
                <a:gd name="T24" fmla="*/ 548 w 9547"/>
                <a:gd name="T25" fmla="*/ 12346 h 12346"/>
                <a:gd name="T26" fmla="*/ 0 w 9547"/>
                <a:gd name="T27" fmla="*/ 9606 h 12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547" h="12346">
                  <a:moveTo>
                    <a:pt x="0" y="9606"/>
                  </a:moveTo>
                  <a:lnTo>
                    <a:pt x="4124" y="1413"/>
                  </a:lnTo>
                  <a:lnTo>
                    <a:pt x="5278" y="0"/>
                  </a:lnTo>
                  <a:lnTo>
                    <a:pt x="8220" y="0"/>
                  </a:lnTo>
                  <a:lnTo>
                    <a:pt x="9547" y="779"/>
                  </a:lnTo>
                  <a:lnTo>
                    <a:pt x="9547" y="1356"/>
                  </a:lnTo>
                  <a:lnTo>
                    <a:pt x="8133" y="1356"/>
                  </a:lnTo>
                  <a:lnTo>
                    <a:pt x="7903" y="1904"/>
                  </a:lnTo>
                  <a:lnTo>
                    <a:pt x="6287" y="1904"/>
                  </a:lnTo>
                  <a:lnTo>
                    <a:pt x="5422" y="3346"/>
                  </a:lnTo>
                  <a:lnTo>
                    <a:pt x="3836" y="10673"/>
                  </a:lnTo>
                  <a:lnTo>
                    <a:pt x="2826" y="12346"/>
                  </a:lnTo>
                  <a:lnTo>
                    <a:pt x="548" y="12346"/>
                  </a:lnTo>
                  <a:lnTo>
                    <a:pt x="0" y="9606"/>
                  </a:lnTo>
                  <a:close/>
                </a:path>
              </a:pathLst>
            </a:custGeom>
            <a:solidFill>
              <a:srgbClr val="E1E1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1" name="Freeform 2152">
              <a:extLst>
                <a:ext uri="{FF2B5EF4-FFF2-40B4-BE49-F238E27FC236}">
                  <a16:creationId xmlns:a16="http://schemas.microsoft.com/office/drawing/2014/main" id="{4FE4B5AE-AD3A-445D-8FEC-73B223F301AB}"/>
                </a:ext>
              </a:extLst>
            </p:cNvPr>
            <p:cNvSpPr>
              <a:spLocks/>
            </p:cNvSpPr>
            <p:nvPr/>
          </p:nvSpPr>
          <p:spPr bwMode="gray">
            <a:xfrm>
              <a:off x="4259545" y="5031130"/>
              <a:ext cx="325300" cy="447961"/>
            </a:xfrm>
            <a:custGeom>
              <a:avLst/>
              <a:gdLst>
                <a:gd name="T0" fmla="*/ 8595 w 9489"/>
                <a:gd name="T1" fmla="*/ 13067 h 13067"/>
                <a:gd name="T2" fmla="*/ 0 w 9489"/>
                <a:gd name="T3" fmla="*/ 1500 h 13067"/>
                <a:gd name="T4" fmla="*/ 2422 w 9489"/>
                <a:gd name="T5" fmla="*/ 0 h 13067"/>
                <a:gd name="T6" fmla="*/ 9489 w 9489"/>
                <a:gd name="T7" fmla="*/ 11135 h 13067"/>
                <a:gd name="T8" fmla="*/ 8595 w 9489"/>
                <a:gd name="T9" fmla="*/ 13067 h 13067"/>
              </a:gdLst>
              <a:ahLst/>
              <a:cxnLst>
                <a:cxn ang="0">
                  <a:pos x="T0" y="T1"/>
                </a:cxn>
                <a:cxn ang="0">
                  <a:pos x="T2" y="T3"/>
                </a:cxn>
                <a:cxn ang="0">
                  <a:pos x="T4" y="T5"/>
                </a:cxn>
                <a:cxn ang="0">
                  <a:pos x="T6" y="T7"/>
                </a:cxn>
                <a:cxn ang="0">
                  <a:pos x="T8" y="T9"/>
                </a:cxn>
              </a:cxnLst>
              <a:rect l="0" t="0" r="r" b="b"/>
              <a:pathLst>
                <a:path w="9489" h="13067">
                  <a:moveTo>
                    <a:pt x="8595" y="13067"/>
                  </a:moveTo>
                  <a:lnTo>
                    <a:pt x="0" y="1500"/>
                  </a:lnTo>
                  <a:lnTo>
                    <a:pt x="2422" y="0"/>
                  </a:lnTo>
                  <a:lnTo>
                    <a:pt x="9489" y="11135"/>
                  </a:lnTo>
                  <a:lnTo>
                    <a:pt x="8595" y="13067"/>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2" name="Freeform 2153">
              <a:extLst>
                <a:ext uri="{FF2B5EF4-FFF2-40B4-BE49-F238E27FC236}">
                  <a16:creationId xmlns:a16="http://schemas.microsoft.com/office/drawing/2014/main" id="{86708483-454A-4D95-8749-380CF422445C}"/>
                </a:ext>
              </a:extLst>
            </p:cNvPr>
            <p:cNvSpPr>
              <a:spLocks/>
            </p:cNvSpPr>
            <p:nvPr/>
          </p:nvSpPr>
          <p:spPr bwMode="gray">
            <a:xfrm>
              <a:off x="4487930" y="5420743"/>
              <a:ext cx="265993" cy="66267"/>
            </a:xfrm>
            <a:custGeom>
              <a:avLst/>
              <a:gdLst>
                <a:gd name="T0" fmla="*/ 269 w 269"/>
                <a:gd name="T1" fmla="*/ 67 h 67"/>
                <a:gd name="T2" fmla="*/ 0 w 269"/>
                <a:gd name="T3" fmla="*/ 67 h 67"/>
                <a:gd name="T4" fmla="*/ 112 w 269"/>
                <a:gd name="T5" fmla="*/ 20 h 67"/>
                <a:gd name="T6" fmla="*/ 131 w 269"/>
                <a:gd name="T7" fmla="*/ 0 h 67"/>
                <a:gd name="T8" fmla="*/ 201 w 269"/>
                <a:gd name="T9" fmla="*/ 0 h 67"/>
                <a:gd name="T10" fmla="*/ 269 w 269"/>
                <a:gd name="T11" fmla="*/ 67 h 67"/>
              </a:gdLst>
              <a:ahLst/>
              <a:cxnLst>
                <a:cxn ang="0">
                  <a:pos x="T0" y="T1"/>
                </a:cxn>
                <a:cxn ang="0">
                  <a:pos x="T2" y="T3"/>
                </a:cxn>
                <a:cxn ang="0">
                  <a:pos x="T4" y="T5"/>
                </a:cxn>
                <a:cxn ang="0">
                  <a:pos x="T6" y="T7"/>
                </a:cxn>
                <a:cxn ang="0">
                  <a:pos x="T8" y="T9"/>
                </a:cxn>
                <a:cxn ang="0">
                  <a:pos x="T10" y="T11"/>
                </a:cxn>
              </a:cxnLst>
              <a:rect l="0" t="0" r="r" b="b"/>
              <a:pathLst>
                <a:path w="269" h="67">
                  <a:moveTo>
                    <a:pt x="269" y="67"/>
                  </a:moveTo>
                  <a:cubicBezTo>
                    <a:pt x="0" y="67"/>
                    <a:pt x="0" y="67"/>
                    <a:pt x="0" y="67"/>
                  </a:cubicBezTo>
                  <a:cubicBezTo>
                    <a:pt x="112" y="20"/>
                    <a:pt x="112" y="20"/>
                    <a:pt x="112" y="20"/>
                  </a:cubicBezTo>
                  <a:cubicBezTo>
                    <a:pt x="131" y="0"/>
                    <a:pt x="131" y="0"/>
                    <a:pt x="131" y="0"/>
                  </a:cubicBezTo>
                  <a:cubicBezTo>
                    <a:pt x="201" y="0"/>
                    <a:pt x="201" y="0"/>
                    <a:pt x="201" y="0"/>
                  </a:cubicBezTo>
                  <a:cubicBezTo>
                    <a:pt x="228" y="26"/>
                    <a:pt x="242" y="41"/>
                    <a:pt x="269" y="67"/>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3" name="Freeform 2154">
              <a:extLst>
                <a:ext uri="{FF2B5EF4-FFF2-40B4-BE49-F238E27FC236}">
                  <a16:creationId xmlns:a16="http://schemas.microsoft.com/office/drawing/2014/main" id="{C8745612-AB97-495D-8D1D-5BB5BB10B0D1}"/>
                </a:ext>
              </a:extLst>
            </p:cNvPr>
            <p:cNvSpPr>
              <a:spLocks/>
            </p:cNvSpPr>
            <p:nvPr/>
          </p:nvSpPr>
          <p:spPr bwMode="gray">
            <a:xfrm>
              <a:off x="4300066" y="5630412"/>
              <a:ext cx="434077" cy="656668"/>
            </a:xfrm>
            <a:custGeom>
              <a:avLst/>
              <a:gdLst>
                <a:gd name="T0" fmla="*/ 353 w 439"/>
                <a:gd name="T1" fmla="*/ 0 h 664"/>
                <a:gd name="T2" fmla="*/ 0 w 439"/>
                <a:gd name="T3" fmla="*/ 607 h 664"/>
                <a:gd name="T4" fmla="*/ 133 w 439"/>
                <a:gd name="T5" fmla="*/ 664 h 664"/>
                <a:gd name="T6" fmla="*/ 439 w 439"/>
                <a:gd name="T7" fmla="*/ 164 h 664"/>
                <a:gd name="T8" fmla="*/ 404 w 439"/>
                <a:gd name="T9" fmla="*/ 31 h 664"/>
                <a:gd name="T10" fmla="*/ 353 w 439"/>
                <a:gd name="T11" fmla="*/ 0 h 664"/>
              </a:gdLst>
              <a:ahLst/>
              <a:cxnLst>
                <a:cxn ang="0">
                  <a:pos x="T0" y="T1"/>
                </a:cxn>
                <a:cxn ang="0">
                  <a:pos x="T2" y="T3"/>
                </a:cxn>
                <a:cxn ang="0">
                  <a:pos x="T4" y="T5"/>
                </a:cxn>
                <a:cxn ang="0">
                  <a:pos x="T6" y="T7"/>
                </a:cxn>
                <a:cxn ang="0">
                  <a:pos x="T8" y="T9"/>
                </a:cxn>
                <a:cxn ang="0">
                  <a:pos x="T10" y="T11"/>
                </a:cxn>
              </a:cxnLst>
              <a:rect l="0" t="0" r="r" b="b"/>
              <a:pathLst>
                <a:path w="439" h="664">
                  <a:moveTo>
                    <a:pt x="353" y="0"/>
                  </a:moveTo>
                  <a:cubicBezTo>
                    <a:pt x="0" y="607"/>
                    <a:pt x="0" y="607"/>
                    <a:pt x="0" y="607"/>
                  </a:cubicBezTo>
                  <a:cubicBezTo>
                    <a:pt x="133" y="664"/>
                    <a:pt x="133" y="664"/>
                    <a:pt x="133" y="664"/>
                  </a:cubicBezTo>
                  <a:cubicBezTo>
                    <a:pt x="439" y="164"/>
                    <a:pt x="439" y="164"/>
                    <a:pt x="439" y="164"/>
                  </a:cubicBezTo>
                  <a:cubicBezTo>
                    <a:pt x="425" y="112"/>
                    <a:pt x="418" y="83"/>
                    <a:pt x="404" y="31"/>
                  </a:cubicBezTo>
                  <a:lnTo>
                    <a:pt x="353" y="0"/>
                  </a:lnTo>
                  <a:close/>
                </a:path>
              </a:pathLst>
            </a:custGeom>
            <a:solidFill>
              <a:srgbClr val="006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4" name="Freeform 2155">
              <a:extLst>
                <a:ext uri="{FF2B5EF4-FFF2-40B4-BE49-F238E27FC236}">
                  <a16:creationId xmlns:a16="http://schemas.microsoft.com/office/drawing/2014/main" id="{A29FC217-A588-4DD6-99C5-8E334A66EDDB}"/>
                </a:ext>
              </a:extLst>
            </p:cNvPr>
            <p:cNvSpPr>
              <a:spLocks/>
            </p:cNvSpPr>
            <p:nvPr/>
          </p:nvSpPr>
          <p:spPr bwMode="gray">
            <a:xfrm>
              <a:off x="4294136" y="6157529"/>
              <a:ext cx="190847" cy="179979"/>
            </a:xfrm>
            <a:custGeom>
              <a:avLst/>
              <a:gdLst>
                <a:gd name="T0" fmla="*/ 137 w 193"/>
                <a:gd name="T1" fmla="*/ 53 h 182"/>
                <a:gd name="T2" fmla="*/ 48 w 193"/>
                <a:gd name="T3" fmla="*/ 0 h 182"/>
                <a:gd name="T4" fmla="*/ 0 w 193"/>
                <a:gd name="T5" fmla="*/ 71 h 182"/>
                <a:gd name="T6" fmla="*/ 93 w 193"/>
                <a:gd name="T7" fmla="*/ 126 h 182"/>
                <a:gd name="T8" fmla="*/ 188 w 193"/>
                <a:gd name="T9" fmla="*/ 182 h 182"/>
                <a:gd name="T10" fmla="*/ 193 w 193"/>
                <a:gd name="T11" fmla="*/ 86 h 182"/>
                <a:gd name="T12" fmla="*/ 137 w 193"/>
                <a:gd name="T13" fmla="*/ 53 h 182"/>
                <a:gd name="T14" fmla="*/ 137 w 193"/>
                <a:gd name="T15" fmla="*/ 53 h 1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3" h="182">
                  <a:moveTo>
                    <a:pt x="137" y="53"/>
                  </a:moveTo>
                  <a:cubicBezTo>
                    <a:pt x="49" y="1"/>
                    <a:pt x="48" y="0"/>
                    <a:pt x="48" y="0"/>
                  </a:cubicBezTo>
                  <a:cubicBezTo>
                    <a:pt x="48" y="0"/>
                    <a:pt x="14" y="48"/>
                    <a:pt x="0" y="71"/>
                  </a:cubicBezTo>
                  <a:cubicBezTo>
                    <a:pt x="93" y="126"/>
                    <a:pt x="93" y="126"/>
                    <a:pt x="93" y="126"/>
                  </a:cubicBezTo>
                  <a:cubicBezTo>
                    <a:pt x="188" y="182"/>
                    <a:pt x="188" y="182"/>
                    <a:pt x="188" y="182"/>
                  </a:cubicBezTo>
                  <a:cubicBezTo>
                    <a:pt x="193" y="86"/>
                    <a:pt x="193" y="86"/>
                    <a:pt x="193" y="86"/>
                  </a:cubicBezTo>
                  <a:cubicBezTo>
                    <a:pt x="137" y="53"/>
                    <a:pt x="137" y="53"/>
                    <a:pt x="137" y="53"/>
                  </a:cubicBezTo>
                  <a:cubicBezTo>
                    <a:pt x="137" y="53"/>
                    <a:pt x="137" y="53"/>
                    <a:pt x="137" y="53"/>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5" name="Freeform 2156">
              <a:extLst>
                <a:ext uri="{FF2B5EF4-FFF2-40B4-BE49-F238E27FC236}">
                  <a16:creationId xmlns:a16="http://schemas.microsoft.com/office/drawing/2014/main" id="{6950B5A5-70EF-4ED2-9642-030187D44885}"/>
                </a:ext>
              </a:extLst>
            </p:cNvPr>
            <p:cNvSpPr>
              <a:spLocks/>
            </p:cNvSpPr>
            <p:nvPr/>
          </p:nvSpPr>
          <p:spPr bwMode="gray">
            <a:xfrm>
              <a:off x="4191290" y="4528731"/>
              <a:ext cx="276893" cy="445012"/>
            </a:xfrm>
            <a:custGeom>
              <a:avLst/>
              <a:gdLst>
                <a:gd name="T0" fmla="*/ 190 w 280"/>
                <a:gd name="T1" fmla="*/ 0 h 450"/>
                <a:gd name="T2" fmla="*/ 9 w 280"/>
                <a:gd name="T3" fmla="*/ 189 h 450"/>
                <a:gd name="T4" fmla="*/ 37 w 280"/>
                <a:gd name="T5" fmla="*/ 280 h 450"/>
                <a:gd name="T6" fmla="*/ 2 w 280"/>
                <a:gd name="T7" fmla="*/ 325 h 450"/>
                <a:gd name="T8" fmla="*/ 11 w 280"/>
                <a:gd name="T9" fmla="*/ 352 h 450"/>
                <a:gd name="T10" fmla="*/ 0 w 280"/>
                <a:gd name="T11" fmla="*/ 404 h 450"/>
                <a:gd name="T12" fmla="*/ 140 w 280"/>
                <a:gd name="T13" fmla="*/ 450 h 450"/>
                <a:gd name="T14" fmla="*/ 156 w 280"/>
                <a:gd name="T15" fmla="*/ 369 h 450"/>
                <a:gd name="T16" fmla="*/ 198 w 280"/>
                <a:gd name="T17" fmla="*/ 376 h 450"/>
                <a:gd name="T18" fmla="*/ 280 w 280"/>
                <a:gd name="T19" fmla="*/ 189 h 450"/>
                <a:gd name="T20" fmla="*/ 190 w 280"/>
                <a:gd name="T21" fmla="*/ 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0" h="450">
                  <a:moveTo>
                    <a:pt x="190" y="0"/>
                  </a:moveTo>
                  <a:cubicBezTo>
                    <a:pt x="115" y="0"/>
                    <a:pt x="9" y="85"/>
                    <a:pt x="9" y="189"/>
                  </a:cubicBezTo>
                  <a:cubicBezTo>
                    <a:pt x="9" y="221"/>
                    <a:pt x="20" y="252"/>
                    <a:pt x="37" y="280"/>
                  </a:cubicBezTo>
                  <a:cubicBezTo>
                    <a:pt x="34" y="285"/>
                    <a:pt x="2" y="325"/>
                    <a:pt x="2" y="325"/>
                  </a:cubicBezTo>
                  <a:cubicBezTo>
                    <a:pt x="11" y="352"/>
                    <a:pt x="11" y="352"/>
                    <a:pt x="11" y="352"/>
                  </a:cubicBezTo>
                  <a:cubicBezTo>
                    <a:pt x="0" y="404"/>
                    <a:pt x="0" y="404"/>
                    <a:pt x="0" y="404"/>
                  </a:cubicBezTo>
                  <a:cubicBezTo>
                    <a:pt x="140" y="450"/>
                    <a:pt x="140" y="450"/>
                    <a:pt x="140" y="450"/>
                  </a:cubicBezTo>
                  <a:cubicBezTo>
                    <a:pt x="156" y="369"/>
                    <a:pt x="156" y="369"/>
                    <a:pt x="156" y="369"/>
                  </a:cubicBezTo>
                  <a:cubicBezTo>
                    <a:pt x="170" y="373"/>
                    <a:pt x="184" y="376"/>
                    <a:pt x="198" y="376"/>
                  </a:cubicBezTo>
                  <a:cubicBezTo>
                    <a:pt x="271" y="376"/>
                    <a:pt x="280" y="291"/>
                    <a:pt x="280" y="189"/>
                  </a:cubicBezTo>
                  <a:cubicBezTo>
                    <a:pt x="280" y="85"/>
                    <a:pt x="263" y="0"/>
                    <a:pt x="190" y="0"/>
                  </a:cubicBezTo>
                  <a:close/>
                </a:path>
              </a:pathLst>
            </a:custGeom>
            <a:solidFill>
              <a:srgbClr val="D8D7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6" name="Freeform 2157">
              <a:extLst>
                <a:ext uri="{FF2B5EF4-FFF2-40B4-BE49-F238E27FC236}">
                  <a16:creationId xmlns:a16="http://schemas.microsoft.com/office/drawing/2014/main" id="{55C659A8-EC6E-4BEB-8516-8D039668A131}"/>
                </a:ext>
              </a:extLst>
            </p:cNvPr>
            <p:cNvSpPr>
              <a:spLocks/>
            </p:cNvSpPr>
            <p:nvPr/>
          </p:nvSpPr>
          <p:spPr bwMode="gray">
            <a:xfrm>
              <a:off x="4131983" y="4504014"/>
              <a:ext cx="341138" cy="401509"/>
            </a:xfrm>
            <a:custGeom>
              <a:avLst/>
              <a:gdLst>
                <a:gd name="T0" fmla="*/ 301 w 345"/>
                <a:gd name="T1" fmla="*/ 386 h 406"/>
                <a:gd name="T2" fmla="*/ 267 w 345"/>
                <a:gd name="T3" fmla="*/ 406 h 406"/>
                <a:gd name="T4" fmla="*/ 197 w 345"/>
                <a:gd name="T5" fmla="*/ 394 h 406"/>
                <a:gd name="T6" fmla="*/ 178 w 345"/>
                <a:gd name="T7" fmla="*/ 280 h 406"/>
                <a:gd name="T8" fmla="*/ 132 w 345"/>
                <a:gd name="T9" fmla="*/ 168 h 406"/>
                <a:gd name="T10" fmla="*/ 101 w 345"/>
                <a:gd name="T11" fmla="*/ 300 h 406"/>
                <a:gd name="T12" fmla="*/ 71 w 345"/>
                <a:gd name="T13" fmla="*/ 377 h 406"/>
                <a:gd name="T14" fmla="*/ 0 w 345"/>
                <a:gd name="T15" fmla="*/ 157 h 406"/>
                <a:gd name="T16" fmla="*/ 84 w 345"/>
                <a:gd name="T17" fmla="*/ 6 h 406"/>
                <a:gd name="T18" fmla="*/ 257 w 345"/>
                <a:gd name="T19" fmla="*/ 0 h 406"/>
                <a:gd name="T20" fmla="*/ 335 w 345"/>
                <a:gd name="T21" fmla="*/ 47 h 406"/>
                <a:gd name="T22" fmla="*/ 345 w 345"/>
                <a:gd name="T23" fmla="*/ 74 h 406"/>
                <a:gd name="T24" fmla="*/ 331 w 345"/>
                <a:gd name="T25" fmla="*/ 105 h 406"/>
                <a:gd name="T26" fmla="*/ 249 w 345"/>
                <a:gd name="T27" fmla="*/ 62 h 406"/>
                <a:gd name="T28" fmla="*/ 214 w 345"/>
                <a:gd name="T29" fmla="*/ 159 h 406"/>
                <a:gd name="T30" fmla="*/ 218 w 345"/>
                <a:gd name="T31" fmla="*/ 313 h 406"/>
                <a:gd name="T32" fmla="*/ 319 w 345"/>
                <a:gd name="T33" fmla="*/ 355 h 406"/>
                <a:gd name="T34" fmla="*/ 317 w 345"/>
                <a:gd name="T35" fmla="*/ 371 h 406"/>
                <a:gd name="T36" fmla="*/ 301 w 345"/>
                <a:gd name="T37" fmla="*/ 38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5" h="406">
                  <a:moveTo>
                    <a:pt x="301" y="386"/>
                  </a:moveTo>
                  <a:cubicBezTo>
                    <a:pt x="267" y="406"/>
                    <a:pt x="267" y="406"/>
                    <a:pt x="267" y="406"/>
                  </a:cubicBezTo>
                  <a:cubicBezTo>
                    <a:pt x="197" y="394"/>
                    <a:pt x="197" y="394"/>
                    <a:pt x="197" y="394"/>
                  </a:cubicBezTo>
                  <a:cubicBezTo>
                    <a:pt x="178" y="280"/>
                    <a:pt x="178" y="280"/>
                    <a:pt x="178" y="280"/>
                  </a:cubicBezTo>
                  <a:cubicBezTo>
                    <a:pt x="132" y="168"/>
                    <a:pt x="132" y="168"/>
                    <a:pt x="132" y="168"/>
                  </a:cubicBezTo>
                  <a:cubicBezTo>
                    <a:pt x="101" y="300"/>
                    <a:pt x="101" y="300"/>
                    <a:pt x="101" y="300"/>
                  </a:cubicBezTo>
                  <a:cubicBezTo>
                    <a:pt x="71" y="377"/>
                    <a:pt x="71" y="377"/>
                    <a:pt x="71" y="377"/>
                  </a:cubicBezTo>
                  <a:cubicBezTo>
                    <a:pt x="0" y="157"/>
                    <a:pt x="0" y="157"/>
                    <a:pt x="0" y="157"/>
                  </a:cubicBezTo>
                  <a:cubicBezTo>
                    <a:pt x="84" y="6"/>
                    <a:pt x="84" y="6"/>
                    <a:pt x="84" y="6"/>
                  </a:cubicBezTo>
                  <a:cubicBezTo>
                    <a:pt x="257" y="0"/>
                    <a:pt x="257" y="0"/>
                    <a:pt x="257" y="0"/>
                  </a:cubicBezTo>
                  <a:cubicBezTo>
                    <a:pt x="335" y="47"/>
                    <a:pt x="335" y="47"/>
                    <a:pt x="335" y="47"/>
                  </a:cubicBezTo>
                  <a:cubicBezTo>
                    <a:pt x="339" y="57"/>
                    <a:pt x="341" y="64"/>
                    <a:pt x="345" y="74"/>
                  </a:cubicBezTo>
                  <a:cubicBezTo>
                    <a:pt x="331" y="105"/>
                    <a:pt x="331" y="105"/>
                    <a:pt x="331" y="105"/>
                  </a:cubicBezTo>
                  <a:cubicBezTo>
                    <a:pt x="249" y="62"/>
                    <a:pt x="249" y="62"/>
                    <a:pt x="249" y="62"/>
                  </a:cubicBezTo>
                  <a:cubicBezTo>
                    <a:pt x="214" y="159"/>
                    <a:pt x="214" y="159"/>
                    <a:pt x="214" y="159"/>
                  </a:cubicBezTo>
                  <a:cubicBezTo>
                    <a:pt x="218" y="313"/>
                    <a:pt x="218" y="313"/>
                    <a:pt x="218" y="313"/>
                  </a:cubicBezTo>
                  <a:cubicBezTo>
                    <a:pt x="319" y="355"/>
                    <a:pt x="319" y="355"/>
                    <a:pt x="319" y="355"/>
                  </a:cubicBezTo>
                  <a:cubicBezTo>
                    <a:pt x="317" y="371"/>
                    <a:pt x="317" y="371"/>
                    <a:pt x="317" y="371"/>
                  </a:cubicBezTo>
                  <a:lnTo>
                    <a:pt x="301" y="386"/>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7" name="Freeform 2158">
              <a:extLst>
                <a:ext uri="{FF2B5EF4-FFF2-40B4-BE49-F238E27FC236}">
                  <a16:creationId xmlns:a16="http://schemas.microsoft.com/office/drawing/2014/main" id="{1976D560-C909-4A47-A413-A5D55542CC18}"/>
                </a:ext>
              </a:extLst>
            </p:cNvPr>
            <p:cNvSpPr>
              <a:spLocks/>
            </p:cNvSpPr>
            <p:nvPr/>
          </p:nvSpPr>
          <p:spPr bwMode="gray">
            <a:xfrm>
              <a:off x="4102328" y="4893661"/>
              <a:ext cx="328248" cy="665547"/>
            </a:xfrm>
            <a:custGeom>
              <a:avLst/>
              <a:gdLst>
                <a:gd name="T0" fmla="*/ 6807 w 9575"/>
                <a:gd name="T1" fmla="*/ 1558 h 19414"/>
                <a:gd name="T2" fmla="*/ 2711 w 9575"/>
                <a:gd name="T3" fmla="*/ 0 h 19414"/>
                <a:gd name="T4" fmla="*/ 0 w 9575"/>
                <a:gd name="T5" fmla="*/ 4212 h 19414"/>
                <a:gd name="T6" fmla="*/ 605 w 9575"/>
                <a:gd name="T7" fmla="*/ 14250 h 19414"/>
                <a:gd name="T8" fmla="*/ 317 w 9575"/>
                <a:gd name="T9" fmla="*/ 17856 h 19414"/>
                <a:gd name="T10" fmla="*/ 317 w 9575"/>
                <a:gd name="T11" fmla="*/ 19414 h 19414"/>
                <a:gd name="T12" fmla="*/ 9547 w 9575"/>
                <a:gd name="T13" fmla="*/ 18779 h 19414"/>
                <a:gd name="T14" fmla="*/ 9575 w 9575"/>
                <a:gd name="T15" fmla="*/ 5827 h 19414"/>
                <a:gd name="T16" fmla="*/ 6807 w 9575"/>
                <a:gd name="T17" fmla="*/ 1558 h 19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75" h="19414">
                  <a:moveTo>
                    <a:pt x="6807" y="1558"/>
                  </a:moveTo>
                  <a:lnTo>
                    <a:pt x="2711" y="0"/>
                  </a:lnTo>
                  <a:lnTo>
                    <a:pt x="0" y="4212"/>
                  </a:lnTo>
                  <a:lnTo>
                    <a:pt x="605" y="14250"/>
                  </a:lnTo>
                  <a:lnTo>
                    <a:pt x="317" y="17856"/>
                  </a:lnTo>
                  <a:lnTo>
                    <a:pt x="317" y="19414"/>
                  </a:lnTo>
                  <a:lnTo>
                    <a:pt x="9547" y="18779"/>
                  </a:lnTo>
                  <a:lnTo>
                    <a:pt x="9575" y="5827"/>
                  </a:lnTo>
                  <a:lnTo>
                    <a:pt x="6807" y="1558"/>
                  </a:lnTo>
                  <a:close/>
                </a:path>
              </a:pathLst>
            </a:custGeom>
            <a:solidFill>
              <a:srgbClr val="555F6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8" name="Freeform 2159">
              <a:extLst>
                <a:ext uri="{FF2B5EF4-FFF2-40B4-BE49-F238E27FC236}">
                  <a16:creationId xmlns:a16="http://schemas.microsoft.com/office/drawing/2014/main" id="{EC52A59F-6641-48BB-823E-D5460CA70CE8}"/>
                </a:ext>
              </a:extLst>
            </p:cNvPr>
            <p:cNvSpPr>
              <a:spLocks/>
            </p:cNvSpPr>
            <p:nvPr/>
          </p:nvSpPr>
          <p:spPr bwMode="gray">
            <a:xfrm>
              <a:off x="4510693" y="5741176"/>
              <a:ext cx="195784" cy="602263"/>
            </a:xfrm>
            <a:custGeom>
              <a:avLst/>
              <a:gdLst>
                <a:gd name="T0" fmla="*/ 5711 w 5711"/>
                <a:gd name="T1" fmla="*/ 375 h 17568"/>
                <a:gd name="T2" fmla="*/ 4643 w 5711"/>
                <a:gd name="T3" fmla="*/ 17280 h 17568"/>
                <a:gd name="T4" fmla="*/ 865 w 5711"/>
                <a:gd name="T5" fmla="*/ 17568 h 17568"/>
                <a:gd name="T6" fmla="*/ 634 w 5711"/>
                <a:gd name="T7" fmla="*/ 2221 h 17568"/>
                <a:gd name="T8" fmla="*/ 0 w 5711"/>
                <a:gd name="T9" fmla="*/ 0 h 17568"/>
                <a:gd name="T10" fmla="*/ 5711 w 5711"/>
                <a:gd name="T11" fmla="*/ 375 h 17568"/>
              </a:gdLst>
              <a:ahLst/>
              <a:cxnLst>
                <a:cxn ang="0">
                  <a:pos x="T0" y="T1"/>
                </a:cxn>
                <a:cxn ang="0">
                  <a:pos x="T2" y="T3"/>
                </a:cxn>
                <a:cxn ang="0">
                  <a:pos x="T4" y="T5"/>
                </a:cxn>
                <a:cxn ang="0">
                  <a:pos x="T6" y="T7"/>
                </a:cxn>
                <a:cxn ang="0">
                  <a:pos x="T8" y="T9"/>
                </a:cxn>
                <a:cxn ang="0">
                  <a:pos x="T10" y="T11"/>
                </a:cxn>
              </a:cxnLst>
              <a:rect l="0" t="0" r="r" b="b"/>
              <a:pathLst>
                <a:path w="5711" h="17568">
                  <a:moveTo>
                    <a:pt x="5711" y="375"/>
                  </a:moveTo>
                  <a:lnTo>
                    <a:pt x="4643" y="17280"/>
                  </a:lnTo>
                  <a:lnTo>
                    <a:pt x="865" y="17568"/>
                  </a:lnTo>
                  <a:lnTo>
                    <a:pt x="634" y="2221"/>
                  </a:lnTo>
                  <a:lnTo>
                    <a:pt x="0" y="0"/>
                  </a:lnTo>
                  <a:lnTo>
                    <a:pt x="5711" y="375"/>
                  </a:lnTo>
                  <a:close/>
                </a:path>
              </a:pathLst>
            </a:custGeom>
            <a:solidFill>
              <a:srgbClr val="2391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9" name="Freeform 2160">
              <a:extLst>
                <a:ext uri="{FF2B5EF4-FFF2-40B4-BE49-F238E27FC236}">
                  <a16:creationId xmlns:a16="http://schemas.microsoft.com/office/drawing/2014/main" id="{6E84060C-CD35-4832-B6CD-2FF875C00DB6}"/>
                </a:ext>
              </a:extLst>
            </p:cNvPr>
            <p:cNvSpPr>
              <a:spLocks/>
            </p:cNvSpPr>
            <p:nvPr/>
          </p:nvSpPr>
          <p:spPr bwMode="gray">
            <a:xfrm>
              <a:off x="4534418" y="6259381"/>
              <a:ext cx="212582" cy="83065"/>
            </a:xfrm>
            <a:custGeom>
              <a:avLst/>
              <a:gdLst>
                <a:gd name="T0" fmla="*/ 107 w 215"/>
                <a:gd name="T1" fmla="*/ 0 h 84"/>
                <a:gd name="T2" fmla="*/ 5 w 215"/>
                <a:gd name="T3" fmla="*/ 0 h 84"/>
                <a:gd name="T4" fmla="*/ 0 w 215"/>
                <a:gd name="T5" fmla="*/ 84 h 84"/>
                <a:gd name="T6" fmla="*/ 107 w 215"/>
                <a:gd name="T7" fmla="*/ 84 h 84"/>
                <a:gd name="T8" fmla="*/ 215 w 215"/>
                <a:gd name="T9" fmla="*/ 84 h 84"/>
                <a:gd name="T10" fmla="*/ 171 w 215"/>
                <a:gd name="T11" fmla="*/ 0 h 84"/>
                <a:gd name="T12" fmla="*/ 107 w 215"/>
                <a:gd name="T13" fmla="*/ 0 h 84"/>
                <a:gd name="T14" fmla="*/ 107 w 215"/>
                <a:gd name="T15" fmla="*/ 0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84">
                  <a:moveTo>
                    <a:pt x="107" y="0"/>
                  </a:moveTo>
                  <a:cubicBezTo>
                    <a:pt x="6" y="0"/>
                    <a:pt x="5" y="0"/>
                    <a:pt x="5" y="0"/>
                  </a:cubicBezTo>
                  <a:cubicBezTo>
                    <a:pt x="0" y="84"/>
                    <a:pt x="0" y="84"/>
                    <a:pt x="0" y="84"/>
                  </a:cubicBezTo>
                  <a:cubicBezTo>
                    <a:pt x="107" y="84"/>
                    <a:pt x="107" y="84"/>
                    <a:pt x="107" y="84"/>
                  </a:cubicBezTo>
                  <a:cubicBezTo>
                    <a:pt x="215" y="84"/>
                    <a:pt x="215" y="84"/>
                    <a:pt x="215" y="84"/>
                  </a:cubicBezTo>
                  <a:cubicBezTo>
                    <a:pt x="171" y="0"/>
                    <a:pt x="171" y="0"/>
                    <a:pt x="171" y="0"/>
                  </a:cubicBezTo>
                  <a:cubicBezTo>
                    <a:pt x="107" y="0"/>
                    <a:pt x="107" y="0"/>
                    <a:pt x="107" y="0"/>
                  </a:cubicBezTo>
                  <a:cubicBezTo>
                    <a:pt x="107" y="0"/>
                    <a:pt x="107" y="0"/>
                    <a:pt x="107"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0" name="Freeform 2161">
              <a:extLst>
                <a:ext uri="{FF2B5EF4-FFF2-40B4-BE49-F238E27FC236}">
                  <a16:creationId xmlns:a16="http://schemas.microsoft.com/office/drawing/2014/main" id="{97DB4D6C-0601-46F7-B51A-439B09A71041}"/>
                </a:ext>
              </a:extLst>
            </p:cNvPr>
            <p:cNvSpPr>
              <a:spLocks/>
            </p:cNvSpPr>
            <p:nvPr/>
          </p:nvSpPr>
          <p:spPr bwMode="gray">
            <a:xfrm>
              <a:off x="4075623" y="5767882"/>
              <a:ext cx="434077" cy="62290"/>
            </a:xfrm>
            <a:custGeom>
              <a:avLst/>
              <a:gdLst>
                <a:gd name="T0" fmla="*/ 393 w 439"/>
                <a:gd name="T1" fmla="*/ 0 h 63"/>
                <a:gd name="T2" fmla="*/ 45 w 439"/>
                <a:gd name="T3" fmla="*/ 0 h 63"/>
                <a:gd name="T4" fmla="*/ 0 w 439"/>
                <a:gd name="T5" fmla="*/ 63 h 63"/>
                <a:gd name="T6" fmla="*/ 439 w 439"/>
                <a:gd name="T7" fmla="*/ 63 h 63"/>
                <a:gd name="T8" fmla="*/ 393 w 439"/>
                <a:gd name="T9" fmla="*/ 0 h 63"/>
              </a:gdLst>
              <a:ahLst/>
              <a:cxnLst>
                <a:cxn ang="0">
                  <a:pos x="T0" y="T1"/>
                </a:cxn>
                <a:cxn ang="0">
                  <a:pos x="T2" y="T3"/>
                </a:cxn>
                <a:cxn ang="0">
                  <a:pos x="T4" y="T5"/>
                </a:cxn>
                <a:cxn ang="0">
                  <a:pos x="T6" y="T7"/>
                </a:cxn>
                <a:cxn ang="0">
                  <a:pos x="T8" y="T9"/>
                </a:cxn>
              </a:cxnLst>
              <a:rect l="0" t="0" r="r" b="b"/>
              <a:pathLst>
                <a:path w="439" h="63">
                  <a:moveTo>
                    <a:pt x="393" y="0"/>
                  </a:moveTo>
                  <a:cubicBezTo>
                    <a:pt x="45" y="0"/>
                    <a:pt x="45" y="0"/>
                    <a:pt x="45" y="0"/>
                  </a:cubicBezTo>
                  <a:cubicBezTo>
                    <a:pt x="20" y="0"/>
                    <a:pt x="0" y="28"/>
                    <a:pt x="0" y="63"/>
                  </a:cubicBezTo>
                  <a:cubicBezTo>
                    <a:pt x="439" y="63"/>
                    <a:pt x="439" y="63"/>
                    <a:pt x="439" y="63"/>
                  </a:cubicBezTo>
                  <a:cubicBezTo>
                    <a:pt x="439" y="28"/>
                    <a:pt x="418" y="0"/>
                    <a:pt x="393"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1" name="Freeform 2162">
              <a:extLst>
                <a:ext uri="{FF2B5EF4-FFF2-40B4-BE49-F238E27FC236}">
                  <a16:creationId xmlns:a16="http://schemas.microsoft.com/office/drawing/2014/main" id="{A3FE772F-22AA-47E3-AAB9-9AC0476B3A54}"/>
                </a:ext>
              </a:extLst>
            </p:cNvPr>
            <p:cNvSpPr>
              <a:spLocks/>
            </p:cNvSpPr>
            <p:nvPr/>
          </p:nvSpPr>
          <p:spPr bwMode="gray">
            <a:xfrm>
              <a:off x="4075623" y="5825235"/>
              <a:ext cx="434077" cy="42510"/>
            </a:xfrm>
            <a:custGeom>
              <a:avLst/>
              <a:gdLst>
                <a:gd name="T0" fmla="*/ 0 w 12662"/>
                <a:gd name="T1" fmla="*/ 0 h 1240"/>
                <a:gd name="T2" fmla="*/ 12662 w 12662"/>
                <a:gd name="T3" fmla="*/ 0 h 1240"/>
                <a:gd name="T4" fmla="*/ 12662 w 12662"/>
                <a:gd name="T5" fmla="*/ 1240 h 1240"/>
                <a:gd name="T6" fmla="*/ 0 w 12662"/>
                <a:gd name="T7" fmla="*/ 1240 h 1240"/>
                <a:gd name="T8" fmla="*/ 0 w 12662"/>
                <a:gd name="T9" fmla="*/ 0 h 1240"/>
                <a:gd name="T10" fmla="*/ 0 w 12662"/>
                <a:gd name="T11" fmla="*/ 0 h 1240"/>
              </a:gdLst>
              <a:ahLst/>
              <a:cxnLst>
                <a:cxn ang="0">
                  <a:pos x="T0" y="T1"/>
                </a:cxn>
                <a:cxn ang="0">
                  <a:pos x="T2" y="T3"/>
                </a:cxn>
                <a:cxn ang="0">
                  <a:pos x="T4" y="T5"/>
                </a:cxn>
                <a:cxn ang="0">
                  <a:pos x="T6" y="T7"/>
                </a:cxn>
                <a:cxn ang="0">
                  <a:pos x="T8" y="T9"/>
                </a:cxn>
                <a:cxn ang="0">
                  <a:pos x="T10" y="T11"/>
                </a:cxn>
              </a:cxnLst>
              <a:rect l="0" t="0" r="r" b="b"/>
              <a:pathLst>
                <a:path w="12662" h="1240">
                  <a:moveTo>
                    <a:pt x="0" y="0"/>
                  </a:moveTo>
                  <a:lnTo>
                    <a:pt x="12662" y="0"/>
                  </a:lnTo>
                  <a:lnTo>
                    <a:pt x="12662" y="1240"/>
                  </a:lnTo>
                  <a:lnTo>
                    <a:pt x="0" y="1240"/>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2" name="Freeform 2163">
              <a:extLst>
                <a:ext uri="{FF2B5EF4-FFF2-40B4-BE49-F238E27FC236}">
                  <a16:creationId xmlns:a16="http://schemas.microsoft.com/office/drawing/2014/main" id="{D8CCFDD3-1BC1-4A92-9887-A2A9ACA3E32A}"/>
                </a:ext>
              </a:extLst>
            </p:cNvPr>
            <p:cNvSpPr>
              <a:spLocks/>
            </p:cNvSpPr>
            <p:nvPr/>
          </p:nvSpPr>
          <p:spPr bwMode="gray">
            <a:xfrm>
              <a:off x="4067704" y="6115979"/>
              <a:ext cx="420226" cy="22763"/>
            </a:xfrm>
            <a:custGeom>
              <a:avLst/>
              <a:gdLst>
                <a:gd name="T0" fmla="*/ 0 w 12258"/>
                <a:gd name="T1" fmla="*/ 0 h 664"/>
                <a:gd name="T2" fmla="*/ 12258 w 12258"/>
                <a:gd name="T3" fmla="*/ 0 h 664"/>
                <a:gd name="T4" fmla="*/ 12258 w 12258"/>
                <a:gd name="T5" fmla="*/ 664 h 664"/>
                <a:gd name="T6" fmla="*/ 0 w 12258"/>
                <a:gd name="T7" fmla="*/ 664 h 664"/>
                <a:gd name="T8" fmla="*/ 0 w 12258"/>
                <a:gd name="T9" fmla="*/ 0 h 664"/>
                <a:gd name="T10" fmla="*/ 0 w 12258"/>
                <a:gd name="T11" fmla="*/ 0 h 664"/>
              </a:gdLst>
              <a:ahLst/>
              <a:cxnLst>
                <a:cxn ang="0">
                  <a:pos x="T0" y="T1"/>
                </a:cxn>
                <a:cxn ang="0">
                  <a:pos x="T2" y="T3"/>
                </a:cxn>
                <a:cxn ang="0">
                  <a:pos x="T4" y="T5"/>
                </a:cxn>
                <a:cxn ang="0">
                  <a:pos x="T6" y="T7"/>
                </a:cxn>
                <a:cxn ang="0">
                  <a:pos x="T8" y="T9"/>
                </a:cxn>
                <a:cxn ang="0">
                  <a:pos x="T10" y="T11"/>
                </a:cxn>
              </a:cxnLst>
              <a:rect l="0" t="0" r="r" b="b"/>
              <a:pathLst>
                <a:path w="12258" h="664">
                  <a:moveTo>
                    <a:pt x="0" y="0"/>
                  </a:moveTo>
                  <a:lnTo>
                    <a:pt x="12258" y="0"/>
                  </a:lnTo>
                  <a:lnTo>
                    <a:pt x="12258" y="664"/>
                  </a:lnTo>
                  <a:lnTo>
                    <a:pt x="0" y="664"/>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3" name="Freeform 2164">
              <a:extLst>
                <a:ext uri="{FF2B5EF4-FFF2-40B4-BE49-F238E27FC236}">
                  <a16:creationId xmlns:a16="http://schemas.microsoft.com/office/drawing/2014/main" id="{D3857EAA-9333-428F-B05C-6372718FF6F9}"/>
                </a:ext>
              </a:extLst>
            </p:cNvPr>
            <p:cNvSpPr>
              <a:spLocks/>
            </p:cNvSpPr>
            <p:nvPr/>
          </p:nvSpPr>
          <p:spPr bwMode="gray">
            <a:xfrm>
              <a:off x="4048917" y="5456363"/>
              <a:ext cx="53411" cy="883134"/>
            </a:xfrm>
            <a:custGeom>
              <a:avLst/>
              <a:gdLst>
                <a:gd name="T0" fmla="*/ 0 w 1558"/>
                <a:gd name="T1" fmla="*/ 0 h 25761"/>
                <a:gd name="T2" fmla="*/ 1558 w 1558"/>
                <a:gd name="T3" fmla="*/ 0 h 25761"/>
                <a:gd name="T4" fmla="*/ 1558 w 1558"/>
                <a:gd name="T5" fmla="*/ 25761 h 25761"/>
                <a:gd name="T6" fmla="*/ 0 w 1558"/>
                <a:gd name="T7" fmla="*/ 25761 h 25761"/>
                <a:gd name="T8" fmla="*/ 0 w 1558"/>
                <a:gd name="T9" fmla="*/ 0 h 25761"/>
                <a:gd name="T10" fmla="*/ 0 w 1558"/>
                <a:gd name="T11" fmla="*/ 0 h 25761"/>
              </a:gdLst>
              <a:ahLst/>
              <a:cxnLst>
                <a:cxn ang="0">
                  <a:pos x="T0" y="T1"/>
                </a:cxn>
                <a:cxn ang="0">
                  <a:pos x="T2" y="T3"/>
                </a:cxn>
                <a:cxn ang="0">
                  <a:pos x="T4" y="T5"/>
                </a:cxn>
                <a:cxn ang="0">
                  <a:pos x="T6" y="T7"/>
                </a:cxn>
                <a:cxn ang="0">
                  <a:pos x="T8" y="T9"/>
                </a:cxn>
                <a:cxn ang="0">
                  <a:pos x="T10" y="T11"/>
                </a:cxn>
              </a:cxnLst>
              <a:rect l="0" t="0" r="r" b="b"/>
              <a:pathLst>
                <a:path w="1558" h="25761">
                  <a:moveTo>
                    <a:pt x="0" y="0"/>
                  </a:moveTo>
                  <a:lnTo>
                    <a:pt x="1558" y="0"/>
                  </a:lnTo>
                  <a:lnTo>
                    <a:pt x="1558" y="25761"/>
                  </a:lnTo>
                  <a:lnTo>
                    <a:pt x="0" y="25761"/>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4" name="Freeform 2165">
              <a:extLst>
                <a:ext uri="{FF2B5EF4-FFF2-40B4-BE49-F238E27FC236}">
                  <a16:creationId xmlns:a16="http://schemas.microsoft.com/office/drawing/2014/main" id="{3D8E475A-6B4A-451E-8BE3-3F0595C70D7B}"/>
                </a:ext>
              </a:extLst>
            </p:cNvPr>
            <p:cNvSpPr>
              <a:spLocks/>
            </p:cNvSpPr>
            <p:nvPr/>
          </p:nvSpPr>
          <p:spPr bwMode="gray">
            <a:xfrm>
              <a:off x="4465201" y="5825235"/>
              <a:ext cx="45491" cy="517210"/>
            </a:xfrm>
            <a:custGeom>
              <a:avLst/>
              <a:gdLst>
                <a:gd name="T0" fmla="*/ 0 w 1327"/>
                <a:gd name="T1" fmla="*/ 0 h 15087"/>
                <a:gd name="T2" fmla="*/ 1327 w 1327"/>
                <a:gd name="T3" fmla="*/ 0 h 15087"/>
                <a:gd name="T4" fmla="*/ 1327 w 1327"/>
                <a:gd name="T5" fmla="*/ 15087 h 15087"/>
                <a:gd name="T6" fmla="*/ 0 w 1327"/>
                <a:gd name="T7" fmla="*/ 15087 h 15087"/>
                <a:gd name="T8" fmla="*/ 0 w 1327"/>
                <a:gd name="T9" fmla="*/ 0 h 15087"/>
                <a:gd name="T10" fmla="*/ 0 w 1327"/>
                <a:gd name="T11" fmla="*/ 0 h 15087"/>
              </a:gdLst>
              <a:ahLst/>
              <a:cxnLst>
                <a:cxn ang="0">
                  <a:pos x="T0" y="T1"/>
                </a:cxn>
                <a:cxn ang="0">
                  <a:pos x="T2" y="T3"/>
                </a:cxn>
                <a:cxn ang="0">
                  <a:pos x="T4" y="T5"/>
                </a:cxn>
                <a:cxn ang="0">
                  <a:pos x="T6" y="T7"/>
                </a:cxn>
                <a:cxn ang="0">
                  <a:pos x="T8" y="T9"/>
                </a:cxn>
                <a:cxn ang="0">
                  <a:pos x="T10" y="T11"/>
                </a:cxn>
              </a:cxnLst>
              <a:rect l="0" t="0" r="r" b="b"/>
              <a:pathLst>
                <a:path w="1327" h="15087">
                  <a:moveTo>
                    <a:pt x="0" y="0"/>
                  </a:moveTo>
                  <a:lnTo>
                    <a:pt x="1327" y="0"/>
                  </a:lnTo>
                  <a:lnTo>
                    <a:pt x="1327" y="15087"/>
                  </a:lnTo>
                  <a:lnTo>
                    <a:pt x="0" y="15087"/>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5" name="Freeform 2166">
              <a:extLst>
                <a:ext uri="{FF2B5EF4-FFF2-40B4-BE49-F238E27FC236}">
                  <a16:creationId xmlns:a16="http://schemas.microsoft.com/office/drawing/2014/main" id="{0B9F3F04-83E6-42FE-8A71-95924955AA87}"/>
                </a:ext>
              </a:extLst>
            </p:cNvPr>
            <p:cNvSpPr>
              <a:spLocks/>
            </p:cNvSpPr>
            <p:nvPr/>
          </p:nvSpPr>
          <p:spPr bwMode="gray">
            <a:xfrm>
              <a:off x="4048917" y="5221978"/>
              <a:ext cx="53411" cy="234385"/>
            </a:xfrm>
            <a:custGeom>
              <a:avLst/>
              <a:gdLst>
                <a:gd name="T0" fmla="*/ 40 w 54"/>
                <a:gd name="T1" fmla="*/ 0 h 237"/>
                <a:gd name="T2" fmla="*/ 14 w 54"/>
                <a:gd name="T3" fmla="*/ 0 h 237"/>
                <a:gd name="T4" fmla="*/ 0 w 54"/>
                <a:gd name="T5" fmla="*/ 134 h 237"/>
                <a:gd name="T6" fmla="*/ 0 w 54"/>
                <a:gd name="T7" fmla="*/ 237 h 237"/>
                <a:gd name="T8" fmla="*/ 54 w 54"/>
                <a:gd name="T9" fmla="*/ 237 h 237"/>
                <a:gd name="T10" fmla="*/ 54 w 54"/>
                <a:gd name="T11" fmla="*/ 134 h 237"/>
                <a:gd name="T12" fmla="*/ 40 w 54"/>
                <a:gd name="T13" fmla="*/ 0 h 237"/>
              </a:gdLst>
              <a:ahLst/>
              <a:cxnLst>
                <a:cxn ang="0">
                  <a:pos x="T0" y="T1"/>
                </a:cxn>
                <a:cxn ang="0">
                  <a:pos x="T2" y="T3"/>
                </a:cxn>
                <a:cxn ang="0">
                  <a:pos x="T4" y="T5"/>
                </a:cxn>
                <a:cxn ang="0">
                  <a:pos x="T6" y="T7"/>
                </a:cxn>
                <a:cxn ang="0">
                  <a:pos x="T8" y="T9"/>
                </a:cxn>
                <a:cxn ang="0">
                  <a:pos x="T10" y="T11"/>
                </a:cxn>
                <a:cxn ang="0">
                  <a:pos x="T12" y="T13"/>
                </a:cxn>
              </a:cxnLst>
              <a:rect l="0" t="0" r="r" b="b"/>
              <a:pathLst>
                <a:path w="54" h="237">
                  <a:moveTo>
                    <a:pt x="40" y="0"/>
                  </a:moveTo>
                  <a:cubicBezTo>
                    <a:pt x="14" y="0"/>
                    <a:pt x="14" y="0"/>
                    <a:pt x="14" y="0"/>
                  </a:cubicBezTo>
                  <a:cubicBezTo>
                    <a:pt x="6" y="0"/>
                    <a:pt x="0" y="60"/>
                    <a:pt x="0" y="134"/>
                  </a:cubicBezTo>
                  <a:cubicBezTo>
                    <a:pt x="0" y="237"/>
                    <a:pt x="0" y="237"/>
                    <a:pt x="0" y="237"/>
                  </a:cubicBezTo>
                  <a:cubicBezTo>
                    <a:pt x="54" y="237"/>
                    <a:pt x="54" y="237"/>
                    <a:pt x="54" y="237"/>
                  </a:cubicBezTo>
                  <a:cubicBezTo>
                    <a:pt x="54" y="134"/>
                    <a:pt x="54" y="134"/>
                    <a:pt x="54" y="134"/>
                  </a:cubicBezTo>
                  <a:cubicBezTo>
                    <a:pt x="54" y="60"/>
                    <a:pt x="48" y="0"/>
                    <a:pt x="40"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6" name="Freeform 2167">
              <a:extLst>
                <a:ext uri="{FF2B5EF4-FFF2-40B4-BE49-F238E27FC236}">
                  <a16:creationId xmlns:a16="http://schemas.microsoft.com/office/drawing/2014/main" id="{98B5884C-A6D7-4FD7-93C8-9B11E4D3E5EE}"/>
                </a:ext>
              </a:extLst>
            </p:cNvPr>
            <p:cNvSpPr>
              <a:spLocks/>
            </p:cNvSpPr>
            <p:nvPr/>
          </p:nvSpPr>
          <p:spPr bwMode="gray">
            <a:xfrm>
              <a:off x="4216042" y="5551288"/>
              <a:ext cx="490436" cy="216593"/>
            </a:xfrm>
            <a:custGeom>
              <a:avLst/>
              <a:gdLst>
                <a:gd name="T0" fmla="*/ 14306 w 14306"/>
                <a:gd name="T1" fmla="*/ 6318 h 6318"/>
                <a:gd name="T2" fmla="*/ 0 w 14306"/>
                <a:gd name="T3" fmla="*/ 6318 h 6318"/>
                <a:gd name="T4" fmla="*/ 0 w 14306"/>
                <a:gd name="T5" fmla="*/ 0 h 6318"/>
                <a:gd name="T6" fmla="*/ 12344 w 14306"/>
                <a:gd name="T7" fmla="*/ 1472 h 6318"/>
                <a:gd name="T8" fmla="*/ 14306 w 14306"/>
                <a:gd name="T9" fmla="*/ 3375 h 6318"/>
                <a:gd name="T10" fmla="*/ 14306 w 14306"/>
                <a:gd name="T11" fmla="*/ 6318 h 6318"/>
              </a:gdLst>
              <a:ahLst/>
              <a:cxnLst>
                <a:cxn ang="0">
                  <a:pos x="T0" y="T1"/>
                </a:cxn>
                <a:cxn ang="0">
                  <a:pos x="T2" y="T3"/>
                </a:cxn>
                <a:cxn ang="0">
                  <a:pos x="T4" y="T5"/>
                </a:cxn>
                <a:cxn ang="0">
                  <a:pos x="T6" y="T7"/>
                </a:cxn>
                <a:cxn ang="0">
                  <a:pos x="T8" y="T9"/>
                </a:cxn>
                <a:cxn ang="0">
                  <a:pos x="T10" y="T11"/>
                </a:cxn>
              </a:cxnLst>
              <a:rect l="0" t="0" r="r" b="b"/>
              <a:pathLst>
                <a:path w="14306" h="6318">
                  <a:moveTo>
                    <a:pt x="14306" y="6318"/>
                  </a:moveTo>
                  <a:lnTo>
                    <a:pt x="0" y="6318"/>
                  </a:lnTo>
                  <a:lnTo>
                    <a:pt x="0" y="0"/>
                  </a:lnTo>
                  <a:lnTo>
                    <a:pt x="12344" y="1472"/>
                  </a:lnTo>
                  <a:lnTo>
                    <a:pt x="14306" y="3375"/>
                  </a:lnTo>
                  <a:lnTo>
                    <a:pt x="14306" y="6318"/>
                  </a:lnTo>
                  <a:close/>
                </a:path>
              </a:pathLst>
            </a:custGeom>
            <a:solidFill>
              <a:srgbClr val="2391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7" name="Freeform 2168">
              <a:extLst>
                <a:ext uri="{FF2B5EF4-FFF2-40B4-BE49-F238E27FC236}">
                  <a16:creationId xmlns:a16="http://schemas.microsoft.com/office/drawing/2014/main" id="{D7137662-891F-4DCF-B30C-BFC5903DBAFB}"/>
                </a:ext>
              </a:extLst>
            </p:cNvPr>
            <p:cNvSpPr>
              <a:spLocks/>
            </p:cNvSpPr>
            <p:nvPr/>
          </p:nvSpPr>
          <p:spPr bwMode="gray">
            <a:xfrm>
              <a:off x="4113196" y="5575046"/>
              <a:ext cx="212582" cy="192836"/>
            </a:xfrm>
            <a:custGeom>
              <a:avLst/>
              <a:gdLst>
                <a:gd name="T0" fmla="*/ 44 w 215"/>
                <a:gd name="T1" fmla="*/ 195 h 195"/>
                <a:gd name="T2" fmla="*/ 192 w 215"/>
                <a:gd name="T3" fmla="*/ 195 h 195"/>
                <a:gd name="T4" fmla="*/ 215 w 215"/>
                <a:gd name="T5" fmla="*/ 172 h 195"/>
                <a:gd name="T6" fmla="*/ 215 w 215"/>
                <a:gd name="T7" fmla="*/ 23 h 195"/>
                <a:gd name="T8" fmla="*/ 192 w 215"/>
                <a:gd name="T9" fmla="*/ 0 h 195"/>
                <a:gd name="T10" fmla="*/ 23 w 215"/>
                <a:gd name="T11" fmla="*/ 0 h 195"/>
                <a:gd name="T12" fmla="*/ 0 w 215"/>
                <a:gd name="T13" fmla="*/ 23 h 195"/>
                <a:gd name="T14" fmla="*/ 0 w 215"/>
                <a:gd name="T15" fmla="*/ 152 h 195"/>
                <a:gd name="T16" fmla="*/ 44 w 215"/>
                <a:gd name="T17" fmla="*/ 195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195">
                  <a:moveTo>
                    <a:pt x="44" y="195"/>
                  </a:moveTo>
                  <a:cubicBezTo>
                    <a:pt x="192" y="195"/>
                    <a:pt x="192" y="195"/>
                    <a:pt x="192" y="195"/>
                  </a:cubicBezTo>
                  <a:cubicBezTo>
                    <a:pt x="205" y="195"/>
                    <a:pt x="215" y="185"/>
                    <a:pt x="215" y="172"/>
                  </a:cubicBezTo>
                  <a:cubicBezTo>
                    <a:pt x="215" y="23"/>
                    <a:pt x="215" y="23"/>
                    <a:pt x="215" y="23"/>
                  </a:cubicBezTo>
                  <a:cubicBezTo>
                    <a:pt x="215" y="11"/>
                    <a:pt x="205" y="0"/>
                    <a:pt x="192" y="0"/>
                  </a:cubicBezTo>
                  <a:cubicBezTo>
                    <a:pt x="23" y="0"/>
                    <a:pt x="23" y="0"/>
                    <a:pt x="23" y="0"/>
                  </a:cubicBezTo>
                  <a:cubicBezTo>
                    <a:pt x="10" y="0"/>
                    <a:pt x="0" y="11"/>
                    <a:pt x="0" y="23"/>
                  </a:cubicBezTo>
                  <a:cubicBezTo>
                    <a:pt x="0" y="152"/>
                    <a:pt x="0" y="152"/>
                    <a:pt x="0" y="152"/>
                  </a:cubicBezTo>
                  <a:cubicBezTo>
                    <a:pt x="17" y="169"/>
                    <a:pt x="27" y="178"/>
                    <a:pt x="44" y="195"/>
                  </a:cubicBezTo>
                  <a:close/>
                </a:path>
              </a:pathLst>
            </a:custGeom>
            <a:solidFill>
              <a:srgbClr val="2391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8" name="Freeform 2169">
              <a:extLst>
                <a:ext uri="{FF2B5EF4-FFF2-40B4-BE49-F238E27FC236}">
                  <a16:creationId xmlns:a16="http://schemas.microsoft.com/office/drawing/2014/main" id="{44EA5883-21F5-4D03-8AC4-FDA9543179CC}"/>
                </a:ext>
              </a:extLst>
            </p:cNvPr>
            <p:cNvSpPr>
              <a:spLocks/>
            </p:cNvSpPr>
            <p:nvPr/>
          </p:nvSpPr>
          <p:spPr bwMode="gray">
            <a:xfrm>
              <a:off x="4113196" y="5511728"/>
              <a:ext cx="316421" cy="90025"/>
            </a:xfrm>
            <a:custGeom>
              <a:avLst/>
              <a:gdLst>
                <a:gd name="T0" fmla="*/ 7672 w 9230"/>
                <a:gd name="T1" fmla="*/ 2135 h 2626"/>
                <a:gd name="T2" fmla="*/ 0 w 9230"/>
                <a:gd name="T3" fmla="*/ 2626 h 2626"/>
                <a:gd name="T4" fmla="*/ 0 w 9230"/>
                <a:gd name="T5" fmla="*/ 0 h 2626"/>
                <a:gd name="T6" fmla="*/ 9230 w 9230"/>
                <a:gd name="T7" fmla="*/ 750 h 2626"/>
                <a:gd name="T8" fmla="*/ 9114 w 9230"/>
                <a:gd name="T9" fmla="*/ 1876 h 2626"/>
                <a:gd name="T10" fmla="*/ 7672 w 9230"/>
                <a:gd name="T11" fmla="*/ 2135 h 2626"/>
              </a:gdLst>
              <a:ahLst/>
              <a:cxnLst>
                <a:cxn ang="0">
                  <a:pos x="T0" y="T1"/>
                </a:cxn>
                <a:cxn ang="0">
                  <a:pos x="T2" y="T3"/>
                </a:cxn>
                <a:cxn ang="0">
                  <a:pos x="T4" y="T5"/>
                </a:cxn>
                <a:cxn ang="0">
                  <a:pos x="T6" y="T7"/>
                </a:cxn>
                <a:cxn ang="0">
                  <a:pos x="T8" y="T9"/>
                </a:cxn>
                <a:cxn ang="0">
                  <a:pos x="T10" y="T11"/>
                </a:cxn>
              </a:cxnLst>
              <a:rect l="0" t="0" r="r" b="b"/>
              <a:pathLst>
                <a:path w="9230" h="2626">
                  <a:moveTo>
                    <a:pt x="7672" y="2135"/>
                  </a:moveTo>
                  <a:lnTo>
                    <a:pt x="0" y="2626"/>
                  </a:lnTo>
                  <a:lnTo>
                    <a:pt x="0" y="0"/>
                  </a:lnTo>
                  <a:lnTo>
                    <a:pt x="9230" y="750"/>
                  </a:lnTo>
                  <a:lnTo>
                    <a:pt x="9114" y="1876"/>
                  </a:lnTo>
                  <a:lnTo>
                    <a:pt x="7672" y="2135"/>
                  </a:lnTo>
                  <a:close/>
                </a:path>
              </a:pathLst>
            </a:custGeom>
            <a:solidFill>
              <a:srgbClr val="555F6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9" name="Freeform 2170">
              <a:extLst>
                <a:ext uri="{FF2B5EF4-FFF2-40B4-BE49-F238E27FC236}">
                  <a16:creationId xmlns:a16="http://schemas.microsoft.com/office/drawing/2014/main" id="{6438311A-F9AB-48E0-B3D7-C530C4D1D868}"/>
                </a:ext>
              </a:extLst>
            </p:cNvPr>
            <p:cNvSpPr>
              <a:spLocks/>
            </p:cNvSpPr>
            <p:nvPr/>
          </p:nvSpPr>
          <p:spPr bwMode="gray">
            <a:xfrm>
              <a:off x="4290192" y="5088485"/>
              <a:ext cx="252143" cy="398526"/>
            </a:xfrm>
            <a:custGeom>
              <a:avLst/>
              <a:gdLst>
                <a:gd name="T0" fmla="*/ 5768 w 7355"/>
                <a:gd name="T1" fmla="*/ 11625 h 11625"/>
                <a:gd name="T2" fmla="*/ 0 w 7355"/>
                <a:gd name="T3" fmla="*/ 4875 h 11625"/>
                <a:gd name="T4" fmla="*/ 1730 w 7355"/>
                <a:gd name="T5" fmla="*/ 0 h 11625"/>
                <a:gd name="T6" fmla="*/ 7355 w 7355"/>
                <a:gd name="T7" fmla="*/ 9173 h 11625"/>
                <a:gd name="T8" fmla="*/ 5768 w 7355"/>
                <a:gd name="T9" fmla="*/ 11625 h 11625"/>
              </a:gdLst>
              <a:ahLst/>
              <a:cxnLst>
                <a:cxn ang="0">
                  <a:pos x="T0" y="T1"/>
                </a:cxn>
                <a:cxn ang="0">
                  <a:pos x="T2" y="T3"/>
                </a:cxn>
                <a:cxn ang="0">
                  <a:pos x="T4" y="T5"/>
                </a:cxn>
                <a:cxn ang="0">
                  <a:pos x="T6" y="T7"/>
                </a:cxn>
                <a:cxn ang="0">
                  <a:pos x="T8" y="T9"/>
                </a:cxn>
              </a:cxnLst>
              <a:rect l="0" t="0" r="r" b="b"/>
              <a:pathLst>
                <a:path w="7355" h="11625">
                  <a:moveTo>
                    <a:pt x="5768" y="11625"/>
                  </a:moveTo>
                  <a:lnTo>
                    <a:pt x="0" y="4875"/>
                  </a:lnTo>
                  <a:lnTo>
                    <a:pt x="1730" y="0"/>
                  </a:lnTo>
                  <a:lnTo>
                    <a:pt x="7355" y="9173"/>
                  </a:lnTo>
                  <a:lnTo>
                    <a:pt x="5768" y="11625"/>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0" name="Freeform 2171">
              <a:extLst>
                <a:ext uri="{FF2B5EF4-FFF2-40B4-BE49-F238E27FC236}">
                  <a16:creationId xmlns:a16="http://schemas.microsoft.com/office/drawing/2014/main" id="{7977A123-9258-407A-B1E1-5A2CBA20C9CE}"/>
                </a:ext>
              </a:extLst>
            </p:cNvPr>
            <p:cNvSpPr>
              <a:spLocks/>
            </p:cNvSpPr>
            <p:nvPr/>
          </p:nvSpPr>
          <p:spPr bwMode="gray">
            <a:xfrm>
              <a:off x="4480045" y="5399009"/>
              <a:ext cx="183887" cy="88001"/>
            </a:xfrm>
            <a:custGeom>
              <a:avLst/>
              <a:gdLst>
                <a:gd name="T0" fmla="*/ 5364 w 5364"/>
                <a:gd name="T1" fmla="*/ 2336 h 2567"/>
                <a:gd name="T2" fmla="*/ 230 w 5364"/>
                <a:gd name="T3" fmla="*/ 2567 h 2567"/>
                <a:gd name="T4" fmla="*/ 0 w 5364"/>
                <a:gd name="T5" fmla="*/ 750 h 2567"/>
                <a:gd name="T6" fmla="*/ 1471 w 5364"/>
                <a:gd name="T7" fmla="*/ 0 h 2567"/>
                <a:gd name="T8" fmla="*/ 3951 w 5364"/>
                <a:gd name="T9" fmla="*/ 519 h 2567"/>
                <a:gd name="T10" fmla="*/ 5364 w 5364"/>
                <a:gd name="T11" fmla="*/ 2336 h 2567"/>
              </a:gdLst>
              <a:ahLst/>
              <a:cxnLst>
                <a:cxn ang="0">
                  <a:pos x="T0" y="T1"/>
                </a:cxn>
                <a:cxn ang="0">
                  <a:pos x="T2" y="T3"/>
                </a:cxn>
                <a:cxn ang="0">
                  <a:pos x="T4" y="T5"/>
                </a:cxn>
                <a:cxn ang="0">
                  <a:pos x="T6" y="T7"/>
                </a:cxn>
                <a:cxn ang="0">
                  <a:pos x="T8" y="T9"/>
                </a:cxn>
                <a:cxn ang="0">
                  <a:pos x="T10" y="T11"/>
                </a:cxn>
              </a:cxnLst>
              <a:rect l="0" t="0" r="r" b="b"/>
              <a:pathLst>
                <a:path w="5364" h="2567">
                  <a:moveTo>
                    <a:pt x="5364" y="2336"/>
                  </a:moveTo>
                  <a:lnTo>
                    <a:pt x="230" y="2567"/>
                  </a:lnTo>
                  <a:lnTo>
                    <a:pt x="0" y="750"/>
                  </a:lnTo>
                  <a:lnTo>
                    <a:pt x="1471" y="0"/>
                  </a:lnTo>
                  <a:lnTo>
                    <a:pt x="3951" y="519"/>
                  </a:lnTo>
                  <a:lnTo>
                    <a:pt x="5364" y="2336"/>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1" name="Freeform 2172">
              <a:extLst>
                <a:ext uri="{FF2B5EF4-FFF2-40B4-BE49-F238E27FC236}">
                  <a16:creationId xmlns:a16="http://schemas.microsoft.com/office/drawing/2014/main" id="{77897A97-0083-4E8E-B03F-7EBF00DE43D8}"/>
                </a:ext>
              </a:extLst>
            </p:cNvPr>
            <p:cNvSpPr>
              <a:spLocks/>
            </p:cNvSpPr>
            <p:nvPr/>
          </p:nvSpPr>
          <p:spPr bwMode="gray">
            <a:xfrm>
              <a:off x="4165613" y="4980667"/>
              <a:ext cx="255091" cy="288790"/>
            </a:xfrm>
            <a:custGeom>
              <a:avLst/>
              <a:gdLst>
                <a:gd name="T0" fmla="*/ 258 w 258"/>
                <a:gd name="T1" fmla="*/ 205 h 292"/>
                <a:gd name="T2" fmla="*/ 122 w 258"/>
                <a:gd name="T3" fmla="*/ 292 h 292"/>
                <a:gd name="T4" fmla="*/ 0 w 258"/>
                <a:gd name="T5" fmla="*/ 100 h 292"/>
                <a:gd name="T6" fmla="*/ 14 w 258"/>
                <a:gd name="T7" fmla="*/ 38 h 292"/>
                <a:gd name="T8" fmla="*/ 74 w 258"/>
                <a:gd name="T9" fmla="*/ 0 h 292"/>
                <a:gd name="T10" fmla="*/ 136 w 258"/>
                <a:gd name="T11" fmla="*/ 13 h 292"/>
                <a:gd name="T12" fmla="*/ 258 w 258"/>
                <a:gd name="T13" fmla="*/ 205 h 292"/>
              </a:gdLst>
              <a:ahLst/>
              <a:cxnLst>
                <a:cxn ang="0">
                  <a:pos x="T0" y="T1"/>
                </a:cxn>
                <a:cxn ang="0">
                  <a:pos x="T2" y="T3"/>
                </a:cxn>
                <a:cxn ang="0">
                  <a:pos x="T4" y="T5"/>
                </a:cxn>
                <a:cxn ang="0">
                  <a:pos x="T6" y="T7"/>
                </a:cxn>
                <a:cxn ang="0">
                  <a:pos x="T8" y="T9"/>
                </a:cxn>
                <a:cxn ang="0">
                  <a:pos x="T10" y="T11"/>
                </a:cxn>
                <a:cxn ang="0">
                  <a:pos x="T12" y="T13"/>
                </a:cxn>
              </a:cxnLst>
              <a:rect l="0" t="0" r="r" b="b"/>
              <a:pathLst>
                <a:path w="258" h="292">
                  <a:moveTo>
                    <a:pt x="258" y="205"/>
                  </a:moveTo>
                  <a:cubicBezTo>
                    <a:pt x="122" y="292"/>
                    <a:pt x="122" y="292"/>
                    <a:pt x="122" y="292"/>
                  </a:cubicBezTo>
                  <a:cubicBezTo>
                    <a:pt x="0" y="100"/>
                    <a:pt x="0" y="100"/>
                    <a:pt x="0" y="100"/>
                  </a:cubicBezTo>
                  <a:cubicBezTo>
                    <a:pt x="0" y="100"/>
                    <a:pt x="8" y="62"/>
                    <a:pt x="14" y="38"/>
                  </a:cubicBezTo>
                  <a:cubicBezTo>
                    <a:pt x="74" y="0"/>
                    <a:pt x="74" y="0"/>
                    <a:pt x="74" y="0"/>
                  </a:cubicBezTo>
                  <a:cubicBezTo>
                    <a:pt x="98" y="5"/>
                    <a:pt x="136" y="13"/>
                    <a:pt x="136" y="13"/>
                  </a:cubicBezTo>
                  <a:lnTo>
                    <a:pt x="258" y="205"/>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2" name="Freeform 2173">
              <a:extLst>
                <a:ext uri="{FF2B5EF4-FFF2-40B4-BE49-F238E27FC236}">
                  <a16:creationId xmlns:a16="http://schemas.microsoft.com/office/drawing/2014/main" id="{6D138101-3A21-4C41-BB98-D32854A0C7C3}"/>
                </a:ext>
              </a:extLst>
            </p:cNvPr>
            <p:cNvSpPr>
              <a:spLocks/>
            </p:cNvSpPr>
            <p:nvPr/>
          </p:nvSpPr>
          <p:spPr bwMode="gray">
            <a:xfrm>
              <a:off x="4598695" y="5399009"/>
              <a:ext cx="106788" cy="80083"/>
            </a:xfrm>
            <a:custGeom>
              <a:avLst/>
              <a:gdLst>
                <a:gd name="T0" fmla="*/ 108 w 108"/>
                <a:gd name="T1" fmla="*/ 48 h 81"/>
                <a:gd name="T2" fmla="*/ 65 w 108"/>
                <a:gd name="T3" fmla="*/ 81 h 81"/>
                <a:gd name="T4" fmla="*/ 0 w 108"/>
                <a:gd name="T5" fmla="*/ 14 h 81"/>
                <a:gd name="T6" fmla="*/ 13 w 108"/>
                <a:gd name="T7" fmla="*/ 0 h 81"/>
                <a:gd name="T8" fmla="*/ 61 w 108"/>
                <a:gd name="T9" fmla="*/ 0 h 81"/>
                <a:gd name="T10" fmla="*/ 108 w 108"/>
                <a:gd name="T11" fmla="*/ 48 h 81"/>
              </a:gdLst>
              <a:ahLst/>
              <a:cxnLst>
                <a:cxn ang="0">
                  <a:pos x="T0" y="T1"/>
                </a:cxn>
                <a:cxn ang="0">
                  <a:pos x="T2" y="T3"/>
                </a:cxn>
                <a:cxn ang="0">
                  <a:pos x="T4" y="T5"/>
                </a:cxn>
                <a:cxn ang="0">
                  <a:pos x="T6" y="T7"/>
                </a:cxn>
                <a:cxn ang="0">
                  <a:pos x="T8" y="T9"/>
                </a:cxn>
                <a:cxn ang="0">
                  <a:pos x="T10" y="T11"/>
                </a:cxn>
              </a:cxnLst>
              <a:rect l="0" t="0" r="r" b="b"/>
              <a:pathLst>
                <a:path w="108" h="81">
                  <a:moveTo>
                    <a:pt x="108" y="48"/>
                  </a:moveTo>
                  <a:cubicBezTo>
                    <a:pt x="65" y="81"/>
                    <a:pt x="65" y="81"/>
                    <a:pt x="65" y="81"/>
                  </a:cubicBezTo>
                  <a:cubicBezTo>
                    <a:pt x="0" y="14"/>
                    <a:pt x="0" y="14"/>
                    <a:pt x="0" y="14"/>
                  </a:cubicBezTo>
                  <a:cubicBezTo>
                    <a:pt x="13" y="0"/>
                    <a:pt x="13" y="0"/>
                    <a:pt x="13" y="0"/>
                  </a:cubicBezTo>
                  <a:cubicBezTo>
                    <a:pt x="61" y="0"/>
                    <a:pt x="61" y="0"/>
                    <a:pt x="61" y="0"/>
                  </a:cubicBezTo>
                  <a:cubicBezTo>
                    <a:pt x="79" y="19"/>
                    <a:pt x="89" y="29"/>
                    <a:pt x="108" y="48"/>
                  </a:cubicBez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3" name="Freeform 2174">
              <a:extLst>
                <a:ext uri="{FF2B5EF4-FFF2-40B4-BE49-F238E27FC236}">
                  <a16:creationId xmlns:a16="http://schemas.microsoft.com/office/drawing/2014/main" id="{8E91FEE2-0C14-42CC-AB15-DAE4336A32F4}"/>
                </a:ext>
              </a:extLst>
            </p:cNvPr>
            <p:cNvSpPr>
              <a:spLocks/>
            </p:cNvSpPr>
            <p:nvPr/>
          </p:nvSpPr>
          <p:spPr bwMode="gray">
            <a:xfrm>
              <a:off x="9229172" y="5031130"/>
              <a:ext cx="325335" cy="447961"/>
            </a:xfrm>
            <a:custGeom>
              <a:avLst/>
              <a:gdLst>
                <a:gd name="T0" fmla="*/ 894 w 9490"/>
                <a:gd name="T1" fmla="*/ 13067 h 13067"/>
                <a:gd name="T2" fmla="*/ 9490 w 9490"/>
                <a:gd name="T3" fmla="*/ 1500 h 13067"/>
                <a:gd name="T4" fmla="*/ 7067 w 9490"/>
                <a:gd name="T5" fmla="*/ 0 h 13067"/>
                <a:gd name="T6" fmla="*/ 0 w 9490"/>
                <a:gd name="T7" fmla="*/ 11135 h 13067"/>
                <a:gd name="T8" fmla="*/ 894 w 9490"/>
                <a:gd name="T9" fmla="*/ 13067 h 13067"/>
              </a:gdLst>
              <a:ahLst/>
              <a:cxnLst>
                <a:cxn ang="0">
                  <a:pos x="T0" y="T1"/>
                </a:cxn>
                <a:cxn ang="0">
                  <a:pos x="T2" y="T3"/>
                </a:cxn>
                <a:cxn ang="0">
                  <a:pos x="T4" y="T5"/>
                </a:cxn>
                <a:cxn ang="0">
                  <a:pos x="T6" y="T7"/>
                </a:cxn>
                <a:cxn ang="0">
                  <a:pos x="T8" y="T9"/>
                </a:cxn>
              </a:cxnLst>
              <a:rect l="0" t="0" r="r" b="b"/>
              <a:pathLst>
                <a:path w="9490" h="13067">
                  <a:moveTo>
                    <a:pt x="894" y="13067"/>
                  </a:moveTo>
                  <a:lnTo>
                    <a:pt x="9490" y="1500"/>
                  </a:lnTo>
                  <a:lnTo>
                    <a:pt x="7067" y="0"/>
                  </a:lnTo>
                  <a:lnTo>
                    <a:pt x="0" y="11135"/>
                  </a:lnTo>
                  <a:lnTo>
                    <a:pt x="894" y="13067"/>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4" name="Freeform 2175">
              <a:extLst>
                <a:ext uri="{FF2B5EF4-FFF2-40B4-BE49-F238E27FC236}">
                  <a16:creationId xmlns:a16="http://schemas.microsoft.com/office/drawing/2014/main" id="{142A7632-CB90-49E2-83C2-6C8452E567C9}"/>
                </a:ext>
              </a:extLst>
            </p:cNvPr>
            <p:cNvSpPr>
              <a:spLocks/>
            </p:cNvSpPr>
            <p:nvPr/>
          </p:nvSpPr>
          <p:spPr bwMode="gray">
            <a:xfrm>
              <a:off x="9060087" y="5420743"/>
              <a:ext cx="265992" cy="66267"/>
            </a:xfrm>
            <a:custGeom>
              <a:avLst/>
              <a:gdLst>
                <a:gd name="T0" fmla="*/ 0 w 269"/>
                <a:gd name="T1" fmla="*/ 67 h 67"/>
                <a:gd name="T2" fmla="*/ 269 w 269"/>
                <a:gd name="T3" fmla="*/ 67 h 67"/>
                <a:gd name="T4" fmla="*/ 157 w 269"/>
                <a:gd name="T5" fmla="*/ 20 h 67"/>
                <a:gd name="T6" fmla="*/ 138 w 269"/>
                <a:gd name="T7" fmla="*/ 0 h 67"/>
                <a:gd name="T8" fmla="*/ 68 w 269"/>
                <a:gd name="T9" fmla="*/ 0 h 67"/>
                <a:gd name="T10" fmla="*/ 0 w 269"/>
                <a:gd name="T11" fmla="*/ 67 h 67"/>
              </a:gdLst>
              <a:ahLst/>
              <a:cxnLst>
                <a:cxn ang="0">
                  <a:pos x="T0" y="T1"/>
                </a:cxn>
                <a:cxn ang="0">
                  <a:pos x="T2" y="T3"/>
                </a:cxn>
                <a:cxn ang="0">
                  <a:pos x="T4" y="T5"/>
                </a:cxn>
                <a:cxn ang="0">
                  <a:pos x="T6" y="T7"/>
                </a:cxn>
                <a:cxn ang="0">
                  <a:pos x="T8" y="T9"/>
                </a:cxn>
                <a:cxn ang="0">
                  <a:pos x="T10" y="T11"/>
                </a:cxn>
              </a:cxnLst>
              <a:rect l="0" t="0" r="r" b="b"/>
              <a:pathLst>
                <a:path w="269" h="67">
                  <a:moveTo>
                    <a:pt x="0" y="67"/>
                  </a:moveTo>
                  <a:cubicBezTo>
                    <a:pt x="269" y="67"/>
                    <a:pt x="269" y="67"/>
                    <a:pt x="269" y="67"/>
                  </a:cubicBezTo>
                  <a:cubicBezTo>
                    <a:pt x="157" y="20"/>
                    <a:pt x="157" y="20"/>
                    <a:pt x="157" y="20"/>
                  </a:cubicBezTo>
                  <a:cubicBezTo>
                    <a:pt x="138" y="0"/>
                    <a:pt x="138" y="0"/>
                    <a:pt x="138" y="0"/>
                  </a:cubicBezTo>
                  <a:cubicBezTo>
                    <a:pt x="68" y="0"/>
                    <a:pt x="68" y="0"/>
                    <a:pt x="68" y="0"/>
                  </a:cubicBezTo>
                  <a:cubicBezTo>
                    <a:pt x="42" y="26"/>
                    <a:pt x="27" y="41"/>
                    <a:pt x="0" y="67"/>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5" name="Freeform 2176">
              <a:extLst>
                <a:ext uri="{FF2B5EF4-FFF2-40B4-BE49-F238E27FC236}">
                  <a16:creationId xmlns:a16="http://schemas.microsoft.com/office/drawing/2014/main" id="{051C18F9-864E-4ECE-8494-685A8E61EAA5}"/>
                </a:ext>
              </a:extLst>
            </p:cNvPr>
            <p:cNvSpPr>
              <a:spLocks/>
            </p:cNvSpPr>
            <p:nvPr/>
          </p:nvSpPr>
          <p:spPr bwMode="gray">
            <a:xfrm>
              <a:off x="9079867" y="5630412"/>
              <a:ext cx="434077" cy="656668"/>
            </a:xfrm>
            <a:custGeom>
              <a:avLst/>
              <a:gdLst>
                <a:gd name="T0" fmla="*/ 86 w 439"/>
                <a:gd name="T1" fmla="*/ 0 h 664"/>
                <a:gd name="T2" fmla="*/ 439 w 439"/>
                <a:gd name="T3" fmla="*/ 607 h 664"/>
                <a:gd name="T4" fmla="*/ 306 w 439"/>
                <a:gd name="T5" fmla="*/ 664 h 664"/>
                <a:gd name="T6" fmla="*/ 0 w 439"/>
                <a:gd name="T7" fmla="*/ 164 h 664"/>
                <a:gd name="T8" fmla="*/ 35 w 439"/>
                <a:gd name="T9" fmla="*/ 31 h 664"/>
                <a:gd name="T10" fmla="*/ 86 w 439"/>
                <a:gd name="T11" fmla="*/ 0 h 664"/>
              </a:gdLst>
              <a:ahLst/>
              <a:cxnLst>
                <a:cxn ang="0">
                  <a:pos x="T0" y="T1"/>
                </a:cxn>
                <a:cxn ang="0">
                  <a:pos x="T2" y="T3"/>
                </a:cxn>
                <a:cxn ang="0">
                  <a:pos x="T4" y="T5"/>
                </a:cxn>
                <a:cxn ang="0">
                  <a:pos x="T6" y="T7"/>
                </a:cxn>
                <a:cxn ang="0">
                  <a:pos x="T8" y="T9"/>
                </a:cxn>
                <a:cxn ang="0">
                  <a:pos x="T10" y="T11"/>
                </a:cxn>
              </a:cxnLst>
              <a:rect l="0" t="0" r="r" b="b"/>
              <a:pathLst>
                <a:path w="439" h="664">
                  <a:moveTo>
                    <a:pt x="86" y="0"/>
                  </a:moveTo>
                  <a:cubicBezTo>
                    <a:pt x="439" y="607"/>
                    <a:pt x="439" y="607"/>
                    <a:pt x="439" y="607"/>
                  </a:cubicBezTo>
                  <a:cubicBezTo>
                    <a:pt x="306" y="664"/>
                    <a:pt x="306" y="664"/>
                    <a:pt x="306" y="664"/>
                  </a:cubicBezTo>
                  <a:cubicBezTo>
                    <a:pt x="0" y="164"/>
                    <a:pt x="0" y="164"/>
                    <a:pt x="0" y="164"/>
                  </a:cubicBezTo>
                  <a:cubicBezTo>
                    <a:pt x="14" y="112"/>
                    <a:pt x="21" y="83"/>
                    <a:pt x="35" y="31"/>
                  </a:cubicBezTo>
                  <a:lnTo>
                    <a:pt x="86" y="0"/>
                  </a:lnTo>
                  <a:close/>
                </a:path>
              </a:pathLst>
            </a:custGeom>
            <a:solidFill>
              <a:srgbClr val="555F6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6" name="Freeform 2177">
              <a:extLst>
                <a:ext uri="{FF2B5EF4-FFF2-40B4-BE49-F238E27FC236}">
                  <a16:creationId xmlns:a16="http://schemas.microsoft.com/office/drawing/2014/main" id="{AA8641CF-4ED1-42CE-8ADC-4CE59BD1E592}"/>
                </a:ext>
              </a:extLst>
            </p:cNvPr>
            <p:cNvSpPr>
              <a:spLocks/>
            </p:cNvSpPr>
            <p:nvPr/>
          </p:nvSpPr>
          <p:spPr bwMode="gray">
            <a:xfrm>
              <a:off x="9330022" y="6157529"/>
              <a:ext cx="189853" cy="179979"/>
            </a:xfrm>
            <a:custGeom>
              <a:avLst/>
              <a:gdLst>
                <a:gd name="T0" fmla="*/ 56 w 192"/>
                <a:gd name="T1" fmla="*/ 53 h 182"/>
                <a:gd name="T2" fmla="*/ 145 w 192"/>
                <a:gd name="T3" fmla="*/ 0 h 182"/>
                <a:gd name="T4" fmla="*/ 192 w 192"/>
                <a:gd name="T5" fmla="*/ 71 h 182"/>
                <a:gd name="T6" fmla="*/ 99 w 192"/>
                <a:gd name="T7" fmla="*/ 126 h 182"/>
                <a:gd name="T8" fmla="*/ 4 w 192"/>
                <a:gd name="T9" fmla="*/ 182 h 182"/>
                <a:gd name="T10" fmla="*/ 0 w 192"/>
                <a:gd name="T11" fmla="*/ 86 h 182"/>
                <a:gd name="T12" fmla="*/ 56 w 192"/>
                <a:gd name="T13" fmla="*/ 53 h 182"/>
                <a:gd name="T14" fmla="*/ 56 w 192"/>
                <a:gd name="T15" fmla="*/ 53 h 1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182">
                  <a:moveTo>
                    <a:pt x="56" y="53"/>
                  </a:moveTo>
                  <a:cubicBezTo>
                    <a:pt x="143" y="1"/>
                    <a:pt x="145" y="0"/>
                    <a:pt x="145" y="0"/>
                  </a:cubicBezTo>
                  <a:cubicBezTo>
                    <a:pt x="145" y="0"/>
                    <a:pt x="179" y="48"/>
                    <a:pt x="192" y="71"/>
                  </a:cubicBezTo>
                  <a:cubicBezTo>
                    <a:pt x="99" y="126"/>
                    <a:pt x="99" y="126"/>
                    <a:pt x="99" y="126"/>
                  </a:cubicBezTo>
                  <a:cubicBezTo>
                    <a:pt x="4" y="182"/>
                    <a:pt x="4" y="182"/>
                    <a:pt x="4" y="182"/>
                  </a:cubicBezTo>
                  <a:cubicBezTo>
                    <a:pt x="0" y="86"/>
                    <a:pt x="0" y="86"/>
                    <a:pt x="0" y="86"/>
                  </a:cubicBezTo>
                  <a:cubicBezTo>
                    <a:pt x="56" y="53"/>
                    <a:pt x="56" y="53"/>
                    <a:pt x="56" y="53"/>
                  </a:cubicBezTo>
                  <a:cubicBezTo>
                    <a:pt x="56" y="53"/>
                    <a:pt x="56" y="53"/>
                    <a:pt x="56" y="53"/>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7" name="Freeform 2178">
              <a:extLst>
                <a:ext uri="{FF2B5EF4-FFF2-40B4-BE49-F238E27FC236}">
                  <a16:creationId xmlns:a16="http://schemas.microsoft.com/office/drawing/2014/main" id="{8574389E-398A-4FE8-8DDF-E6EA361EA0E6}"/>
                </a:ext>
              </a:extLst>
            </p:cNvPr>
            <p:cNvSpPr>
              <a:spLocks/>
            </p:cNvSpPr>
            <p:nvPr/>
          </p:nvSpPr>
          <p:spPr bwMode="gray">
            <a:xfrm>
              <a:off x="9345861" y="4528731"/>
              <a:ext cx="276859" cy="445012"/>
            </a:xfrm>
            <a:custGeom>
              <a:avLst/>
              <a:gdLst>
                <a:gd name="T0" fmla="*/ 90 w 280"/>
                <a:gd name="T1" fmla="*/ 0 h 450"/>
                <a:gd name="T2" fmla="*/ 271 w 280"/>
                <a:gd name="T3" fmla="*/ 189 h 450"/>
                <a:gd name="T4" fmla="*/ 243 w 280"/>
                <a:gd name="T5" fmla="*/ 280 h 450"/>
                <a:gd name="T6" fmla="*/ 278 w 280"/>
                <a:gd name="T7" fmla="*/ 325 h 450"/>
                <a:gd name="T8" fmla="*/ 269 w 280"/>
                <a:gd name="T9" fmla="*/ 352 h 450"/>
                <a:gd name="T10" fmla="*/ 280 w 280"/>
                <a:gd name="T11" fmla="*/ 404 h 450"/>
                <a:gd name="T12" fmla="*/ 140 w 280"/>
                <a:gd name="T13" fmla="*/ 450 h 450"/>
                <a:gd name="T14" fmla="*/ 124 w 280"/>
                <a:gd name="T15" fmla="*/ 369 h 450"/>
                <a:gd name="T16" fmla="*/ 82 w 280"/>
                <a:gd name="T17" fmla="*/ 376 h 450"/>
                <a:gd name="T18" fmla="*/ 0 w 280"/>
                <a:gd name="T19" fmla="*/ 189 h 450"/>
                <a:gd name="T20" fmla="*/ 90 w 280"/>
                <a:gd name="T21" fmla="*/ 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0" h="450">
                  <a:moveTo>
                    <a:pt x="90" y="0"/>
                  </a:moveTo>
                  <a:cubicBezTo>
                    <a:pt x="165" y="0"/>
                    <a:pt x="271" y="85"/>
                    <a:pt x="271" y="189"/>
                  </a:cubicBezTo>
                  <a:cubicBezTo>
                    <a:pt x="271" y="221"/>
                    <a:pt x="261" y="252"/>
                    <a:pt x="243" y="280"/>
                  </a:cubicBezTo>
                  <a:cubicBezTo>
                    <a:pt x="247" y="285"/>
                    <a:pt x="278" y="325"/>
                    <a:pt x="278" y="325"/>
                  </a:cubicBezTo>
                  <a:cubicBezTo>
                    <a:pt x="269" y="352"/>
                    <a:pt x="269" y="352"/>
                    <a:pt x="269" y="352"/>
                  </a:cubicBezTo>
                  <a:cubicBezTo>
                    <a:pt x="280" y="404"/>
                    <a:pt x="280" y="404"/>
                    <a:pt x="280" y="404"/>
                  </a:cubicBezTo>
                  <a:cubicBezTo>
                    <a:pt x="140" y="450"/>
                    <a:pt x="140" y="450"/>
                    <a:pt x="140" y="450"/>
                  </a:cubicBezTo>
                  <a:cubicBezTo>
                    <a:pt x="124" y="369"/>
                    <a:pt x="124" y="369"/>
                    <a:pt x="124" y="369"/>
                  </a:cubicBezTo>
                  <a:cubicBezTo>
                    <a:pt x="110" y="373"/>
                    <a:pt x="96" y="376"/>
                    <a:pt x="82" y="376"/>
                  </a:cubicBezTo>
                  <a:cubicBezTo>
                    <a:pt x="9" y="376"/>
                    <a:pt x="0" y="291"/>
                    <a:pt x="0" y="189"/>
                  </a:cubicBezTo>
                  <a:cubicBezTo>
                    <a:pt x="0" y="85"/>
                    <a:pt x="17" y="0"/>
                    <a:pt x="90" y="0"/>
                  </a:cubicBezTo>
                  <a:close/>
                </a:path>
              </a:pathLst>
            </a:custGeom>
            <a:solidFill>
              <a:srgbClr val="D8D7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8" name="Freeform 2179">
              <a:extLst>
                <a:ext uri="{FF2B5EF4-FFF2-40B4-BE49-F238E27FC236}">
                  <a16:creationId xmlns:a16="http://schemas.microsoft.com/office/drawing/2014/main" id="{D8B9F1FC-E0F6-40EB-9EB4-C2823F352E89}"/>
                </a:ext>
              </a:extLst>
            </p:cNvPr>
            <p:cNvSpPr>
              <a:spLocks/>
            </p:cNvSpPr>
            <p:nvPr/>
          </p:nvSpPr>
          <p:spPr bwMode="gray">
            <a:xfrm>
              <a:off x="9340889" y="4485228"/>
              <a:ext cx="341138" cy="391601"/>
            </a:xfrm>
            <a:custGeom>
              <a:avLst/>
              <a:gdLst>
                <a:gd name="T0" fmla="*/ 168 w 345"/>
                <a:gd name="T1" fmla="*/ 299 h 396"/>
                <a:gd name="T2" fmla="*/ 194 w 345"/>
                <a:gd name="T3" fmla="*/ 183 h 396"/>
                <a:gd name="T4" fmla="*/ 216 w 345"/>
                <a:gd name="T5" fmla="*/ 207 h 396"/>
                <a:gd name="T6" fmla="*/ 244 w 345"/>
                <a:gd name="T7" fmla="*/ 319 h 396"/>
                <a:gd name="T8" fmla="*/ 274 w 345"/>
                <a:gd name="T9" fmla="*/ 396 h 396"/>
                <a:gd name="T10" fmla="*/ 322 w 345"/>
                <a:gd name="T11" fmla="*/ 347 h 396"/>
                <a:gd name="T12" fmla="*/ 345 w 345"/>
                <a:gd name="T13" fmla="*/ 176 h 396"/>
                <a:gd name="T14" fmla="*/ 325 w 345"/>
                <a:gd name="T15" fmla="*/ 104 h 396"/>
                <a:gd name="T16" fmla="*/ 261 w 345"/>
                <a:gd name="T17" fmla="*/ 25 h 396"/>
                <a:gd name="T18" fmla="*/ 181 w 345"/>
                <a:gd name="T19" fmla="*/ 0 h 396"/>
                <a:gd name="T20" fmla="*/ 88 w 345"/>
                <a:gd name="T21" fmla="*/ 19 h 396"/>
                <a:gd name="T22" fmla="*/ 10 w 345"/>
                <a:gd name="T23" fmla="*/ 66 h 396"/>
                <a:gd name="T24" fmla="*/ 0 w 345"/>
                <a:gd name="T25" fmla="*/ 93 h 396"/>
                <a:gd name="T26" fmla="*/ 14 w 345"/>
                <a:gd name="T27" fmla="*/ 124 h 396"/>
                <a:gd name="T28" fmla="*/ 96 w 345"/>
                <a:gd name="T29" fmla="*/ 81 h 396"/>
                <a:gd name="T30" fmla="*/ 131 w 345"/>
                <a:gd name="T31" fmla="*/ 178 h 396"/>
                <a:gd name="T32" fmla="*/ 168 w 345"/>
                <a:gd name="T33" fmla="*/ 29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5" h="396">
                  <a:moveTo>
                    <a:pt x="168" y="299"/>
                  </a:moveTo>
                  <a:cubicBezTo>
                    <a:pt x="194" y="183"/>
                    <a:pt x="194" y="183"/>
                    <a:pt x="194" y="183"/>
                  </a:cubicBezTo>
                  <a:cubicBezTo>
                    <a:pt x="216" y="207"/>
                    <a:pt x="216" y="207"/>
                    <a:pt x="216" y="207"/>
                  </a:cubicBezTo>
                  <a:cubicBezTo>
                    <a:pt x="244" y="319"/>
                    <a:pt x="244" y="319"/>
                    <a:pt x="244" y="319"/>
                  </a:cubicBezTo>
                  <a:cubicBezTo>
                    <a:pt x="274" y="396"/>
                    <a:pt x="274" y="396"/>
                    <a:pt x="274" y="396"/>
                  </a:cubicBezTo>
                  <a:cubicBezTo>
                    <a:pt x="322" y="347"/>
                    <a:pt x="322" y="347"/>
                    <a:pt x="322" y="347"/>
                  </a:cubicBezTo>
                  <a:cubicBezTo>
                    <a:pt x="345" y="176"/>
                    <a:pt x="345" y="176"/>
                    <a:pt x="345" y="176"/>
                  </a:cubicBezTo>
                  <a:cubicBezTo>
                    <a:pt x="325" y="104"/>
                    <a:pt x="325" y="104"/>
                    <a:pt x="325" y="104"/>
                  </a:cubicBezTo>
                  <a:cubicBezTo>
                    <a:pt x="261" y="25"/>
                    <a:pt x="261" y="25"/>
                    <a:pt x="261" y="25"/>
                  </a:cubicBezTo>
                  <a:cubicBezTo>
                    <a:pt x="181" y="0"/>
                    <a:pt x="181" y="0"/>
                    <a:pt x="181" y="0"/>
                  </a:cubicBezTo>
                  <a:cubicBezTo>
                    <a:pt x="88" y="19"/>
                    <a:pt x="88" y="19"/>
                    <a:pt x="88" y="19"/>
                  </a:cubicBezTo>
                  <a:cubicBezTo>
                    <a:pt x="10" y="66"/>
                    <a:pt x="10" y="66"/>
                    <a:pt x="10" y="66"/>
                  </a:cubicBezTo>
                  <a:cubicBezTo>
                    <a:pt x="6" y="76"/>
                    <a:pt x="4" y="83"/>
                    <a:pt x="0" y="93"/>
                  </a:cubicBezTo>
                  <a:cubicBezTo>
                    <a:pt x="14" y="124"/>
                    <a:pt x="14" y="124"/>
                    <a:pt x="14" y="124"/>
                  </a:cubicBezTo>
                  <a:cubicBezTo>
                    <a:pt x="96" y="81"/>
                    <a:pt x="96" y="81"/>
                    <a:pt x="96" y="81"/>
                  </a:cubicBezTo>
                  <a:cubicBezTo>
                    <a:pt x="131" y="178"/>
                    <a:pt x="131" y="178"/>
                    <a:pt x="131" y="178"/>
                  </a:cubicBezTo>
                  <a:lnTo>
                    <a:pt x="168" y="299"/>
                  </a:lnTo>
                  <a:close/>
                </a:path>
              </a:pathLst>
            </a:custGeom>
            <a:solidFill>
              <a:srgbClr val="7364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9" name="Freeform 2180">
              <a:extLst>
                <a:ext uri="{FF2B5EF4-FFF2-40B4-BE49-F238E27FC236}">
                  <a16:creationId xmlns:a16="http://schemas.microsoft.com/office/drawing/2014/main" id="{D0004A51-D3D2-4B45-98DA-B8DBA0CB9520}"/>
                </a:ext>
              </a:extLst>
            </p:cNvPr>
            <p:cNvSpPr>
              <a:spLocks/>
            </p:cNvSpPr>
            <p:nvPr/>
          </p:nvSpPr>
          <p:spPr bwMode="gray">
            <a:xfrm>
              <a:off x="9385388" y="4893663"/>
              <a:ext cx="327288" cy="665547"/>
            </a:xfrm>
            <a:custGeom>
              <a:avLst/>
              <a:gdLst>
                <a:gd name="T0" fmla="*/ 2712 w 9547"/>
                <a:gd name="T1" fmla="*/ 1558 h 19414"/>
                <a:gd name="T2" fmla="*/ 6807 w 9547"/>
                <a:gd name="T3" fmla="*/ 0 h 19414"/>
                <a:gd name="T4" fmla="*/ 9547 w 9547"/>
                <a:gd name="T5" fmla="*/ 4212 h 19414"/>
                <a:gd name="T6" fmla="*/ 8942 w 9547"/>
                <a:gd name="T7" fmla="*/ 14250 h 19414"/>
                <a:gd name="T8" fmla="*/ 9201 w 9547"/>
                <a:gd name="T9" fmla="*/ 17856 h 19414"/>
                <a:gd name="T10" fmla="*/ 9201 w 9547"/>
                <a:gd name="T11" fmla="*/ 19414 h 19414"/>
                <a:gd name="T12" fmla="*/ 0 w 9547"/>
                <a:gd name="T13" fmla="*/ 18779 h 19414"/>
                <a:gd name="T14" fmla="*/ 0 w 9547"/>
                <a:gd name="T15" fmla="*/ 4673 h 19414"/>
                <a:gd name="T16" fmla="*/ 2712 w 9547"/>
                <a:gd name="T17" fmla="*/ 1558 h 19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47" h="19414">
                  <a:moveTo>
                    <a:pt x="2712" y="1558"/>
                  </a:moveTo>
                  <a:lnTo>
                    <a:pt x="6807" y="0"/>
                  </a:lnTo>
                  <a:lnTo>
                    <a:pt x="9547" y="4212"/>
                  </a:lnTo>
                  <a:lnTo>
                    <a:pt x="8942" y="14250"/>
                  </a:lnTo>
                  <a:lnTo>
                    <a:pt x="9201" y="17856"/>
                  </a:lnTo>
                  <a:lnTo>
                    <a:pt x="9201" y="19414"/>
                  </a:lnTo>
                  <a:lnTo>
                    <a:pt x="0" y="18779"/>
                  </a:lnTo>
                  <a:lnTo>
                    <a:pt x="0" y="4673"/>
                  </a:lnTo>
                  <a:lnTo>
                    <a:pt x="2712" y="1558"/>
                  </a:lnTo>
                  <a:close/>
                </a:path>
              </a:pathLst>
            </a:custGeom>
            <a:solidFill>
              <a:srgbClr val="3296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0" name="Freeform 2181">
              <a:extLst>
                <a:ext uri="{FF2B5EF4-FFF2-40B4-BE49-F238E27FC236}">
                  <a16:creationId xmlns:a16="http://schemas.microsoft.com/office/drawing/2014/main" id="{1282F64D-71E0-468E-9046-A73AF5CEC385}"/>
                </a:ext>
              </a:extLst>
            </p:cNvPr>
            <p:cNvSpPr>
              <a:spLocks/>
            </p:cNvSpPr>
            <p:nvPr/>
          </p:nvSpPr>
          <p:spPr bwMode="gray">
            <a:xfrm>
              <a:off x="9108528" y="5741179"/>
              <a:ext cx="195784" cy="602263"/>
            </a:xfrm>
            <a:custGeom>
              <a:avLst/>
              <a:gdLst>
                <a:gd name="T0" fmla="*/ 0 w 5711"/>
                <a:gd name="T1" fmla="*/ 375 h 17568"/>
                <a:gd name="T2" fmla="*/ 1039 w 5711"/>
                <a:gd name="T3" fmla="*/ 17280 h 17568"/>
                <a:gd name="T4" fmla="*/ 4846 w 5711"/>
                <a:gd name="T5" fmla="*/ 17568 h 17568"/>
                <a:gd name="T6" fmla="*/ 5048 w 5711"/>
                <a:gd name="T7" fmla="*/ 2221 h 17568"/>
                <a:gd name="T8" fmla="*/ 5711 w 5711"/>
                <a:gd name="T9" fmla="*/ 0 h 17568"/>
                <a:gd name="T10" fmla="*/ 0 w 5711"/>
                <a:gd name="T11" fmla="*/ 375 h 17568"/>
              </a:gdLst>
              <a:ahLst/>
              <a:cxnLst>
                <a:cxn ang="0">
                  <a:pos x="T0" y="T1"/>
                </a:cxn>
                <a:cxn ang="0">
                  <a:pos x="T2" y="T3"/>
                </a:cxn>
                <a:cxn ang="0">
                  <a:pos x="T4" y="T5"/>
                </a:cxn>
                <a:cxn ang="0">
                  <a:pos x="T6" y="T7"/>
                </a:cxn>
                <a:cxn ang="0">
                  <a:pos x="T8" y="T9"/>
                </a:cxn>
                <a:cxn ang="0">
                  <a:pos x="T10" y="T11"/>
                </a:cxn>
              </a:cxnLst>
              <a:rect l="0" t="0" r="r" b="b"/>
              <a:pathLst>
                <a:path w="5711" h="17568">
                  <a:moveTo>
                    <a:pt x="0" y="375"/>
                  </a:moveTo>
                  <a:lnTo>
                    <a:pt x="1039" y="17280"/>
                  </a:lnTo>
                  <a:lnTo>
                    <a:pt x="4846" y="17568"/>
                  </a:lnTo>
                  <a:lnTo>
                    <a:pt x="5048" y="2221"/>
                  </a:lnTo>
                  <a:lnTo>
                    <a:pt x="5711" y="0"/>
                  </a:lnTo>
                  <a:lnTo>
                    <a:pt x="0" y="375"/>
                  </a:ln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1" name="Freeform 2182">
              <a:extLst>
                <a:ext uri="{FF2B5EF4-FFF2-40B4-BE49-F238E27FC236}">
                  <a16:creationId xmlns:a16="http://schemas.microsoft.com/office/drawing/2014/main" id="{FF7EDC1E-9470-4CCD-8518-E1E6A2B57B11}"/>
                </a:ext>
              </a:extLst>
            </p:cNvPr>
            <p:cNvSpPr>
              <a:spLocks/>
            </p:cNvSpPr>
            <p:nvPr/>
          </p:nvSpPr>
          <p:spPr bwMode="gray">
            <a:xfrm>
              <a:off x="9067006" y="6259384"/>
              <a:ext cx="213575" cy="83065"/>
            </a:xfrm>
            <a:custGeom>
              <a:avLst/>
              <a:gdLst>
                <a:gd name="T0" fmla="*/ 108 w 216"/>
                <a:gd name="T1" fmla="*/ 0 h 84"/>
                <a:gd name="T2" fmla="*/ 211 w 216"/>
                <a:gd name="T3" fmla="*/ 0 h 84"/>
                <a:gd name="T4" fmla="*/ 216 w 216"/>
                <a:gd name="T5" fmla="*/ 84 h 84"/>
                <a:gd name="T6" fmla="*/ 108 w 216"/>
                <a:gd name="T7" fmla="*/ 84 h 84"/>
                <a:gd name="T8" fmla="*/ 0 w 216"/>
                <a:gd name="T9" fmla="*/ 84 h 84"/>
                <a:gd name="T10" fmla="*/ 44 w 216"/>
                <a:gd name="T11" fmla="*/ 0 h 84"/>
                <a:gd name="T12" fmla="*/ 108 w 216"/>
                <a:gd name="T13" fmla="*/ 0 h 84"/>
                <a:gd name="T14" fmla="*/ 108 w 216"/>
                <a:gd name="T15" fmla="*/ 0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6" h="84">
                  <a:moveTo>
                    <a:pt x="108" y="0"/>
                  </a:moveTo>
                  <a:cubicBezTo>
                    <a:pt x="209" y="0"/>
                    <a:pt x="211" y="0"/>
                    <a:pt x="211" y="0"/>
                  </a:cubicBezTo>
                  <a:cubicBezTo>
                    <a:pt x="216" y="84"/>
                    <a:pt x="216" y="84"/>
                    <a:pt x="216" y="84"/>
                  </a:cubicBezTo>
                  <a:cubicBezTo>
                    <a:pt x="108" y="84"/>
                    <a:pt x="108" y="84"/>
                    <a:pt x="108" y="84"/>
                  </a:cubicBezTo>
                  <a:cubicBezTo>
                    <a:pt x="0" y="84"/>
                    <a:pt x="0" y="84"/>
                    <a:pt x="0" y="84"/>
                  </a:cubicBezTo>
                  <a:cubicBezTo>
                    <a:pt x="44" y="0"/>
                    <a:pt x="44" y="0"/>
                    <a:pt x="44" y="0"/>
                  </a:cubicBezTo>
                  <a:cubicBezTo>
                    <a:pt x="108" y="0"/>
                    <a:pt x="108" y="0"/>
                    <a:pt x="108" y="0"/>
                  </a:cubicBezTo>
                  <a:cubicBezTo>
                    <a:pt x="108" y="0"/>
                    <a:pt x="108" y="0"/>
                    <a:pt x="108"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2" name="Freeform 2183">
              <a:extLst>
                <a:ext uri="{FF2B5EF4-FFF2-40B4-BE49-F238E27FC236}">
                  <a16:creationId xmlns:a16="http://schemas.microsoft.com/office/drawing/2014/main" id="{BDB96516-7424-4601-92BA-0F547E69D2CC}"/>
                </a:ext>
              </a:extLst>
            </p:cNvPr>
            <p:cNvSpPr>
              <a:spLocks/>
            </p:cNvSpPr>
            <p:nvPr/>
          </p:nvSpPr>
          <p:spPr bwMode="gray">
            <a:xfrm>
              <a:off x="9305299" y="5767885"/>
              <a:ext cx="433081" cy="62290"/>
            </a:xfrm>
            <a:custGeom>
              <a:avLst/>
              <a:gdLst>
                <a:gd name="T0" fmla="*/ 45 w 438"/>
                <a:gd name="T1" fmla="*/ 0 h 63"/>
                <a:gd name="T2" fmla="*/ 393 w 438"/>
                <a:gd name="T3" fmla="*/ 0 h 63"/>
                <a:gd name="T4" fmla="*/ 438 w 438"/>
                <a:gd name="T5" fmla="*/ 63 h 63"/>
                <a:gd name="T6" fmla="*/ 0 w 438"/>
                <a:gd name="T7" fmla="*/ 63 h 63"/>
                <a:gd name="T8" fmla="*/ 45 w 438"/>
                <a:gd name="T9" fmla="*/ 0 h 63"/>
              </a:gdLst>
              <a:ahLst/>
              <a:cxnLst>
                <a:cxn ang="0">
                  <a:pos x="T0" y="T1"/>
                </a:cxn>
                <a:cxn ang="0">
                  <a:pos x="T2" y="T3"/>
                </a:cxn>
                <a:cxn ang="0">
                  <a:pos x="T4" y="T5"/>
                </a:cxn>
                <a:cxn ang="0">
                  <a:pos x="T6" y="T7"/>
                </a:cxn>
                <a:cxn ang="0">
                  <a:pos x="T8" y="T9"/>
                </a:cxn>
              </a:cxnLst>
              <a:rect l="0" t="0" r="r" b="b"/>
              <a:pathLst>
                <a:path w="438" h="63">
                  <a:moveTo>
                    <a:pt x="45" y="0"/>
                  </a:moveTo>
                  <a:cubicBezTo>
                    <a:pt x="393" y="0"/>
                    <a:pt x="393" y="0"/>
                    <a:pt x="393" y="0"/>
                  </a:cubicBezTo>
                  <a:cubicBezTo>
                    <a:pt x="418" y="0"/>
                    <a:pt x="438" y="28"/>
                    <a:pt x="438" y="63"/>
                  </a:cubicBezTo>
                  <a:cubicBezTo>
                    <a:pt x="0" y="63"/>
                    <a:pt x="0" y="63"/>
                    <a:pt x="0" y="63"/>
                  </a:cubicBezTo>
                  <a:cubicBezTo>
                    <a:pt x="0" y="28"/>
                    <a:pt x="20" y="0"/>
                    <a:pt x="45"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3" name="Freeform 2184">
              <a:extLst>
                <a:ext uri="{FF2B5EF4-FFF2-40B4-BE49-F238E27FC236}">
                  <a16:creationId xmlns:a16="http://schemas.microsoft.com/office/drawing/2014/main" id="{FC866000-E4E6-45C7-B86F-6B913B316694}"/>
                </a:ext>
              </a:extLst>
            </p:cNvPr>
            <p:cNvSpPr>
              <a:spLocks/>
            </p:cNvSpPr>
            <p:nvPr/>
          </p:nvSpPr>
          <p:spPr bwMode="gray">
            <a:xfrm>
              <a:off x="9305299" y="5825238"/>
              <a:ext cx="433081" cy="42510"/>
            </a:xfrm>
            <a:custGeom>
              <a:avLst/>
              <a:gdLst>
                <a:gd name="T0" fmla="*/ 12633 w 12633"/>
                <a:gd name="T1" fmla="*/ 0 h 1240"/>
                <a:gd name="T2" fmla="*/ 0 w 12633"/>
                <a:gd name="T3" fmla="*/ 0 h 1240"/>
                <a:gd name="T4" fmla="*/ 0 w 12633"/>
                <a:gd name="T5" fmla="*/ 1240 h 1240"/>
                <a:gd name="T6" fmla="*/ 12633 w 12633"/>
                <a:gd name="T7" fmla="*/ 1240 h 1240"/>
                <a:gd name="T8" fmla="*/ 12633 w 12633"/>
                <a:gd name="T9" fmla="*/ 0 h 1240"/>
                <a:gd name="T10" fmla="*/ 12633 w 12633"/>
                <a:gd name="T11" fmla="*/ 0 h 1240"/>
              </a:gdLst>
              <a:ahLst/>
              <a:cxnLst>
                <a:cxn ang="0">
                  <a:pos x="T0" y="T1"/>
                </a:cxn>
                <a:cxn ang="0">
                  <a:pos x="T2" y="T3"/>
                </a:cxn>
                <a:cxn ang="0">
                  <a:pos x="T4" y="T5"/>
                </a:cxn>
                <a:cxn ang="0">
                  <a:pos x="T6" y="T7"/>
                </a:cxn>
                <a:cxn ang="0">
                  <a:pos x="T8" y="T9"/>
                </a:cxn>
                <a:cxn ang="0">
                  <a:pos x="T10" y="T11"/>
                </a:cxn>
              </a:cxnLst>
              <a:rect l="0" t="0" r="r" b="b"/>
              <a:pathLst>
                <a:path w="12633" h="1240">
                  <a:moveTo>
                    <a:pt x="12633" y="0"/>
                  </a:moveTo>
                  <a:lnTo>
                    <a:pt x="0" y="0"/>
                  </a:lnTo>
                  <a:lnTo>
                    <a:pt x="0" y="1240"/>
                  </a:lnTo>
                  <a:lnTo>
                    <a:pt x="12633" y="1240"/>
                  </a:lnTo>
                  <a:lnTo>
                    <a:pt x="12633" y="0"/>
                  </a:lnTo>
                  <a:lnTo>
                    <a:pt x="12633"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4" name="Freeform 2185">
              <a:extLst>
                <a:ext uri="{FF2B5EF4-FFF2-40B4-BE49-F238E27FC236}">
                  <a16:creationId xmlns:a16="http://schemas.microsoft.com/office/drawing/2014/main" id="{C0324045-794D-4027-BEBE-661893267236}"/>
                </a:ext>
              </a:extLst>
            </p:cNvPr>
            <p:cNvSpPr>
              <a:spLocks/>
            </p:cNvSpPr>
            <p:nvPr/>
          </p:nvSpPr>
          <p:spPr bwMode="gray">
            <a:xfrm>
              <a:off x="9326074" y="6115982"/>
              <a:ext cx="420226" cy="22763"/>
            </a:xfrm>
            <a:custGeom>
              <a:avLst/>
              <a:gdLst>
                <a:gd name="T0" fmla="*/ 12258 w 12258"/>
                <a:gd name="T1" fmla="*/ 0 h 664"/>
                <a:gd name="T2" fmla="*/ 0 w 12258"/>
                <a:gd name="T3" fmla="*/ 0 h 664"/>
                <a:gd name="T4" fmla="*/ 0 w 12258"/>
                <a:gd name="T5" fmla="*/ 664 h 664"/>
                <a:gd name="T6" fmla="*/ 12258 w 12258"/>
                <a:gd name="T7" fmla="*/ 664 h 664"/>
                <a:gd name="T8" fmla="*/ 12258 w 12258"/>
                <a:gd name="T9" fmla="*/ 0 h 664"/>
                <a:gd name="T10" fmla="*/ 12258 w 12258"/>
                <a:gd name="T11" fmla="*/ 0 h 664"/>
              </a:gdLst>
              <a:ahLst/>
              <a:cxnLst>
                <a:cxn ang="0">
                  <a:pos x="T0" y="T1"/>
                </a:cxn>
                <a:cxn ang="0">
                  <a:pos x="T2" y="T3"/>
                </a:cxn>
                <a:cxn ang="0">
                  <a:pos x="T4" y="T5"/>
                </a:cxn>
                <a:cxn ang="0">
                  <a:pos x="T6" y="T7"/>
                </a:cxn>
                <a:cxn ang="0">
                  <a:pos x="T8" y="T9"/>
                </a:cxn>
                <a:cxn ang="0">
                  <a:pos x="T10" y="T11"/>
                </a:cxn>
              </a:cxnLst>
              <a:rect l="0" t="0" r="r" b="b"/>
              <a:pathLst>
                <a:path w="12258" h="664">
                  <a:moveTo>
                    <a:pt x="12258" y="0"/>
                  </a:moveTo>
                  <a:lnTo>
                    <a:pt x="0" y="0"/>
                  </a:lnTo>
                  <a:lnTo>
                    <a:pt x="0" y="664"/>
                  </a:lnTo>
                  <a:lnTo>
                    <a:pt x="12258" y="664"/>
                  </a:lnTo>
                  <a:lnTo>
                    <a:pt x="12258" y="0"/>
                  </a:lnTo>
                  <a:lnTo>
                    <a:pt x="12258"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5" name="Freeform 2186">
              <a:extLst>
                <a:ext uri="{FF2B5EF4-FFF2-40B4-BE49-F238E27FC236}">
                  <a16:creationId xmlns:a16="http://schemas.microsoft.com/office/drawing/2014/main" id="{D8A18D74-CC54-4855-8FF9-EBD05CD03B31}"/>
                </a:ext>
              </a:extLst>
            </p:cNvPr>
            <p:cNvSpPr>
              <a:spLocks/>
            </p:cNvSpPr>
            <p:nvPr/>
          </p:nvSpPr>
          <p:spPr bwMode="gray">
            <a:xfrm>
              <a:off x="9712667" y="5456365"/>
              <a:ext cx="52417" cy="883135"/>
            </a:xfrm>
            <a:custGeom>
              <a:avLst/>
              <a:gdLst>
                <a:gd name="T0" fmla="*/ 1529 w 1529"/>
                <a:gd name="T1" fmla="*/ 0 h 25761"/>
                <a:gd name="T2" fmla="*/ 0 w 1529"/>
                <a:gd name="T3" fmla="*/ 0 h 25761"/>
                <a:gd name="T4" fmla="*/ 0 w 1529"/>
                <a:gd name="T5" fmla="*/ 25761 h 25761"/>
                <a:gd name="T6" fmla="*/ 1529 w 1529"/>
                <a:gd name="T7" fmla="*/ 25761 h 25761"/>
                <a:gd name="T8" fmla="*/ 1529 w 1529"/>
                <a:gd name="T9" fmla="*/ 0 h 25761"/>
                <a:gd name="T10" fmla="*/ 1529 w 1529"/>
                <a:gd name="T11" fmla="*/ 0 h 25761"/>
              </a:gdLst>
              <a:ahLst/>
              <a:cxnLst>
                <a:cxn ang="0">
                  <a:pos x="T0" y="T1"/>
                </a:cxn>
                <a:cxn ang="0">
                  <a:pos x="T2" y="T3"/>
                </a:cxn>
                <a:cxn ang="0">
                  <a:pos x="T4" y="T5"/>
                </a:cxn>
                <a:cxn ang="0">
                  <a:pos x="T6" y="T7"/>
                </a:cxn>
                <a:cxn ang="0">
                  <a:pos x="T8" y="T9"/>
                </a:cxn>
                <a:cxn ang="0">
                  <a:pos x="T10" y="T11"/>
                </a:cxn>
              </a:cxnLst>
              <a:rect l="0" t="0" r="r" b="b"/>
              <a:pathLst>
                <a:path w="1529" h="25761">
                  <a:moveTo>
                    <a:pt x="1529" y="0"/>
                  </a:moveTo>
                  <a:lnTo>
                    <a:pt x="0" y="0"/>
                  </a:lnTo>
                  <a:lnTo>
                    <a:pt x="0" y="25761"/>
                  </a:lnTo>
                  <a:lnTo>
                    <a:pt x="1529" y="25761"/>
                  </a:lnTo>
                  <a:lnTo>
                    <a:pt x="1529" y="0"/>
                  </a:lnTo>
                  <a:lnTo>
                    <a:pt x="1529"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6" name="Freeform 2187">
              <a:extLst>
                <a:ext uri="{FF2B5EF4-FFF2-40B4-BE49-F238E27FC236}">
                  <a16:creationId xmlns:a16="http://schemas.microsoft.com/office/drawing/2014/main" id="{D00D1777-D47F-43D4-9142-D5C7445FA98E}"/>
                </a:ext>
              </a:extLst>
            </p:cNvPr>
            <p:cNvSpPr>
              <a:spLocks/>
            </p:cNvSpPr>
            <p:nvPr/>
          </p:nvSpPr>
          <p:spPr bwMode="gray">
            <a:xfrm>
              <a:off x="9304304" y="5825239"/>
              <a:ext cx="44498" cy="517211"/>
            </a:xfrm>
            <a:custGeom>
              <a:avLst/>
              <a:gdLst>
                <a:gd name="T0" fmla="*/ 1298 w 1298"/>
                <a:gd name="T1" fmla="*/ 0 h 15087"/>
                <a:gd name="T2" fmla="*/ 0 w 1298"/>
                <a:gd name="T3" fmla="*/ 0 h 15087"/>
                <a:gd name="T4" fmla="*/ 0 w 1298"/>
                <a:gd name="T5" fmla="*/ 15087 h 15087"/>
                <a:gd name="T6" fmla="*/ 1298 w 1298"/>
                <a:gd name="T7" fmla="*/ 15087 h 15087"/>
                <a:gd name="T8" fmla="*/ 1298 w 1298"/>
                <a:gd name="T9" fmla="*/ 0 h 15087"/>
                <a:gd name="T10" fmla="*/ 1298 w 1298"/>
                <a:gd name="T11" fmla="*/ 0 h 15087"/>
              </a:gdLst>
              <a:ahLst/>
              <a:cxnLst>
                <a:cxn ang="0">
                  <a:pos x="T0" y="T1"/>
                </a:cxn>
                <a:cxn ang="0">
                  <a:pos x="T2" y="T3"/>
                </a:cxn>
                <a:cxn ang="0">
                  <a:pos x="T4" y="T5"/>
                </a:cxn>
                <a:cxn ang="0">
                  <a:pos x="T6" y="T7"/>
                </a:cxn>
                <a:cxn ang="0">
                  <a:pos x="T8" y="T9"/>
                </a:cxn>
                <a:cxn ang="0">
                  <a:pos x="T10" y="T11"/>
                </a:cxn>
              </a:cxnLst>
              <a:rect l="0" t="0" r="r" b="b"/>
              <a:pathLst>
                <a:path w="1298" h="15087">
                  <a:moveTo>
                    <a:pt x="1298" y="0"/>
                  </a:moveTo>
                  <a:lnTo>
                    <a:pt x="0" y="0"/>
                  </a:lnTo>
                  <a:lnTo>
                    <a:pt x="0" y="15087"/>
                  </a:lnTo>
                  <a:lnTo>
                    <a:pt x="1298" y="15087"/>
                  </a:lnTo>
                  <a:lnTo>
                    <a:pt x="1298" y="0"/>
                  </a:lnTo>
                  <a:lnTo>
                    <a:pt x="1298"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7" name="Freeform 2188">
              <a:extLst>
                <a:ext uri="{FF2B5EF4-FFF2-40B4-BE49-F238E27FC236}">
                  <a16:creationId xmlns:a16="http://schemas.microsoft.com/office/drawing/2014/main" id="{F0FF06E7-AC6D-4194-8D69-095E1A06EB0C}"/>
                </a:ext>
              </a:extLst>
            </p:cNvPr>
            <p:cNvSpPr>
              <a:spLocks/>
            </p:cNvSpPr>
            <p:nvPr/>
          </p:nvSpPr>
          <p:spPr bwMode="gray">
            <a:xfrm>
              <a:off x="9712664" y="5221981"/>
              <a:ext cx="52417" cy="234385"/>
            </a:xfrm>
            <a:custGeom>
              <a:avLst/>
              <a:gdLst>
                <a:gd name="T0" fmla="*/ 13 w 53"/>
                <a:gd name="T1" fmla="*/ 0 h 237"/>
                <a:gd name="T2" fmla="*/ 39 w 53"/>
                <a:gd name="T3" fmla="*/ 0 h 237"/>
                <a:gd name="T4" fmla="*/ 53 w 53"/>
                <a:gd name="T5" fmla="*/ 134 h 237"/>
                <a:gd name="T6" fmla="*/ 53 w 53"/>
                <a:gd name="T7" fmla="*/ 237 h 237"/>
                <a:gd name="T8" fmla="*/ 0 w 53"/>
                <a:gd name="T9" fmla="*/ 237 h 237"/>
                <a:gd name="T10" fmla="*/ 0 w 53"/>
                <a:gd name="T11" fmla="*/ 134 h 237"/>
                <a:gd name="T12" fmla="*/ 13 w 53"/>
                <a:gd name="T13" fmla="*/ 0 h 237"/>
              </a:gdLst>
              <a:ahLst/>
              <a:cxnLst>
                <a:cxn ang="0">
                  <a:pos x="T0" y="T1"/>
                </a:cxn>
                <a:cxn ang="0">
                  <a:pos x="T2" y="T3"/>
                </a:cxn>
                <a:cxn ang="0">
                  <a:pos x="T4" y="T5"/>
                </a:cxn>
                <a:cxn ang="0">
                  <a:pos x="T6" y="T7"/>
                </a:cxn>
                <a:cxn ang="0">
                  <a:pos x="T8" y="T9"/>
                </a:cxn>
                <a:cxn ang="0">
                  <a:pos x="T10" y="T11"/>
                </a:cxn>
                <a:cxn ang="0">
                  <a:pos x="T12" y="T13"/>
                </a:cxn>
              </a:cxnLst>
              <a:rect l="0" t="0" r="r" b="b"/>
              <a:pathLst>
                <a:path w="53" h="237">
                  <a:moveTo>
                    <a:pt x="13" y="0"/>
                  </a:moveTo>
                  <a:cubicBezTo>
                    <a:pt x="39" y="0"/>
                    <a:pt x="39" y="0"/>
                    <a:pt x="39" y="0"/>
                  </a:cubicBezTo>
                  <a:cubicBezTo>
                    <a:pt x="47" y="0"/>
                    <a:pt x="53" y="60"/>
                    <a:pt x="53" y="134"/>
                  </a:cubicBezTo>
                  <a:cubicBezTo>
                    <a:pt x="53" y="237"/>
                    <a:pt x="53" y="237"/>
                    <a:pt x="53" y="237"/>
                  </a:cubicBezTo>
                  <a:cubicBezTo>
                    <a:pt x="0" y="237"/>
                    <a:pt x="0" y="237"/>
                    <a:pt x="0" y="237"/>
                  </a:cubicBezTo>
                  <a:cubicBezTo>
                    <a:pt x="0" y="134"/>
                    <a:pt x="0" y="134"/>
                    <a:pt x="0" y="134"/>
                  </a:cubicBezTo>
                  <a:cubicBezTo>
                    <a:pt x="0" y="60"/>
                    <a:pt x="6" y="0"/>
                    <a:pt x="13"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8" name="Freeform 2189">
              <a:extLst>
                <a:ext uri="{FF2B5EF4-FFF2-40B4-BE49-F238E27FC236}">
                  <a16:creationId xmlns:a16="http://schemas.microsoft.com/office/drawing/2014/main" id="{FC805FF4-C331-46E7-ADAD-18E548958272}"/>
                </a:ext>
              </a:extLst>
            </p:cNvPr>
            <p:cNvSpPr>
              <a:spLocks/>
            </p:cNvSpPr>
            <p:nvPr/>
          </p:nvSpPr>
          <p:spPr bwMode="gray">
            <a:xfrm>
              <a:off x="9108509" y="5551292"/>
              <a:ext cx="489474" cy="216593"/>
            </a:xfrm>
            <a:custGeom>
              <a:avLst/>
              <a:gdLst>
                <a:gd name="T0" fmla="*/ 0 w 14278"/>
                <a:gd name="T1" fmla="*/ 6318 h 6318"/>
                <a:gd name="T2" fmla="*/ 14278 w 14278"/>
                <a:gd name="T3" fmla="*/ 6318 h 6318"/>
                <a:gd name="T4" fmla="*/ 14278 w 14278"/>
                <a:gd name="T5" fmla="*/ 0 h 6318"/>
                <a:gd name="T6" fmla="*/ 1962 w 14278"/>
                <a:gd name="T7" fmla="*/ 1472 h 6318"/>
                <a:gd name="T8" fmla="*/ 0 w 14278"/>
                <a:gd name="T9" fmla="*/ 3375 h 6318"/>
                <a:gd name="T10" fmla="*/ 0 w 14278"/>
                <a:gd name="T11" fmla="*/ 6318 h 6318"/>
              </a:gdLst>
              <a:ahLst/>
              <a:cxnLst>
                <a:cxn ang="0">
                  <a:pos x="T0" y="T1"/>
                </a:cxn>
                <a:cxn ang="0">
                  <a:pos x="T2" y="T3"/>
                </a:cxn>
                <a:cxn ang="0">
                  <a:pos x="T4" y="T5"/>
                </a:cxn>
                <a:cxn ang="0">
                  <a:pos x="T6" y="T7"/>
                </a:cxn>
                <a:cxn ang="0">
                  <a:pos x="T8" y="T9"/>
                </a:cxn>
                <a:cxn ang="0">
                  <a:pos x="T10" y="T11"/>
                </a:cxn>
              </a:cxnLst>
              <a:rect l="0" t="0" r="r" b="b"/>
              <a:pathLst>
                <a:path w="14278" h="6318">
                  <a:moveTo>
                    <a:pt x="0" y="6318"/>
                  </a:moveTo>
                  <a:lnTo>
                    <a:pt x="14278" y="6318"/>
                  </a:lnTo>
                  <a:lnTo>
                    <a:pt x="14278" y="0"/>
                  </a:lnTo>
                  <a:lnTo>
                    <a:pt x="1962" y="1472"/>
                  </a:lnTo>
                  <a:lnTo>
                    <a:pt x="0" y="3375"/>
                  </a:lnTo>
                  <a:lnTo>
                    <a:pt x="0" y="6318"/>
                  </a:ln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9" name="Freeform 2190">
              <a:extLst>
                <a:ext uri="{FF2B5EF4-FFF2-40B4-BE49-F238E27FC236}">
                  <a16:creationId xmlns:a16="http://schemas.microsoft.com/office/drawing/2014/main" id="{BA834F64-DC0A-4837-933C-AC280230A9E7}"/>
                </a:ext>
              </a:extLst>
            </p:cNvPr>
            <p:cNvSpPr>
              <a:spLocks/>
            </p:cNvSpPr>
            <p:nvPr/>
          </p:nvSpPr>
          <p:spPr bwMode="gray">
            <a:xfrm>
              <a:off x="9488213" y="5575046"/>
              <a:ext cx="212581" cy="192836"/>
            </a:xfrm>
            <a:custGeom>
              <a:avLst/>
              <a:gdLst>
                <a:gd name="T0" fmla="*/ 172 w 215"/>
                <a:gd name="T1" fmla="*/ 195 h 195"/>
                <a:gd name="T2" fmla="*/ 23 w 215"/>
                <a:gd name="T3" fmla="*/ 195 h 195"/>
                <a:gd name="T4" fmla="*/ 0 w 215"/>
                <a:gd name="T5" fmla="*/ 172 h 195"/>
                <a:gd name="T6" fmla="*/ 0 w 215"/>
                <a:gd name="T7" fmla="*/ 23 h 195"/>
                <a:gd name="T8" fmla="*/ 23 w 215"/>
                <a:gd name="T9" fmla="*/ 0 h 195"/>
                <a:gd name="T10" fmla="*/ 192 w 215"/>
                <a:gd name="T11" fmla="*/ 0 h 195"/>
                <a:gd name="T12" fmla="*/ 215 w 215"/>
                <a:gd name="T13" fmla="*/ 23 h 195"/>
                <a:gd name="T14" fmla="*/ 215 w 215"/>
                <a:gd name="T15" fmla="*/ 152 h 195"/>
                <a:gd name="T16" fmla="*/ 172 w 215"/>
                <a:gd name="T17" fmla="*/ 195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195">
                  <a:moveTo>
                    <a:pt x="172" y="195"/>
                  </a:moveTo>
                  <a:cubicBezTo>
                    <a:pt x="23" y="195"/>
                    <a:pt x="23" y="195"/>
                    <a:pt x="23" y="195"/>
                  </a:cubicBezTo>
                  <a:cubicBezTo>
                    <a:pt x="11" y="195"/>
                    <a:pt x="0" y="185"/>
                    <a:pt x="0" y="172"/>
                  </a:cubicBezTo>
                  <a:cubicBezTo>
                    <a:pt x="0" y="23"/>
                    <a:pt x="0" y="23"/>
                    <a:pt x="0" y="23"/>
                  </a:cubicBezTo>
                  <a:cubicBezTo>
                    <a:pt x="0" y="11"/>
                    <a:pt x="11" y="0"/>
                    <a:pt x="23" y="0"/>
                  </a:cubicBezTo>
                  <a:cubicBezTo>
                    <a:pt x="192" y="0"/>
                    <a:pt x="192" y="0"/>
                    <a:pt x="192" y="0"/>
                  </a:cubicBezTo>
                  <a:cubicBezTo>
                    <a:pt x="205" y="0"/>
                    <a:pt x="215" y="11"/>
                    <a:pt x="215" y="23"/>
                  </a:cubicBezTo>
                  <a:cubicBezTo>
                    <a:pt x="215" y="152"/>
                    <a:pt x="215" y="152"/>
                    <a:pt x="215" y="152"/>
                  </a:cubicBezTo>
                  <a:cubicBezTo>
                    <a:pt x="198" y="169"/>
                    <a:pt x="189" y="178"/>
                    <a:pt x="172" y="195"/>
                  </a:cubicBez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80" name="Freeform 2191">
              <a:extLst>
                <a:ext uri="{FF2B5EF4-FFF2-40B4-BE49-F238E27FC236}">
                  <a16:creationId xmlns:a16="http://schemas.microsoft.com/office/drawing/2014/main" id="{93830BDA-399A-456D-8E38-DAB10D29F5FE}"/>
                </a:ext>
              </a:extLst>
            </p:cNvPr>
            <p:cNvSpPr>
              <a:spLocks/>
            </p:cNvSpPr>
            <p:nvPr/>
          </p:nvSpPr>
          <p:spPr bwMode="gray">
            <a:xfrm>
              <a:off x="9385370" y="5511727"/>
              <a:ext cx="315426" cy="90025"/>
            </a:xfrm>
            <a:custGeom>
              <a:avLst/>
              <a:gdLst>
                <a:gd name="T0" fmla="*/ 1529 w 9201"/>
                <a:gd name="T1" fmla="*/ 2135 h 2626"/>
                <a:gd name="T2" fmla="*/ 9201 w 9201"/>
                <a:gd name="T3" fmla="*/ 2626 h 2626"/>
                <a:gd name="T4" fmla="*/ 9201 w 9201"/>
                <a:gd name="T5" fmla="*/ 0 h 2626"/>
                <a:gd name="T6" fmla="*/ 0 w 9201"/>
                <a:gd name="T7" fmla="*/ 750 h 2626"/>
                <a:gd name="T8" fmla="*/ 87 w 9201"/>
                <a:gd name="T9" fmla="*/ 1876 h 2626"/>
                <a:gd name="T10" fmla="*/ 1529 w 9201"/>
                <a:gd name="T11" fmla="*/ 2135 h 2626"/>
              </a:gdLst>
              <a:ahLst/>
              <a:cxnLst>
                <a:cxn ang="0">
                  <a:pos x="T0" y="T1"/>
                </a:cxn>
                <a:cxn ang="0">
                  <a:pos x="T2" y="T3"/>
                </a:cxn>
                <a:cxn ang="0">
                  <a:pos x="T4" y="T5"/>
                </a:cxn>
                <a:cxn ang="0">
                  <a:pos x="T6" y="T7"/>
                </a:cxn>
                <a:cxn ang="0">
                  <a:pos x="T8" y="T9"/>
                </a:cxn>
                <a:cxn ang="0">
                  <a:pos x="T10" y="T11"/>
                </a:cxn>
              </a:cxnLst>
              <a:rect l="0" t="0" r="r" b="b"/>
              <a:pathLst>
                <a:path w="9201" h="2626">
                  <a:moveTo>
                    <a:pt x="1529" y="2135"/>
                  </a:moveTo>
                  <a:lnTo>
                    <a:pt x="9201" y="2626"/>
                  </a:lnTo>
                  <a:lnTo>
                    <a:pt x="9201" y="0"/>
                  </a:lnTo>
                  <a:lnTo>
                    <a:pt x="0" y="750"/>
                  </a:lnTo>
                  <a:lnTo>
                    <a:pt x="87" y="1876"/>
                  </a:lnTo>
                  <a:lnTo>
                    <a:pt x="1529" y="2135"/>
                  </a:lnTo>
                  <a:close/>
                </a:path>
              </a:pathLst>
            </a:custGeom>
            <a:solidFill>
              <a:srgbClr val="3296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81" name="Freeform 2192">
              <a:extLst>
                <a:ext uri="{FF2B5EF4-FFF2-40B4-BE49-F238E27FC236}">
                  <a16:creationId xmlns:a16="http://schemas.microsoft.com/office/drawing/2014/main" id="{A75DDB5F-367A-4AA6-AB56-290F49A3A5B9}"/>
                </a:ext>
              </a:extLst>
            </p:cNvPr>
            <p:cNvSpPr>
              <a:spLocks/>
            </p:cNvSpPr>
            <p:nvPr/>
          </p:nvSpPr>
          <p:spPr bwMode="gray">
            <a:xfrm>
              <a:off x="9271657" y="5088484"/>
              <a:ext cx="252143" cy="398526"/>
            </a:xfrm>
            <a:custGeom>
              <a:avLst/>
              <a:gdLst>
                <a:gd name="T0" fmla="*/ 1587 w 7355"/>
                <a:gd name="T1" fmla="*/ 11625 h 11625"/>
                <a:gd name="T2" fmla="*/ 7355 w 7355"/>
                <a:gd name="T3" fmla="*/ 4875 h 11625"/>
                <a:gd name="T4" fmla="*/ 5625 w 7355"/>
                <a:gd name="T5" fmla="*/ 0 h 11625"/>
                <a:gd name="T6" fmla="*/ 0 w 7355"/>
                <a:gd name="T7" fmla="*/ 9173 h 11625"/>
                <a:gd name="T8" fmla="*/ 1587 w 7355"/>
                <a:gd name="T9" fmla="*/ 11625 h 11625"/>
              </a:gdLst>
              <a:ahLst/>
              <a:cxnLst>
                <a:cxn ang="0">
                  <a:pos x="T0" y="T1"/>
                </a:cxn>
                <a:cxn ang="0">
                  <a:pos x="T2" y="T3"/>
                </a:cxn>
                <a:cxn ang="0">
                  <a:pos x="T4" y="T5"/>
                </a:cxn>
                <a:cxn ang="0">
                  <a:pos x="T6" y="T7"/>
                </a:cxn>
                <a:cxn ang="0">
                  <a:pos x="T8" y="T9"/>
                </a:cxn>
              </a:cxnLst>
              <a:rect l="0" t="0" r="r" b="b"/>
              <a:pathLst>
                <a:path w="7355" h="11625">
                  <a:moveTo>
                    <a:pt x="1587" y="11625"/>
                  </a:moveTo>
                  <a:lnTo>
                    <a:pt x="7355" y="4875"/>
                  </a:lnTo>
                  <a:lnTo>
                    <a:pt x="5625" y="0"/>
                  </a:lnTo>
                  <a:lnTo>
                    <a:pt x="0" y="9173"/>
                  </a:lnTo>
                  <a:lnTo>
                    <a:pt x="1587" y="11625"/>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82" name="Freeform 2193">
              <a:extLst>
                <a:ext uri="{FF2B5EF4-FFF2-40B4-BE49-F238E27FC236}">
                  <a16:creationId xmlns:a16="http://schemas.microsoft.com/office/drawing/2014/main" id="{DFC375D1-6E35-4C68-BA1B-E1AA1015C9AC}"/>
                </a:ext>
              </a:extLst>
            </p:cNvPr>
            <p:cNvSpPr>
              <a:spLocks/>
            </p:cNvSpPr>
            <p:nvPr/>
          </p:nvSpPr>
          <p:spPr bwMode="gray">
            <a:xfrm>
              <a:off x="9150059" y="5399010"/>
              <a:ext cx="183922" cy="88001"/>
            </a:xfrm>
            <a:custGeom>
              <a:avLst/>
              <a:gdLst>
                <a:gd name="T0" fmla="*/ 0 w 5365"/>
                <a:gd name="T1" fmla="*/ 2336 h 2567"/>
                <a:gd name="T2" fmla="*/ 5134 w 5365"/>
                <a:gd name="T3" fmla="*/ 2567 h 2567"/>
                <a:gd name="T4" fmla="*/ 5365 w 5365"/>
                <a:gd name="T5" fmla="*/ 750 h 2567"/>
                <a:gd name="T6" fmla="*/ 3894 w 5365"/>
                <a:gd name="T7" fmla="*/ 0 h 2567"/>
                <a:gd name="T8" fmla="*/ 1442 w 5365"/>
                <a:gd name="T9" fmla="*/ 519 h 2567"/>
                <a:gd name="T10" fmla="*/ 0 w 5365"/>
                <a:gd name="T11" fmla="*/ 2336 h 2567"/>
              </a:gdLst>
              <a:ahLst/>
              <a:cxnLst>
                <a:cxn ang="0">
                  <a:pos x="T0" y="T1"/>
                </a:cxn>
                <a:cxn ang="0">
                  <a:pos x="T2" y="T3"/>
                </a:cxn>
                <a:cxn ang="0">
                  <a:pos x="T4" y="T5"/>
                </a:cxn>
                <a:cxn ang="0">
                  <a:pos x="T6" y="T7"/>
                </a:cxn>
                <a:cxn ang="0">
                  <a:pos x="T8" y="T9"/>
                </a:cxn>
                <a:cxn ang="0">
                  <a:pos x="T10" y="T11"/>
                </a:cxn>
              </a:cxnLst>
              <a:rect l="0" t="0" r="r" b="b"/>
              <a:pathLst>
                <a:path w="5365" h="2567">
                  <a:moveTo>
                    <a:pt x="0" y="2336"/>
                  </a:moveTo>
                  <a:lnTo>
                    <a:pt x="5134" y="2567"/>
                  </a:lnTo>
                  <a:lnTo>
                    <a:pt x="5365" y="750"/>
                  </a:lnTo>
                  <a:lnTo>
                    <a:pt x="3894" y="0"/>
                  </a:lnTo>
                  <a:lnTo>
                    <a:pt x="1442" y="519"/>
                  </a:lnTo>
                  <a:lnTo>
                    <a:pt x="0" y="2336"/>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83" name="Freeform 2194">
              <a:extLst>
                <a:ext uri="{FF2B5EF4-FFF2-40B4-BE49-F238E27FC236}">
                  <a16:creationId xmlns:a16="http://schemas.microsoft.com/office/drawing/2014/main" id="{814C9B7B-8433-4181-9638-6D1DA59AC661}"/>
                </a:ext>
              </a:extLst>
            </p:cNvPr>
            <p:cNvSpPr>
              <a:spLocks/>
            </p:cNvSpPr>
            <p:nvPr/>
          </p:nvSpPr>
          <p:spPr bwMode="gray">
            <a:xfrm>
              <a:off x="9393286" y="4980666"/>
              <a:ext cx="255124" cy="288790"/>
            </a:xfrm>
            <a:custGeom>
              <a:avLst/>
              <a:gdLst>
                <a:gd name="T0" fmla="*/ 0 w 258"/>
                <a:gd name="T1" fmla="*/ 205 h 292"/>
                <a:gd name="T2" fmla="*/ 137 w 258"/>
                <a:gd name="T3" fmla="*/ 292 h 292"/>
                <a:gd name="T4" fmla="*/ 258 w 258"/>
                <a:gd name="T5" fmla="*/ 100 h 292"/>
                <a:gd name="T6" fmla="*/ 245 w 258"/>
                <a:gd name="T7" fmla="*/ 38 h 292"/>
                <a:gd name="T8" fmla="*/ 185 w 258"/>
                <a:gd name="T9" fmla="*/ 0 h 292"/>
                <a:gd name="T10" fmla="*/ 122 w 258"/>
                <a:gd name="T11" fmla="*/ 13 h 292"/>
                <a:gd name="T12" fmla="*/ 0 w 258"/>
                <a:gd name="T13" fmla="*/ 205 h 292"/>
              </a:gdLst>
              <a:ahLst/>
              <a:cxnLst>
                <a:cxn ang="0">
                  <a:pos x="T0" y="T1"/>
                </a:cxn>
                <a:cxn ang="0">
                  <a:pos x="T2" y="T3"/>
                </a:cxn>
                <a:cxn ang="0">
                  <a:pos x="T4" y="T5"/>
                </a:cxn>
                <a:cxn ang="0">
                  <a:pos x="T6" y="T7"/>
                </a:cxn>
                <a:cxn ang="0">
                  <a:pos x="T8" y="T9"/>
                </a:cxn>
                <a:cxn ang="0">
                  <a:pos x="T10" y="T11"/>
                </a:cxn>
                <a:cxn ang="0">
                  <a:pos x="T12" y="T13"/>
                </a:cxn>
              </a:cxnLst>
              <a:rect l="0" t="0" r="r" b="b"/>
              <a:pathLst>
                <a:path w="258" h="292">
                  <a:moveTo>
                    <a:pt x="0" y="205"/>
                  </a:moveTo>
                  <a:cubicBezTo>
                    <a:pt x="137" y="292"/>
                    <a:pt x="137" y="292"/>
                    <a:pt x="137" y="292"/>
                  </a:cubicBezTo>
                  <a:cubicBezTo>
                    <a:pt x="258" y="100"/>
                    <a:pt x="258" y="100"/>
                    <a:pt x="258" y="100"/>
                  </a:cubicBezTo>
                  <a:cubicBezTo>
                    <a:pt x="258" y="100"/>
                    <a:pt x="250" y="62"/>
                    <a:pt x="245" y="38"/>
                  </a:cubicBezTo>
                  <a:cubicBezTo>
                    <a:pt x="185" y="0"/>
                    <a:pt x="185" y="0"/>
                    <a:pt x="185" y="0"/>
                  </a:cubicBezTo>
                  <a:cubicBezTo>
                    <a:pt x="160" y="5"/>
                    <a:pt x="122" y="13"/>
                    <a:pt x="122" y="13"/>
                  </a:cubicBezTo>
                  <a:lnTo>
                    <a:pt x="0" y="205"/>
                  </a:lnTo>
                  <a:close/>
                </a:path>
              </a:pathLst>
            </a:custGeom>
            <a:solidFill>
              <a:srgbClr val="0F7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84" name="Freeform 2195">
              <a:extLst>
                <a:ext uri="{FF2B5EF4-FFF2-40B4-BE49-F238E27FC236}">
                  <a16:creationId xmlns:a16="http://schemas.microsoft.com/office/drawing/2014/main" id="{F90577B6-3911-49FC-A4A1-FC28CEC01389}"/>
                </a:ext>
              </a:extLst>
            </p:cNvPr>
            <p:cNvSpPr>
              <a:spLocks/>
            </p:cNvSpPr>
            <p:nvPr/>
          </p:nvSpPr>
          <p:spPr bwMode="gray">
            <a:xfrm>
              <a:off x="9109517" y="5399029"/>
              <a:ext cx="105794" cy="80083"/>
            </a:xfrm>
            <a:custGeom>
              <a:avLst/>
              <a:gdLst>
                <a:gd name="T0" fmla="*/ 0 w 107"/>
                <a:gd name="T1" fmla="*/ 48 h 81"/>
                <a:gd name="T2" fmla="*/ 42 w 107"/>
                <a:gd name="T3" fmla="*/ 81 h 81"/>
                <a:gd name="T4" fmla="*/ 107 w 107"/>
                <a:gd name="T5" fmla="*/ 14 h 81"/>
                <a:gd name="T6" fmla="*/ 94 w 107"/>
                <a:gd name="T7" fmla="*/ 0 h 81"/>
                <a:gd name="T8" fmla="*/ 46 w 107"/>
                <a:gd name="T9" fmla="*/ 0 h 81"/>
                <a:gd name="T10" fmla="*/ 0 w 107"/>
                <a:gd name="T11" fmla="*/ 48 h 81"/>
              </a:gdLst>
              <a:ahLst/>
              <a:cxnLst>
                <a:cxn ang="0">
                  <a:pos x="T0" y="T1"/>
                </a:cxn>
                <a:cxn ang="0">
                  <a:pos x="T2" y="T3"/>
                </a:cxn>
                <a:cxn ang="0">
                  <a:pos x="T4" y="T5"/>
                </a:cxn>
                <a:cxn ang="0">
                  <a:pos x="T6" y="T7"/>
                </a:cxn>
                <a:cxn ang="0">
                  <a:pos x="T8" y="T9"/>
                </a:cxn>
                <a:cxn ang="0">
                  <a:pos x="T10" y="T11"/>
                </a:cxn>
              </a:cxnLst>
              <a:rect l="0" t="0" r="r" b="b"/>
              <a:pathLst>
                <a:path w="107" h="81">
                  <a:moveTo>
                    <a:pt x="0" y="48"/>
                  </a:moveTo>
                  <a:cubicBezTo>
                    <a:pt x="42" y="81"/>
                    <a:pt x="42" y="81"/>
                    <a:pt x="42" y="81"/>
                  </a:cubicBezTo>
                  <a:cubicBezTo>
                    <a:pt x="107" y="14"/>
                    <a:pt x="107" y="14"/>
                    <a:pt x="107" y="14"/>
                  </a:cubicBezTo>
                  <a:cubicBezTo>
                    <a:pt x="94" y="0"/>
                    <a:pt x="94" y="0"/>
                    <a:pt x="94" y="0"/>
                  </a:cubicBezTo>
                  <a:cubicBezTo>
                    <a:pt x="46" y="0"/>
                    <a:pt x="46" y="0"/>
                    <a:pt x="46" y="0"/>
                  </a:cubicBezTo>
                  <a:cubicBezTo>
                    <a:pt x="28" y="19"/>
                    <a:pt x="18" y="29"/>
                    <a:pt x="0" y="48"/>
                  </a:cubicBez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grpSp>
    </p:spTree>
    <p:extLst>
      <p:ext uri="{BB962C8B-B14F-4D97-AF65-F5344CB8AC3E}">
        <p14:creationId xmlns:p14="http://schemas.microsoft.com/office/powerpoint/2010/main" val="1404974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EF7BA6B8-2D49-49EE-AA38-401584ACB3E0}"/>
              </a:ext>
            </a:extLst>
          </p:cNvPr>
          <p:cNvSpPr>
            <a:spLocks noGrp="1"/>
          </p:cNvSpPr>
          <p:nvPr>
            <p:ph type="title"/>
          </p:nvPr>
        </p:nvSpPr>
        <p:spPr>
          <a:xfrm>
            <a:off x="410400" y="1414463"/>
            <a:ext cx="9288000" cy="615553"/>
          </a:xfrm>
        </p:spPr>
        <p:txBody>
          <a:bodyPr/>
          <a:lstStyle/>
          <a:p>
            <a:r>
              <a:rPr lang="en-US" dirty="0">
                <a:latin typeface="+mn-lt"/>
                <a:ea typeface="+mn-ea"/>
                <a:cs typeface="+mn-ea"/>
                <a:sym typeface="+mn-lt"/>
              </a:rPr>
              <a:t>Contact</a:t>
            </a:r>
          </a:p>
        </p:txBody>
      </p:sp>
      <p:sp>
        <p:nvSpPr>
          <p:cNvPr id="3" name="Subtitle">
            <a:extLst>
              <a:ext uri="{FF2B5EF4-FFF2-40B4-BE49-F238E27FC236}">
                <a16:creationId xmlns:a16="http://schemas.microsoft.com/office/drawing/2014/main" id="{A8C0B1B3-7902-4A0F-A274-1F5878B8197A}"/>
              </a:ext>
            </a:extLst>
          </p:cNvPr>
          <p:cNvSpPr>
            <a:spLocks noGrp="1"/>
          </p:cNvSpPr>
          <p:nvPr>
            <p:ph type="subTitle" idx="1"/>
          </p:nvPr>
        </p:nvSpPr>
        <p:spPr>
          <a:xfrm>
            <a:off x="534453" y="2325278"/>
            <a:ext cx="9288000" cy="1930123"/>
          </a:xfrm>
        </p:spPr>
        <p:txBody>
          <a:bodyPr/>
          <a:lstStyle/>
          <a:p>
            <a:r>
              <a:rPr lang="en-US" dirty="0">
                <a:cs typeface="+mn-ea"/>
                <a:sym typeface="+mn-lt"/>
              </a:rPr>
              <a:t>Published by Siemens </a:t>
            </a:r>
          </a:p>
          <a:p>
            <a:r>
              <a:rPr lang="en-US" dirty="0">
                <a:cs typeface="+mn-ea"/>
                <a:sym typeface="+mn-lt"/>
              </a:rPr>
              <a:t>T </a:t>
            </a:r>
            <a:r>
              <a:rPr lang="en-US" altLang="zh-CN" dirty="0">
                <a:cs typeface="+mn-ea"/>
                <a:sym typeface="+mn-lt"/>
              </a:rPr>
              <a:t>RDA</a:t>
            </a:r>
            <a:r>
              <a:rPr lang="en-US" dirty="0">
                <a:cs typeface="+mn-ea"/>
                <a:sym typeface="+mn-lt"/>
              </a:rPr>
              <a:t> I</a:t>
            </a:r>
            <a:r>
              <a:rPr lang="en-US" altLang="zh-CN" dirty="0">
                <a:cs typeface="+mn-ea"/>
                <a:sym typeface="+mn-lt"/>
              </a:rPr>
              <a:t>oT INW-CN</a:t>
            </a:r>
            <a:endParaRPr lang="en-US" dirty="0">
              <a:cs typeface="+mn-ea"/>
              <a:sym typeface="+mn-lt"/>
            </a:endParaRPr>
          </a:p>
          <a:p>
            <a:pPr lvl="1"/>
            <a:r>
              <a:rPr lang="en-US" altLang="zh-CN" dirty="0">
                <a:cs typeface="+mn-ea"/>
                <a:sym typeface="+mn-lt"/>
              </a:rPr>
              <a:t>ZHOU Wen Jing</a:t>
            </a:r>
          </a:p>
          <a:p>
            <a:br>
              <a:rPr lang="en-US" dirty="0">
                <a:cs typeface="+mn-ea"/>
                <a:sym typeface="+mn-lt"/>
              </a:rPr>
            </a:br>
            <a:r>
              <a:rPr lang="en-US" dirty="0">
                <a:cs typeface="+mn-ea"/>
                <a:sym typeface="+mn-lt"/>
              </a:rPr>
              <a:t>200, </a:t>
            </a:r>
            <a:r>
              <a:rPr lang="en-US" dirty="0" err="1">
                <a:cs typeface="+mn-ea"/>
                <a:sym typeface="+mn-lt"/>
              </a:rPr>
              <a:t>Linghu</a:t>
            </a:r>
            <a:r>
              <a:rPr lang="en-US" dirty="0">
                <a:cs typeface="+mn-ea"/>
                <a:sym typeface="+mn-lt"/>
              </a:rPr>
              <a:t> Avenue</a:t>
            </a:r>
            <a:br>
              <a:rPr lang="en-US" dirty="0">
                <a:cs typeface="+mn-ea"/>
                <a:sym typeface="+mn-lt"/>
              </a:rPr>
            </a:br>
            <a:r>
              <a:rPr lang="en-US" dirty="0">
                <a:cs typeface="+mn-ea"/>
                <a:sym typeface="+mn-lt"/>
              </a:rPr>
              <a:t>214135, Wuxi</a:t>
            </a:r>
            <a:br>
              <a:rPr lang="en-US" dirty="0">
                <a:cs typeface="+mn-ea"/>
                <a:sym typeface="+mn-lt"/>
              </a:rPr>
            </a:br>
            <a:r>
              <a:rPr lang="en-US" dirty="0">
                <a:cs typeface="+mn-ea"/>
                <a:sym typeface="+mn-lt"/>
              </a:rPr>
              <a:t>China</a:t>
            </a:r>
          </a:p>
          <a:p>
            <a:endParaRPr lang="en-US" dirty="0">
              <a:cs typeface="+mn-ea"/>
              <a:sym typeface="+mn-lt"/>
            </a:endParaRPr>
          </a:p>
          <a:p>
            <a:r>
              <a:rPr lang="en-US" dirty="0">
                <a:cs typeface="+mn-ea"/>
                <a:sym typeface="+mn-lt"/>
              </a:rPr>
              <a:t>Mobile: +86 18961795415</a:t>
            </a:r>
          </a:p>
          <a:p>
            <a:r>
              <a:rPr lang="en-US" dirty="0">
                <a:cs typeface="+mn-ea"/>
                <a:sym typeface="+mn-lt"/>
              </a:rPr>
              <a:t>E-mail: zhou.wenjing@siemens.com</a:t>
            </a:r>
          </a:p>
        </p:txBody>
      </p:sp>
      <p:sp>
        <p:nvSpPr>
          <p:cNvPr id="2" name="Footer Placeholder">
            <a:extLst>
              <a:ext uri="{FF2B5EF4-FFF2-40B4-BE49-F238E27FC236}">
                <a16:creationId xmlns:a16="http://schemas.microsoft.com/office/drawing/2014/main" id="{7D86EBFB-CE6A-4758-896A-AAD8E1D08CC8}"/>
              </a:ext>
            </a:extLst>
          </p:cNvPr>
          <p:cNvSpPr>
            <a:spLocks noGrp="1"/>
          </p:cNvSpPr>
          <p:nvPr>
            <p:ph type="ftr" sz="quarter" idx="12"/>
          </p:nvPr>
        </p:nvSpPr>
        <p:spPr>
          <a:xfrm>
            <a:off x="410400" y="6310800"/>
            <a:ext cx="9288000" cy="547200"/>
          </a:xfrm>
        </p:spPr>
        <p:txBody>
          <a:bodyPr/>
          <a:lstStyle/>
          <a:p>
            <a:pPr>
              <a:lnSpc>
                <a:spcPct val="100000"/>
              </a:lnSpc>
            </a:pPr>
            <a:r>
              <a:rPr lang="en-US" dirty="0">
                <a:cs typeface="+mn-ea"/>
                <a:sym typeface="+mn-lt"/>
              </a:rPr>
              <a:t>Restricted | © Siemens 2021 </a:t>
            </a:r>
          </a:p>
        </p:txBody>
      </p:sp>
    </p:spTree>
    <p:extLst>
      <p:ext uri="{BB962C8B-B14F-4D97-AF65-F5344CB8AC3E}">
        <p14:creationId xmlns:p14="http://schemas.microsoft.com/office/powerpoint/2010/main" val="30440833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IO_GUID" val="b4ea6bfc-a965-4e8f-8294-c816f2827ade"/>
  <p:tag name="MIO_EK" val="582917"/>
  <p:tag name="MIO_UPDATE" val="True"/>
  <p:tag name="MIO_VERSION" val="15.02.2016 18:24:03"/>
  <p:tag name="MIO_DBID" val="598A5C07-C27D-430B-A8FC-FA667BE665A4"/>
  <p:tag name="MIO_LASTDOWNLOADED" val="05.04.2016 08:42:27"/>
  <p:tag name="MIO_OBJECTNAME" val="Automotive_Digitalization_FS"/>
  <p:tag name="MIO_LASTEDITORNAME" val="(Dietmar Kluge)"/>
</p:tagLst>
</file>

<file path=ppt/tags/tag3.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4.xml><?xml version="1.0" encoding="utf-8"?>
<p:tagLst xmlns:a="http://schemas.openxmlformats.org/drawingml/2006/main" xmlns:r="http://schemas.openxmlformats.org/officeDocument/2006/relationships" xmlns:p="http://schemas.openxmlformats.org/presentationml/2006/main">
  <p:tag name="CDT_INTERSECT_SLIDE" val="False"/>
  <p:tag name="CDT_NAVBARONTHISSLIDE" val="True"/>
  <p:tag name="CDT_DESIGNS_NAME" val="Siemens 2013 – 16:9"/>
  <p:tag name="CDT_MASTERS_NAME" val="Title fullscreen (big bar up)"/>
  <p:tag name="CDT_LAYOUT_TYPE" val="1"/>
  <p:tag name="CDT_ORIGINAL_DESIGNS_NAME" val="Siemens 2013 – 16:9"/>
  <p:tag name="CDT_ORIGINAL_MASTERS_NAME" val="Title fullscreen (big bar up)"/>
  <p:tag name="CDT_ORIGINAL_LAYOUT_TYPE" val="1"/>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CDT_INTERSECT_SLIDE" val="False"/>
  <p:tag name="CDT_NAVBARONTHISSLIDE" val="True"/>
  <p:tag name="CDT_DESIGNS_NAME" val="Siemens 2013 – 16:9"/>
  <p:tag name="CDT_MASTERS_NAME" val="Title fullscreen (big bar up)"/>
  <p:tag name="CDT_LAYOUT_TYPE" val="1"/>
  <p:tag name="CDT_ORIGINAL_DESIGNS_NAME" val="Siemens 2013 – 16:9"/>
  <p:tag name="CDT_ORIGINAL_MASTERS_NAME" val="Title fullscreen (big bar up)"/>
  <p:tag name="CDT_ORIGINAL_LAYOUT_TYPE" val="1"/>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iemens 2020">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ooieeu3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sie-ppt-O365-16x9-standard-eng-v3-0.pptx" id="{126F423E-7F52-41DE-A20C-756A6822B9A2}" vid="{51365D51-9DD3-491E-AF49-CB2F506BEAC1}"/>
    </a:ext>
  </a:extLst>
</a:theme>
</file>

<file path=ppt/theme/theme2.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4ppTags>
  <Name>Free Content</Name>
  <PpLayout>11</PpLayout>
  <Index>9</Index>
</p4ppTag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B723348FF749C46A29006659C48DCE8" ma:contentTypeVersion="7" ma:contentTypeDescription="Create a new document." ma:contentTypeScope="" ma:versionID="3b3176782d2486f7d268c38823ef824c">
  <xsd:schema xmlns:xsd="http://www.w3.org/2001/XMLSchema" xmlns:xs="http://www.w3.org/2001/XMLSchema" xmlns:p="http://schemas.microsoft.com/office/2006/metadata/properties" xmlns:ns2="636484ee-ad22-4846-8e19-0286e518f0d3" targetNamespace="http://schemas.microsoft.com/office/2006/metadata/properties" ma:root="true" ma:fieldsID="f13ab518c8f2d9b8c637497c889ca8b1" ns2:_="">
    <xsd:import namespace="636484ee-ad22-4846-8e19-0286e518f0d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6484ee-ad22-4846-8e19-0286e518f0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097D0C-BE3E-4AEC-9593-65CFCCB19297}">
  <ds:schemaRefs/>
</ds:datastoreItem>
</file>

<file path=customXml/itemProps2.xml><?xml version="1.0" encoding="utf-8"?>
<ds:datastoreItem xmlns:ds="http://schemas.openxmlformats.org/officeDocument/2006/customXml" ds:itemID="{76FA42EB-90FA-4F29-AD7C-D6AA50015DB3}">
  <ds:schemaRefs>
    <ds:schemaRef ds:uri="http://schemas.microsoft.com/office/infopath/2007/PartnerControls"/>
    <ds:schemaRef ds:uri="http://schemas.microsoft.com/office/2006/documentManagement/types"/>
    <ds:schemaRef ds:uri="http://www.w3.org/XML/1998/namespace"/>
    <ds:schemaRef ds:uri="http://schemas.openxmlformats.org/package/2006/metadata/core-properties"/>
    <ds:schemaRef ds:uri="http://schemas.microsoft.com/office/2006/metadata/properties"/>
    <ds:schemaRef ds:uri="http://purl.org/dc/terms/"/>
    <ds:schemaRef ds:uri="http://purl.org/dc/dcmitype/"/>
    <ds:schemaRef ds:uri="9e776604-f57f-41ff-b37d-aeaa9b01075c"/>
    <ds:schemaRef ds:uri="658b11ea-c6d3-4639-a05a-9b8f21dc6de6"/>
    <ds:schemaRef ds:uri="http://purl.org/dc/elements/1.1/"/>
  </ds:schemaRefs>
</ds:datastoreItem>
</file>

<file path=customXml/itemProps3.xml><?xml version="1.0" encoding="utf-8"?>
<ds:datastoreItem xmlns:ds="http://schemas.openxmlformats.org/officeDocument/2006/customXml" ds:itemID="{FC888D50-78E2-4ED6-BA3E-1EA4BC8C57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6484ee-ad22-4846-8e19-0286e518f0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NEW!_sie-ppt-O365-16x9-standard-eng-v3-0</Template>
  <TotalTime>12279</TotalTime>
  <Words>698</Words>
  <Application>Microsoft Office PowerPoint</Application>
  <PresentationFormat>宽屏</PresentationFormat>
  <Paragraphs>120</Paragraphs>
  <Slides>15</Slides>
  <Notes>2</Notes>
  <HiddenSlides>0</HiddenSlides>
  <MMClips>2</MMClips>
  <ScaleCrop>false</ScaleCrop>
  <HeadingPairs>
    <vt:vector size="8" baseType="variant">
      <vt:variant>
        <vt:lpstr>已用的字体</vt:lpstr>
      </vt:variant>
      <vt:variant>
        <vt:i4>2</vt:i4>
      </vt:variant>
      <vt:variant>
        <vt:lpstr>主题</vt:lpstr>
      </vt:variant>
      <vt:variant>
        <vt:i4>1</vt:i4>
      </vt:variant>
      <vt:variant>
        <vt:lpstr>嵌入 OLE 服务器</vt:lpstr>
      </vt:variant>
      <vt:variant>
        <vt:i4>1</vt:i4>
      </vt:variant>
      <vt:variant>
        <vt:lpstr>幻灯片标题</vt:lpstr>
      </vt:variant>
      <vt:variant>
        <vt:i4>15</vt:i4>
      </vt:variant>
    </vt:vector>
  </HeadingPairs>
  <TitlesOfParts>
    <vt:vector size="19" baseType="lpstr">
      <vt:lpstr>Arial</vt:lpstr>
      <vt:lpstr>Wingdings</vt:lpstr>
      <vt:lpstr>Siemens 2020</vt:lpstr>
      <vt:lpstr>think-cell Slide</vt:lpstr>
      <vt:lpstr>Indirect Sensing Pre-Maintenance </vt:lpstr>
      <vt:lpstr>PowerPoint 演示文稿</vt:lpstr>
      <vt:lpstr>Feasibility Analysis  based on Currents Data Pre-Maintenance </vt:lpstr>
      <vt:lpstr>Exploratory Data Analysis on Currents Data </vt:lpstr>
      <vt:lpstr>PowerPoint 演示文稿</vt:lpstr>
      <vt:lpstr>Statistical Analysis and Forecast </vt:lpstr>
      <vt:lpstr>Statistical Analysis and Forecast </vt:lpstr>
      <vt:lpstr>Forecast using LSTM Deep Learning Model </vt:lpstr>
      <vt:lpstr>PowerPoint 演示文稿</vt:lpstr>
      <vt:lpstr>Proposal  based on SPC and Smart Statistics</vt:lpstr>
      <vt:lpstr>PowerPoint 演示文稿</vt:lpstr>
      <vt:lpstr>PowerPoint 演示文稿</vt:lpstr>
      <vt:lpstr>Solution based on SPC and Smart Statistics </vt:lpstr>
      <vt:lpstr>PowerPoint 演示文稿</vt:lpstr>
      <vt:lpstr>Contact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chart two-line headline, Arial, 80 pt</dc:title>
  <dc:creator>Yu, He (T RDA IOT INW-CN)</dc:creator>
  <cp:keywords>Template</cp:keywords>
  <dc:description>Version 3.0.8
September 2020</dc:description>
  <cp:lastModifiedBy>cjj</cp:lastModifiedBy>
  <cp:revision>178</cp:revision>
  <dcterms:created xsi:type="dcterms:W3CDTF">2020-11-27T07:32:20Z</dcterms:created>
  <dcterms:modified xsi:type="dcterms:W3CDTF">2021-09-06T08:03:20Z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0x010100AB723348FF749C46A29006659C48DCE8</vt:lpwstr>
  </property>
  <property fmtid="{D5CDD505-2E9C-101B-9397-08002B2CF9AE}" pid="3" name="MSIP_Label_a59b6cd5-d141-4a33-8bf1-0ca04484304f_Enabled">
    <vt:lpwstr>true</vt:lpwstr>
  </property>
  <property fmtid="{D5CDD505-2E9C-101B-9397-08002B2CF9AE}" pid="4" name="MSIP_Label_a59b6cd5-d141-4a33-8bf1-0ca04484304f_SetDate">
    <vt:lpwstr>2021-05-10T00:51:11Z</vt:lpwstr>
  </property>
  <property fmtid="{D5CDD505-2E9C-101B-9397-08002B2CF9AE}" pid="5" name="MSIP_Label_a59b6cd5-d141-4a33-8bf1-0ca04484304f_Method">
    <vt:lpwstr>Standard</vt:lpwstr>
  </property>
  <property fmtid="{D5CDD505-2E9C-101B-9397-08002B2CF9AE}" pid="6" name="MSIP_Label_a59b6cd5-d141-4a33-8bf1-0ca04484304f_Name">
    <vt:lpwstr>restricted-default</vt:lpwstr>
  </property>
  <property fmtid="{D5CDD505-2E9C-101B-9397-08002B2CF9AE}" pid="7" name="MSIP_Label_a59b6cd5-d141-4a33-8bf1-0ca04484304f_SiteId">
    <vt:lpwstr>38ae3bcd-9579-4fd4-adda-b42e1495d55a</vt:lpwstr>
  </property>
  <property fmtid="{D5CDD505-2E9C-101B-9397-08002B2CF9AE}" pid="8" name="MSIP_Label_a59b6cd5-d141-4a33-8bf1-0ca04484304f_ActionId">
    <vt:lpwstr>f925726c-a707-4b58-8df1-0b6731ff310f</vt:lpwstr>
  </property>
  <property fmtid="{D5CDD505-2E9C-101B-9397-08002B2CF9AE}" pid="9" name="MSIP_Label_a59b6cd5-d141-4a33-8bf1-0ca04484304f_ContentBits">
    <vt:lpwstr>0</vt:lpwstr>
  </property>
  <property fmtid="{D5CDD505-2E9C-101B-9397-08002B2CF9AE}" pid="10" name="Document_Confidentiality">
    <vt:lpwstr>Restricted</vt:lpwstr>
  </property>
</Properties>
</file>