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5DB64-36C3-94BC-759F-F3EFEF04C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9F0A3C-9C2C-1298-541C-7FC2FBDD92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AC25B-EA1E-D7E1-3B3D-2A7A77C42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67EF9-72FA-4982-8FAB-035F75626116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23C36-77A3-9EA8-CFE2-39A8BBDE1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563A9-D20F-ABF2-7BA9-E5B383A48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3715-57FD-49CC-9642-5AD1FB0AC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02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02F81-DB14-7634-741E-73428222B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A12FB-DAF3-9898-DB25-925B3DE30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A53CF-5313-675D-2091-00ACDAEB2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67EF9-72FA-4982-8FAB-035F75626116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DBDEC-4D20-5DC2-799E-2F69817FE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9B9BE-661B-D104-6F11-93C228D8D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3715-57FD-49CC-9642-5AD1FB0AC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550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7ADA-7F76-0DB0-AFD5-14C0C8D4F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0C7E6-7D98-4045-49FF-FCF57F54F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5F450-130F-AFAD-5F12-11E63ECAE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67EF9-72FA-4982-8FAB-035F75626116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08AF9-3090-A3C6-CCA2-AD262FE0D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911D9-4422-DB56-7DA3-05F6D6659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3715-57FD-49CC-9642-5AD1FB0AC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330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EB7A8-FF31-8001-C53D-F02658A96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E8F63-2781-BC64-8553-AB6E0D52D2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F7EAC-7B85-3295-A0E7-99011CE00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1D76D-2A60-AEDE-8E41-23856E29B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67EF9-72FA-4982-8FAB-035F75626116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847D8E-D3ED-E461-51C0-AA9074E47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D9628E-3317-9FE5-F9B5-21D74F525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3715-57FD-49CC-9642-5AD1FB0AC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587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DAE4E-0F60-A582-B248-AD1EF991D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CBAB03-EDE6-B7A8-5905-8C5E996D4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35B900-0699-BBC3-36EA-134A8C4C6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04BD4E-29E8-8142-60C7-FD9AF4B8A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916C5F-4AB8-A8EB-FDFF-1B3E1291D2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ADD981-39FE-E42F-B610-FC710F333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67EF9-72FA-4982-8FAB-035F75626116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AD8175-8B66-E838-5B55-1A87B5E65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F8B485-3650-1D56-299A-C6BF1CCCF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3715-57FD-49CC-9642-5AD1FB0AC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72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A33E8-F811-6970-FCE9-31D1D90AC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C9C6AB-D53F-7027-9E0F-EB97730BC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67EF9-72FA-4982-8FAB-035F75626116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2B0536-1DBB-1029-9E06-ADF5A1F4F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A1A48F-67A4-9C1B-49EE-04D9F7A71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3715-57FD-49CC-9642-5AD1FB0AC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02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D9CE58-EB6B-A7E5-AD16-E11771502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67EF9-72FA-4982-8FAB-035F75626116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9DAD24-2F0D-CBEF-7C3B-882566F07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910FB-E607-C2D5-F655-092932D79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3715-57FD-49CC-9642-5AD1FB0AC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283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AD3A6-1935-82E3-F300-3120712A5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00E43-BED7-CE21-540E-C992C0174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71A49E-6F0A-4D31-015E-95F02CD11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9FE34A-3B55-3A5D-07FD-D509B7E20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67EF9-72FA-4982-8FAB-035F75626116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54C99F-6234-D824-E6D7-CC32E48E2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1CEDC-FEB1-F976-AD16-948E659E1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3715-57FD-49CC-9642-5AD1FB0AC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846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17753-C760-B344-14AA-EAD774D1C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711AEE-061C-535C-8B62-E1B3BCA089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1489B1-D239-DC0E-6F47-2CF9C4E30D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947E1-27B7-5328-5D07-B00056955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67EF9-72FA-4982-8FAB-035F75626116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AC2ECB-AA0C-3043-9FE6-9740CEED2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7F7AF3-87CD-524A-26DE-201940E8A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3715-57FD-49CC-9642-5AD1FB0AC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513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1038D-F9D8-E986-94C8-9E275ABCA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64551A-10FB-A874-362A-0F59860CED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C1383-8850-15D5-7EB4-B9459A41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67EF9-72FA-4982-8FAB-035F75626116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47153-6987-CD36-E3F3-ECB53EDC7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27F25-01A2-C0CF-6974-D482444C9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3715-57FD-49CC-9642-5AD1FB0AC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835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BDBB66-6027-7DC0-60BA-887EE2B3AF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5B8F1F-18F1-540C-CEC7-A9EA4A64A4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A4CDF-1D3D-7182-E6CF-CF891683C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67EF9-72FA-4982-8FAB-035F75626116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CA06B-22EF-93A3-E23C-BE76688C2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FFA9B-4657-0212-05F8-069DE2C8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3715-57FD-49CC-9642-5AD1FB0AC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002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2F05D0-FCE2-0110-3DF1-B4236CF85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FB1F7-BBC2-37CA-10BC-EC71F3553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375C8-4E38-2DEE-9379-6156E427A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67EF9-72FA-4982-8FAB-035F75626116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938CE-5966-A7AC-672C-0259EB4CC7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FEA8F-0733-7610-AA83-AFC8143A65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333715-57FD-49CC-9642-5AD1FB0AC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3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B44121-61EC-3227-4766-B1239947809B}"/>
              </a:ext>
            </a:extLst>
          </p:cNvPr>
          <p:cNvSpPr/>
          <p:nvPr/>
        </p:nvSpPr>
        <p:spPr>
          <a:xfrm>
            <a:off x="703384" y="211015"/>
            <a:ext cx="10717823" cy="187275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Web UI (</a:t>
            </a:r>
            <a:r>
              <a:rPr lang="en-US" b="1" dirty="0" err="1"/>
              <a:t>Streamlit</a:t>
            </a:r>
            <a:r>
              <a:rPr lang="en-US" b="1" dirty="0"/>
              <a:t>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9385210-8566-3433-2ECD-CCE59585259A}"/>
              </a:ext>
            </a:extLst>
          </p:cNvPr>
          <p:cNvSpPr/>
          <p:nvPr/>
        </p:nvSpPr>
        <p:spPr>
          <a:xfrm>
            <a:off x="3130062" y="794185"/>
            <a:ext cx="1650021" cy="64906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Universal LLM Configuration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311BD8-2284-5BE8-F21A-4B44E38031DE}"/>
              </a:ext>
            </a:extLst>
          </p:cNvPr>
          <p:cNvSpPr/>
          <p:nvPr/>
        </p:nvSpPr>
        <p:spPr>
          <a:xfrm>
            <a:off x="5120057" y="426698"/>
            <a:ext cx="1562100" cy="252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OpenAI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5C8779-0D10-84B3-037D-C8BC1567F0FE}"/>
              </a:ext>
            </a:extLst>
          </p:cNvPr>
          <p:cNvSpPr/>
          <p:nvPr/>
        </p:nvSpPr>
        <p:spPr>
          <a:xfrm>
            <a:off x="5120057" y="825772"/>
            <a:ext cx="1562100" cy="252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 err="1"/>
              <a:t>DeepSeek</a:t>
            </a:r>
            <a:endParaRPr lang="en-US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66B27D-C419-0929-2BEB-F7CDA8004ADC}"/>
              </a:ext>
            </a:extLst>
          </p:cNvPr>
          <p:cNvSpPr/>
          <p:nvPr/>
        </p:nvSpPr>
        <p:spPr>
          <a:xfrm>
            <a:off x="5120057" y="1224846"/>
            <a:ext cx="1562100" cy="252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Local LLM</a:t>
            </a:r>
            <a:endParaRPr lang="en-US" sz="16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5A717A-6848-217D-4999-8A72418ADFDE}"/>
              </a:ext>
            </a:extLst>
          </p:cNvPr>
          <p:cNvSpPr/>
          <p:nvPr/>
        </p:nvSpPr>
        <p:spPr>
          <a:xfrm>
            <a:off x="5120057" y="1623919"/>
            <a:ext cx="1562100" cy="252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…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6C64EC4-A4D9-BA37-AEE7-B53678C40975}"/>
              </a:ext>
            </a:extLst>
          </p:cNvPr>
          <p:cNvSpPr/>
          <p:nvPr/>
        </p:nvSpPr>
        <p:spPr>
          <a:xfrm>
            <a:off x="7042668" y="469651"/>
            <a:ext cx="1650021" cy="64906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Data Upload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CAEAA453-9104-C063-D3D9-02D020BE65BB}"/>
              </a:ext>
            </a:extLst>
          </p:cNvPr>
          <p:cNvSpPr/>
          <p:nvPr/>
        </p:nvSpPr>
        <p:spPr>
          <a:xfrm>
            <a:off x="9126431" y="794185"/>
            <a:ext cx="1650021" cy="64906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Visualization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D27EDEC-4DD3-4C4A-2192-B7B57CA42BE1}"/>
              </a:ext>
            </a:extLst>
          </p:cNvPr>
          <p:cNvSpPr/>
          <p:nvPr/>
        </p:nvSpPr>
        <p:spPr>
          <a:xfrm>
            <a:off x="7042668" y="1276712"/>
            <a:ext cx="1650021" cy="64906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Prompt Input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93BE0EF-F80D-C1FA-D861-D2F60F54C79D}"/>
              </a:ext>
            </a:extLst>
          </p:cNvPr>
          <p:cNvSpPr/>
          <p:nvPr/>
        </p:nvSpPr>
        <p:spPr>
          <a:xfrm>
            <a:off x="703383" y="2398383"/>
            <a:ext cx="10717823" cy="187275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Data Processing &amp; </a:t>
            </a:r>
          </a:p>
          <a:p>
            <a:r>
              <a:rPr lang="en-US" b="1" dirty="0"/>
              <a:t>AI Service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7F9891C4-E99D-4340-F835-B8322C27F0AE}"/>
              </a:ext>
            </a:extLst>
          </p:cNvPr>
          <p:cNvSpPr/>
          <p:nvPr/>
        </p:nvSpPr>
        <p:spPr>
          <a:xfrm>
            <a:off x="3681045" y="3010228"/>
            <a:ext cx="1650021" cy="64906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PandasAI</a:t>
            </a:r>
            <a:endParaRPr lang="en-US" sz="16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2A49E8C-7D01-5F37-39F3-1ADDC80B4AEE}"/>
              </a:ext>
            </a:extLst>
          </p:cNvPr>
          <p:cNvSpPr/>
          <p:nvPr/>
        </p:nvSpPr>
        <p:spPr>
          <a:xfrm>
            <a:off x="5816849" y="2619146"/>
            <a:ext cx="1730616" cy="252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Data Cleaning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C738B9B-E3EF-31F4-1A12-6D3826FC6B5C}"/>
              </a:ext>
            </a:extLst>
          </p:cNvPr>
          <p:cNvSpPr/>
          <p:nvPr/>
        </p:nvSpPr>
        <p:spPr>
          <a:xfrm>
            <a:off x="5816849" y="3033092"/>
            <a:ext cx="1730616" cy="252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Data Processing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DE4A8B0-2BCF-36CB-1578-8CACAFE0E76D}"/>
              </a:ext>
            </a:extLst>
          </p:cNvPr>
          <p:cNvSpPr/>
          <p:nvPr/>
        </p:nvSpPr>
        <p:spPr>
          <a:xfrm>
            <a:off x="5816849" y="3445019"/>
            <a:ext cx="1730616" cy="252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AI Modeling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00B2362-5895-85AC-6A15-2CBBFA486247}"/>
              </a:ext>
            </a:extLst>
          </p:cNvPr>
          <p:cNvSpPr/>
          <p:nvPr/>
        </p:nvSpPr>
        <p:spPr>
          <a:xfrm>
            <a:off x="5816849" y="3877331"/>
            <a:ext cx="1730616" cy="252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AI Analysis</a:t>
            </a:r>
          </a:p>
        </p:txBody>
      </p:sp>
      <p:sp>
        <p:nvSpPr>
          <p:cNvPr id="58" name="Left Brace 57">
            <a:extLst>
              <a:ext uri="{FF2B5EF4-FFF2-40B4-BE49-F238E27FC236}">
                <a16:creationId xmlns:a16="http://schemas.microsoft.com/office/drawing/2014/main" id="{1CDB49C0-6749-FE7D-98D1-DEEA47494CE5}"/>
              </a:ext>
            </a:extLst>
          </p:cNvPr>
          <p:cNvSpPr/>
          <p:nvPr/>
        </p:nvSpPr>
        <p:spPr>
          <a:xfrm>
            <a:off x="4824036" y="536331"/>
            <a:ext cx="231532" cy="125020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Left Brace 58">
            <a:extLst>
              <a:ext uri="{FF2B5EF4-FFF2-40B4-BE49-F238E27FC236}">
                <a16:creationId xmlns:a16="http://schemas.microsoft.com/office/drawing/2014/main" id="{20A8A909-5C0D-D617-D38C-AC25E2B0745B}"/>
              </a:ext>
            </a:extLst>
          </p:cNvPr>
          <p:cNvSpPr/>
          <p:nvPr/>
        </p:nvSpPr>
        <p:spPr>
          <a:xfrm>
            <a:off x="5458191" y="2660768"/>
            <a:ext cx="195263" cy="140127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31165DC-F7FF-6D3C-8998-C40C95996D0F}"/>
              </a:ext>
            </a:extLst>
          </p:cNvPr>
          <p:cNvSpPr/>
          <p:nvPr/>
        </p:nvSpPr>
        <p:spPr>
          <a:xfrm>
            <a:off x="7827381" y="2619146"/>
            <a:ext cx="1730616" cy="252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Visualization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1672B51-89D6-BFB0-F336-20A4C1CD9F9F}"/>
              </a:ext>
            </a:extLst>
          </p:cNvPr>
          <p:cNvSpPr/>
          <p:nvPr/>
        </p:nvSpPr>
        <p:spPr>
          <a:xfrm>
            <a:off x="7827381" y="3030856"/>
            <a:ext cx="1730616" cy="252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Caching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B544E90-9A3C-2EFC-7FA2-8E106E0AD00F}"/>
              </a:ext>
            </a:extLst>
          </p:cNvPr>
          <p:cNvSpPr/>
          <p:nvPr/>
        </p:nvSpPr>
        <p:spPr>
          <a:xfrm>
            <a:off x="7827381" y="3429000"/>
            <a:ext cx="1730616" cy="252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…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2E6D1EE-1155-D04B-79BD-A24E0EE87213}"/>
              </a:ext>
            </a:extLst>
          </p:cNvPr>
          <p:cNvSpPr/>
          <p:nvPr/>
        </p:nvSpPr>
        <p:spPr>
          <a:xfrm>
            <a:off x="703382" y="4644909"/>
            <a:ext cx="10717823" cy="187275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Data Storage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CB6DBA22-CC55-35FC-85B2-9B59081488AC}"/>
              </a:ext>
            </a:extLst>
          </p:cNvPr>
          <p:cNvSpPr/>
          <p:nvPr/>
        </p:nvSpPr>
        <p:spPr>
          <a:xfrm>
            <a:off x="3681044" y="5308620"/>
            <a:ext cx="1650021" cy="64906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Database Configuration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1D210A1-FB80-2756-7AB6-31DF995F8E6F}"/>
              </a:ext>
            </a:extLst>
          </p:cNvPr>
          <p:cNvSpPr/>
          <p:nvPr/>
        </p:nvSpPr>
        <p:spPr>
          <a:xfrm>
            <a:off x="5811434" y="4893589"/>
            <a:ext cx="1730616" cy="252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Postgres</a:t>
            </a:r>
          </a:p>
        </p:txBody>
      </p:sp>
      <p:sp>
        <p:nvSpPr>
          <p:cNvPr id="66" name="Left Brace 65">
            <a:extLst>
              <a:ext uri="{FF2B5EF4-FFF2-40B4-BE49-F238E27FC236}">
                <a16:creationId xmlns:a16="http://schemas.microsoft.com/office/drawing/2014/main" id="{E50987CD-9CBE-EB1E-020B-7737240107DD}"/>
              </a:ext>
            </a:extLst>
          </p:cNvPr>
          <p:cNvSpPr/>
          <p:nvPr/>
        </p:nvSpPr>
        <p:spPr>
          <a:xfrm>
            <a:off x="5458191" y="4970533"/>
            <a:ext cx="240860" cy="12221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BC32116-1AB3-F7E4-038F-1FC35AA542B1}"/>
              </a:ext>
            </a:extLst>
          </p:cNvPr>
          <p:cNvSpPr/>
          <p:nvPr/>
        </p:nvSpPr>
        <p:spPr>
          <a:xfrm>
            <a:off x="5811434" y="5298496"/>
            <a:ext cx="1730616" cy="252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MySQL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216068A-FCB1-8C56-9E94-C2CD4FC925AA}"/>
              </a:ext>
            </a:extLst>
          </p:cNvPr>
          <p:cNvSpPr/>
          <p:nvPr/>
        </p:nvSpPr>
        <p:spPr>
          <a:xfrm>
            <a:off x="5811434" y="5720618"/>
            <a:ext cx="1730616" cy="252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SQLite</a:t>
            </a:r>
            <a:endParaRPr lang="en-US" sz="160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2A1A566-71D9-CDD2-9BD7-4712B10AC78D}"/>
              </a:ext>
            </a:extLst>
          </p:cNvPr>
          <p:cNvSpPr/>
          <p:nvPr/>
        </p:nvSpPr>
        <p:spPr>
          <a:xfrm>
            <a:off x="5811434" y="6127482"/>
            <a:ext cx="1730616" cy="252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15428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Yang, Shao Peng (FT RPD CED INW-CN)</dc:creator>
  <cp:lastModifiedBy>Yang, Shao Peng (FT RPD CED INW-CN)</cp:lastModifiedBy>
  <cp:revision>1</cp:revision>
  <dcterms:created xsi:type="dcterms:W3CDTF">2025-03-27T05:49:48Z</dcterms:created>
  <dcterms:modified xsi:type="dcterms:W3CDTF">2025-03-27T06:30:49Z</dcterms:modified>
</cp:coreProperties>
</file>