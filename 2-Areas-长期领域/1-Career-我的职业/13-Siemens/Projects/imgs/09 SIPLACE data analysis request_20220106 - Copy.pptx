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9" r:id="rId16"/>
  </p:sldMasterIdLst>
  <p:notesMasterIdLst>
    <p:notesMasterId r:id="rId34"/>
  </p:notesMasterIdLst>
  <p:handoutMasterIdLst>
    <p:handoutMasterId r:id="rId35"/>
  </p:handoutMasterIdLst>
  <p:sldIdLst>
    <p:sldId id="340" r:id="rId17"/>
    <p:sldId id="1056" r:id="rId18"/>
    <p:sldId id="1057" r:id="rId19"/>
    <p:sldId id="1058" r:id="rId20"/>
    <p:sldId id="1013" r:id="rId21"/>
    <p:sldId id="1065" r:id="rId22"/>
    <p:sldId id="1059" r:id="rId23"/>
    <p:sldId id="1060" r:id="rId24"/>
    <p:sldId id="1066" r:id="rId25"/>
    <p:sldId id="1067" r:id="rId26"/>
    <p:sldId id="1069" r:id="rId27"/>
    <p:sldId id="1072" r:id="rId28"/>
    <p:sldId id="1073" r:id="rId29"/>
    <p:sldId id="1074" r:id="rId30"/>
    <p:sldId id="1075" r:id="rId31"/>
    <p:sldId id="1076" r:id="rId32"/>
    <p:sldId id="375" r:id="rId33"/>
  </p:sldIdLst>
  <p:sldSz cx="12198350" cy="6858000"/>
  <p:notesSz cx="7010400" cy="9296400"/>
  <p:custDataLst>
    <p:custData r:id="rId5"/>
    <p:tags r:id="rId36"/>
  </p:custDataLst>
  <p:defaultTex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p:defaultTextStyle>
  <p:extLst>
    <p:ext uri="{521415D9-36F7-43E2-AB2F-B90AF26B5E84}">
      <p14:sectionLst xmlns:p14="http://schemas.microsoft.com/office/powerpoint/2010/main">
        <p14:section name="FY20" id="{0B8E589B-0A20-4A23-B760-1745C117D3AD}">
          <p14:sldIdLst>
            <p14:sldId id="340"/>
            <p14:sldId id="1056"/>
            <p14:sldId id="1057"/>
            <p14:sldId id="1058"/>
            <p14:sldId id="1013"/>
            <p14:sldId id="1065"/>
            <p14:sldId id="1059"/>
            <p14:sldId id="1060"/>
            <p14:sldId id="1066"/>
            <p14:sldId id="1067"/>
            <p14:sldId id="1069"/>
            <p14:sldId id="1072"/>
            <p14:sldId id="1073"/>
            <p14:sldId id="1074"/>
            <p14:sldId id="1075"/>
            <p14:sldId id="1076"/>
            <p14:sldId id="375"/>
          </p14:sldIdLst>
        </p14:section>
        <p14:section name="Hidden slides" id="{9DCA9C91-7181-402D-824A-F359EA2BF778}">
          <p14:sldIdLst/>
        </p14:section>
      </p14:sectionLst>
    </p:ext>
    <p:ext uri="{EFAFB233-063F-42B5-8137-9DF3F51BA10A}">
      <p15:sldGuideLst xmlns:p15="http://schemas.microsoft.com/office/powerpoint/2012/main">
        <p15:guide id="1" orient="horz" pos="3884">
          <p15:clr>
            <a:srgbClr val="A4A3A4"/>
          </p15:clr>
        </p15:guide>
        <p15:guide id="2" orient="horz" pos="618">
          <p15:clr>
            <a:srgbClr val="A4A3A4"/>
          </p15:clr>
        </p15:guide>
        <p15:guide id="3" orient="horz" pos="2432">
          <p15:clr>
            <a:srgbClr val="A4A3A4"/>
          </p15:clr>
        </p15:guide>
        <p15:guide id="4" orient="horz" pos="2341">
          <p15:clr>
            <a:srgbClr val="A4A3A4"/>
          </p15:clr>
        </p15:guide>
        <p15:guide id="5" orient="horz" pos="890">
          <p15:clr>
            <a:srgbClr val="A4A3A4"/>
          </p15:clr>
        </p15:guide>
        <p15:guide id="6" orient="horz" pos="210">
          <p15:clr>
            <a:srgbClr val="A4A3A4"/>
          </p15:clr>
        </p15:guide>
        <p15:guide id="7" pos="395">
          <p15:clr>
            <a:srgbClr val="A4A3A4"/>
          </p15:clr>
        </p15:guide>
        <p15:guide id="8" pos="3842">
          <p15:clr>
            <a:srgbClr val="A4A3A4"/>
          </p15:clr>
        </p15:guide>
        <p15:guide id="9" pos="3933">
          <p15:clr>
            <a:srgbClr val="A4A3A4"/>
          </p15:clr>
        </p15:guide>
        <p15:guide id="10" pos="7380">
          <p15:clr>
            <a:srgbClr val="A4A3A4"/>
          </p15:clr>
        </p15:guide>
        <p15:guide id="11" pos="5566">
          <p15:clr>
            <a:srgbClr val="A4A3A4"/>
          </p15:clr>
        </p15:guide>
        <p15:guide id="12" orient="horz" pos="3906">
          <p15:clr>
            <a:srgbClr val="A4A3A4"/>
          </p15:clr>
        </p15:guide>
        <p15:guide id="13" orient="horz" pos="654">
          <p15:clr>
            <a:srgbClr val="A4A3A4"/>
          </p15:clr>
        </p15:guide>
        <p15:guide id="14" orient="horz" pos="2478">
          <p15:clr>
            <a:srgbClr val="A4A3A4"/>
          </p15:clr>
        </p15:guide>
        <p15:guide id="15" orient="horz" pos="2387">
          <p15:clr>
            <a:srgbClr val="A4A3A4"/>
          </p15:clr>
        </p15:guide>
        <p15:guide id="16" orient="horz" pos="981">
          <p15:clr>
            <a:srgbClr val="A4A3A4"/>
          </p15:clr>
        </p15:guide>
      </p15:sldGuideLst>
    </p:ext>
    <p:ext uri="{2D200454-40CA-4A62-9FC3-DE9A4176ACB9}">
      <p15:notesGuideLst xmlns:p15="http://schemas.microsoft.com/office/powerpoint/2012/main">
        <p15:guide id="1" orient="horz" pos="3019" userDrawn="1">
          <p15:clr>
            <a:srgbClr val="A4A3A4"/>
          </p15:clr>
        </p15:guide>
        <p15:guide id="2" pos="2306" userDrawn="1">
          <p15:clr>
            <a:srgbClr val="A4A3A4"/>
          </p15:clr>
        </p15:guide>
        <p15:guide id="3" orient="horz" pos="2928" userDrawn="1">
          <p15:clr>
            <a:srgbClr val="A4A3A4"/>
          </p15:clr>
        </p15:guide>
        <p15:guide id="4"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A64"/>
    <a:srgbClr val="006487"/>
    <a:srgbClr val="879BAF"/>
    <a:srgbClr val="641946"/>
    <a:srgbClr val="FDFDFC"/>
    <a:srgbClr val="FDFDFD"/>
    <a:srgbClr val="FDFEFD"/>
    <a:srgbClr val="FEFDFD"/>
    <a:srgbClr val="FEFEFD"/>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FDF046-9F6F-4368-B824-E05C2C015BFB}" v="174" dt="2022-01-06T04:24:00.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Objects="1" showGuides="1">
      <p:cViewPr varScale="1">
        <p:scale>
          <a:sx n="110" d="100"/>
          <a:sy n="110" d="100"/>
        </p:scale>
        <p:origin x="630" y="102"/>
      </p:cViewPr>
      <p:guideLst>
        <p:guide orient="horz" pos="3884"/>
        <p:guide orient="horz" pos="618"/>
        <p:guide orient="horz" pos="2432"/>
        <p:guide orient="horz" pos="2341"/>
        <p:guide orient="horz" pos="890"/>
        <p:guide orient="horz" pos="210"/>
        <p:guide pos="395"/>
        <p:guide pos="3842"/>
        <p:guide pos="3933"/>
        <p:guide pos="7380"/>
        <p:guide pos="5566"/>
        <p:guide orient="horz" pos="3906"/>
        <p:guide orient="horz" pos="654"/>
        <p:guide orient="horz" pos="2478"/>
        <p:guide orient="horz" pos="2387"/>
        <p:guide orient="horz" pos="9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showGuides="1">
      <p:cViewPr varScale="1">
        <p:scale>
          <a:sx n="76" d="100"/>
          <a:sy n="76" d="100"/>
        </p:scale>
        <p:origin x="2982" y="120"/>
      </p:cViewPr>
      <p:guideLst>
        <p:guide orient="horz" pos="3019"/>
        <p:guide pos="2306"/>
        <p:guide orient="horz" pos="2928"/>
        <p:guide pos="2208"/>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5.xml"/><Relationship Id="rId34" Type="http://schemas.openxmlformats.org/officeDocument/2006/relationships/notesMaster" Target="notesMasters/notesMaster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xml"/><Relationship Id="rId20" Type="http://schemas.openxmlformats.org/officeDocument/2006/relationships/slide" Target="slides/slide4.xml"/><Relationship Id="rId29" Type="http://schemas.openxmlformats.org/officeDocument/2006/relationships/slide" Target="slides/slide1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tags" Target="tags/tag1.xml"/><Relationship Id="rId10" Type="http://schemas.openxmlformats.org/officeDocument/2006/relationships/customXml" Target="../customXml/item10.xml"/><Relationship Id="rId19" Type="http://schemas.openxmlformats.org/officeDocument/2006/relationships/slide" Target="slides/slide3.xml"/><Relationship Id="rId31" Type="http://schemas.openxmlformats.org/officeDocument/2006/relationships/slide" Target="slides/slide15.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38E7A5-62CE-4F8E-B812-A46F943D5D5B}"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4C954E68-9FA0-411E-98D2-FA8664C30B25}">
      <dgm:prSet phldrT="[Text]"/>
      <dgm:spPr/>
      <dgm:t>
        <a:bodyPr/>
        <a:lstStyle/>
        <a:p>
          <a:r>
            <a:rPr lang="en-US" altLang="zh-CN" dirty="0"/>
            <a:t>Vacuum</a:t>
          </a:r>
          <a:endParaRPr lang="en-US" dirty="0"/>
        </a:p>
      </dgm:t>
    </dgm:pt>
    <dgm:pt modelId="{37662B2D-8A84-4119-A92F-4486F32F705D}" type="parTrans" cxnId="{020A4759-FF8A-4528-A37B-1D745C6CEA61}">
      <dgm:prSet/>
      <dgm:spPr/>
      <dgm:t>
        <a:bodyPr/>
        <a:lstStyle/>
        <a:p>
          <a:endParaRPr lang="en-US"/>
        </a:p>
      </dgm:t>
    </dgm:pt>
    <dgm:pt modelId="{FF8759BC-1FCA-4A6D-8C0F-33B3640A3835}" type="sibTrans" cxnId="{020A4759-FF8A-4528-A37B-1D745C6CEA61}">
      <dgm:prSet/>
      <dgm:spPr/>
      <dgm:t>
        <a:bodyPr/>
        <a:lstStyle/>
        <a:p>
          <a:endParaRPr lang="en-US"/>
        </a:p>
      </dgm:t>
    </dgm:pt>
    <dgm:pt modelId="{5AA00456-8C6E-4DC3-9518-5FD2ACC2B4FF}">
      <dgm:prSet phldrT="[Text]"/>
      <dgm:spPr/>
      <dgm:t>
        <a:bodyPr/>
        <a:lstStyle/>
        <a:p>
          <a:r>
            <a:rPr lang="en-US" dirty="0"/>
            <a:t>1</a:t>
          </a:r>
        </a:p>
      </dgm:t>
    </dgm:pt>
    <dgm:pt modelId="{4D9CA092-8290-4486-87BD-224CD4A628BC}" type="parTrans" cxnId="{F951A586-1B54-49A4-940D-F588D018C084}">
      <dgm:prSet/>
      <dgm:spPr/>
      <dgm:t>
        <a:bodyPr/>
        <a:lstStyle/>
        <a:p>
          <a:endParaRPr lang="en-US"/>
        </a:p>
      </dgm:t>
    </dgm:pt>
    <dgm:pt modelId="{8D20FEC9-4324-4456-B78D-B449C4D5A65F}" type="sibTrans" cxnId="{F951A586-1B54-49A4-940D-F588D018C084}">
      <dgm:prSet/>
      <dgm:spPr/>
      <dgm:t>
        <a:bodyPr/>
        <a:lstStyle/>
        <a:p>
          <a:endParaRPr lang="en-US"/>
        </a:p>
      </dgm:t>
    </dgm:pt>
    <dgm:pt modelId="{D02FF76B-A3C4-4302-9DA4-55EFB4318574}">
      <dgm:prSet phldrT="[Text]"/>
      <dgm:spPr/>
      <dgm:t>
        <a:bodyPr/>
        <a:lstStyle/>
        <a:p>
          <a:r>
            <a:rPr lang="en-US" dirty="0"/>
            <a:t>2</a:t>
          </a:r>
        </a:p>
      </dgm:t>
    </dgm:pt>
    <dgm:pt modelId="{FD726C5D-4D08-4B1D-BF46-66CCAC58D1E7}" type="parTrans" cxnId="{2953C144-9FC0-4D74-AE3D-ACAF9D5F8B25}">
      <dgm:prSet/>
      <dgm:spPr/>
      <dgm:t>
        <a:bodyPr/>
        <a:lstStyle/>
        <a:p>
          <a:endParaRPr lang="en-US"/>
        </a:p>
      </dgm:t>
    </dgm:pt>
    <dgm:pt modelId="{E4C40622-A99E-45C2-8423-F26BE05B2618}" type="sibTrans" cxnId="{2953C144-9FC0-4D74-AE3D-ACAF9D5F8B25}">
      <dgm:prSet/>
      <dgm:spPr/>
      <dgm:t>
        <a:bodyPr/>
        <a:lstStyle/>
        <a:p>
          <a:endParaRPr lang="en-US"/>
        </a:p>
      </dgm:t>
    </dgm:pt>
    <dgm:pt modelId="{9085AD9C-393D-4288-A85B-A6F4AB2F9931}">
      <dgm:prSet phldrT="[Text]"/>
      <dgm:spPr/>
      <dgm:t>
        <a:bodyPr/>
        <a:lstStyle/>
        <a:p>
          <a:r>
            <a:rPr lang="en-US" dirty="0"/>
            <a:t>3</a:t>
          </a:r>
        </a:p>
      </dgm:t>
    </dgm:pt>
    <dgm:pt modelId="{703B3B3C-509D-4599-972C-452F682FAA50}" type="parTrans" cxnId="{E1584BAD-3AAE-4C80-9069-AF74C80CD411}">
      <dgm:prSet/>
      <dgm:spPr/>
      <dgm:t>
        <a:bodyPr/>
        <a:lstStyle/>
        <a:p>
          <a:endParaRPr lang="en-US"/>
        </a:p>
      </dgm:t>
    </dgm:pt>
    <dgm:pt modelId="{24454628-212F-4BC4-AFD2-E51AAEF36B39}" type="sibTrans" cxnId="{E1584BAD-3AAE-4C80-9069-AF74C80CD411}">
      <dgm:prSet/>
      <dgm:spPr/>
      <dgm:t>
        <a:bodyPr/>
        <a:lstStyle/>
        <a:p>
          <a:endParaRPr lang="en-US"/>
        </a:p>
      </dgm:t>
    </dgm:pt>
    <dgm:pt modelId="{5A25A110-2C78-4F6C-9B8E-54E491397EB1}">
      <dgm:prSet phldrT="[Text]"/>
      <dgm:spPr/>
      <dgm:t>
        <a:bodyPr/>
        <a:lstStyle/>
        <a:p>
          <a:r>
            <a:rPr lang="en-US" dirty="0"/>
            <a:t>4</a:t>
          </a:r>
        </a:p>
      </dgm:t>
    </dgm:pt>
    <dgm:pt modelId="{F40E8C10-A154-4ACE-870D-89F31DC1F7F9}" type="parTrans" cxnId="{2913FA3A-118B-4FBD-9CFA-7246EF4C3F0E}">
      <dgm:prSet/>
      <dgm:spPr/>
      <dgm:t>
        <a:bodyPr/>
        <a:lstStyle/>
        <a:p>
          <a:endParaRPr lang="en-US"/>
        </a:p>
      </dgm:t>
    </dgm:pt>
    <dgm:pt modelId="{BEF04D13-CCBD-41CC-8AAF-14D84017CB42}" type="sibTrans" cxnId="{2913FA3A-118B-4FBD-9CFA-7246EF4C3F0E}">
      <dgm:prSet/>
      <dgm:spPr/>
      <dgm:t>
        <a:bodyPr/>
        <a:lstStyle/>
        <a:p>
          <a:endParaRPr lang="en-US"/>
        </a:p>
      </dgm:t>
    </dgm:pt>
    <dgm:pt modelId="{90F6B7C4-3F64-4559-8E00-E7CA56D07AF9}">
      <dgm:prSet phldrT="[Text]"/>
      <dgm:spPr/>
      <dgm:t>
        <a:bodyPr/>
        <a:lstStyle/>
        <a:p>
          <a:r>
            <a:rPr lang="en-US" dirty="0"/>
            <a:t>5</a:t>
          </a:r>
        </a:p>
      </dgm:t>
    </dgm:pt>
    <dgm:pt modelId="{D3012568-CC71-41E4-84EE-22CBD5190DE0}" type="parTrans" cxnId="{14846A33-8FC7-425E-AB0E-14C10D86F105}">
      <dgm:prSet/>
      <dgm:spPr/>
      <dgm:t>
        <a:bodyPr/>
        <a:lstStyle/>
        <a:p>
          <a:endParaRPr lang="en-US"/>
        </a:p>
      </dgm:t>
    </dgm:pt>
    <dgm:pt modelId="{BE5CAA92-EE28-4D60-9289-06685CA890AE}" type="sibTrans" cxnId="{14846A33-8FC7-425E-AB0E-14C10D86F105}">
      <dgm:prSet/>
      <dgm:spPr/>
      <dgm:t>
        <a:bodyPr/>
        <a:lstStyle/>
        <a:p>
          <a:endParaRPr lang="en-US"/>
        </a:p>
      </dgm:t>
    </dgm:pt>
    <dgm:pt modelId="{8EDC1F28-62B1-4FA5-96EC-1645500B9CCD}">
      <dgm:prSet phldrT="[Text]"/>
      <dgm:spPr/>
      <dgm:t>
        <a:bodyPr/>
        <a:lstStyle/>
        <a:p>
          <a:r>
            <a:rPr lang="en-US" dirty="0"/>
            <a:t>6</a:t>
          </a:r>
        </a:p>
      </dgm:t>
    </dgm:pt>
    <dgm:pt modelId="{F55A6520-FF67-48A5-A0CF-1B263DAF29CE}" type="parTrans" cxnId="{BF20DB72-99C5-4C12-AAF7-7237659C1B37}">
      <dgm:prSet/>
      <dgm:spPr/>
      <dgm:t>
        <a:bodyPr/>
        <a:lstStyle/>
        <a:p>
          <a:endParaRPr lang="en-US"/>
        </a:p>
      </dgm:t>
    </dgm:pt>
    <dgm:pt modelId="{898BF2CB-11D8-4826-95F5-65AFEEE0BEB0}" type="sibTrans" cxnId="{BF20DB72-99C5-4C12-AAF7-7237659C1B37}">
      <dgm:prSet/>
      <dgm:spPr/>
      <dgm:t>
        <a:bodyPr/>
        <a:lstStyle/>
        <a:p>
          <a:endParaRPr lang="en-US"/>
        </a:p>
      </dgm:t>
    </dgm:pt>
    <dgm:pt modelId="{00C7D516-025F-432B-B55F-7D7362B4AD27}">
      <dgm:prSet phldrT="[Text]"/>
      <dgm:spPr/>
      <dgm:t>
        <a:bodyPr/>
        <a:lstStyle/>
        <a:p>
          <a:r>
            <a:rPr lang="en-US" dirty="0"/>
            <a:t>7</a:t>
          </a:r>
        </a:p>
      </dgm:t>
    </dgm:pt>
    <dgm:pt modelId="{F632E25A-70B2-46D7-BEF5-DD1B9505205E}" type="parTrans" cxnId="{C9839A4C-14F1-4ECA-9504-3FE8C78271BF}">
      <dgm:prSet/>
      <dgm:spPr/>
      <dgm:t>
        <a:bodyPr/>
        <a:lstStyle/>
        <a:p>
          <a:endParaRPr lang="en-US"/>
        </a:p>
      </dgm:t>
    </dgm:pt>
    <dgm:pt modelId="{F2865D81-81F1-42AB-9301-05BC6B76E52E}" type="sibTrans" cxnId="{C9839A4C-14F1-4ECA-9504-3FE8C78271BF}">
      <dgm:prSet/>
      <dgm:spPr/>
      <dgm:t>
        <a:bodyPr/>
        <a:lstStyle/>
        <a:p>
          <a:endParaRPr lang="en-US"/>
        </a:p>
      </dgm:t>
    </dgm:pt>
    <dgm:pt modelId="{7B279057-6719-46D0-B86D-0484C9087802}">
      <dgm:prSet phldrT="[Text]"/>
      <dgm:spPr/>
      <dgm:t>
        <a:bodyPr/>
        <a:lstStyle/>
        <a:p>
          <a:r>
            <a:rPr lang="en-US" dirty="0"/>
            <a:t>8</a:t>
          </a:r>
        </a:p>
      </dgm:t>
    </dgm:pt>
    <dgm:pt modelId="{5064EBB0-C729-4C19-991F-3BB97FA8BB6F}" type="parTrans" cxnId="{1013579D-A17F-4710-A267-7D1D4A92A258}">
      <dgm:prSet/>
      <dgm:spPr/>
      <dgm:t>
        <a:bodyPr/>
        <a:lstStyle/>
        <a:p>
          <a:endParaRPr lang="en-US"/>
        </a:p>
      </dgm:t>
    </dgm:pt>
    <dgm:pt modelId="{070F341A-5E8B-4E65-9E77-CF5D821D3204}" type="sibTrans" cxnId="{1013579D-A17F-4710-A267-7D1D4A92A258}">
      <dgm:prSet/>
      <dgm:spPr/>
      <dgm:t>
        <a:bodyPr/>
        <a:lstStyle/>
        <a:p>
          <a:endParaRPr lang="en-US"/>
        </a:p>
      </dgm:t>
    </dgm:pt>
    <dgm:pt modelId="{60A5D20C-6AB5-4692-830F-CC711C17CB2C}">
      <dgm:prSet phldrT="[Text]"/>
      <dgm:spPr/>
      <dgm:t>
        <a:bodyPr/>
        <a:lstStyle/>
        <a:p>
          <a:r>
            <a:rPr lang="en-US" dirty="0"/>
            <a:t>9</a:t>
          </a:r>
        </a:p>
      </dgm:t>
    </dgm:pt>
    <dgm:pt modelId="{8A8A1F83-0679-447F-8D6D-EF68C6651EC2}" type="parTrans" cxnId="{9C016D20-716B-4981-8021-93A0D36C9758}">
      <dgm:prSet/>
      <dgm:spPr/>
      <dgm:t>
        <a:bodyPr/>
        <a:lstStyle/>
        <a:p>
          <a:endParaRPr lang="en-US"/>
        </a:p>
      </dgm:t>
    </dgm:pt>
    <dgm:pt modelId="{EA1FC36D-BD76-4E90-B874-9311DAEBCD45}" type="sibTrans" cxnId="{9C016D20-716B-4981-8021-93A0D36C9758}">
      <dgm:prSet/>
      <dgm:spPr/>
      <dgm:t>
        <a:bodyPr/>
        <a:lstStyle/>
        <a:p>
          <a:endParaRPr lang="en-US"/>
        </a:p>
      </dgm:t>
    </dgm:pt>
    <dgm:pt modelId="{9B0F58F0-CF9D-4B98-BA36-11D14CB0705E}">
      <dgm:prSet phldrT="[Text]"/>
      <dgm:spPr/>
      <dgm:t>
        <a:bodyPr/>
        <a:lstStyle/>
        <a:p>
          <a:r>
            <a:rPr lang="en-US" dirty="0"/>
            <a:t>10</a:t>
          </a:r>
        </a:p>
      </dgm:t>
    </dgm:pt>
    <dgm:pt modelId="{BC4FD2E1-3189-49C2-B7A1-CD433D651606}" type="parTrans" cxnId="{4238668B-D4FB-4483-9E1B-F79E073D75BF}">
      <dgm:prSet/>
      <dgm:spPr/>
      <dgm:t>
        <a:bodyPr/>
        <a:lstStyle/>
        <a:p>
          <a:endParaRPr lang="en-US"/>
        </a:p>
      </dgm:t>
    </dgm:pt>
    <dgm:pt modelId="{BF077101-8587-4F2B-AE2E-83C03F47E0E1}" type="sibTrans" cxnId="{4238668B-D4FB-4483-9E1B-F79E073D75BF}">
      <dgm:prSet/>
      <dgm:spPr/>
      <dgm:t>
        <a:bodyPr/>
        <a:lstStyle/>
        <a:p>
          <a:endParaRPr lang="en-US"/>
        </a:p>
      </dgm:t>
    </dgm:pt>
    <dgm:pt modelId="{E16BA215-89CA-4C43-A1F8-B4AD17F8E8F7}">
      <dgm:prSet phldrT="[Text]"/>
      <dgm:spPr/>
      <dgm:t>
        <a:bodyPr/>
        <a:lstStyle/>
        <a:p>
          <a:r>
            <a:rPr lang="en-US" dirty="0"/>
            <a:t>11</a:t>
          </a:r>
        </a:p>
      </dgm:t>
    </dgm:pt>
    <dgm:pt modelId="{070DCB9D-A611-42ED-ABC0-26AAA4445FD2}" type="parTrans" cxnId="{F56C79B0-E1C5-45D7-B41A-CE8426ADA4EB}">
      <dgm:prSet/>
      <dgm:spPr/>
      <dgm:t>
        <a:bodyPr/>
        <a:lstStyle/>
        <a:p>
          <a:endParaRPr lang="en-US"/>
        </a:p>
      </dgm:t>
    </dgm:pt>
    <dgm:pt modelId="{CEE97499-F628-4827-998E-CAD04EBC9C54}" type="sibTrans" cxnId="{F56C79B0-E1C5-45D7-B41A-CE8426ADA4EB}">
      <dgm:prSet/>
      <dgm:spPr/>
      <dgm:t>
        <a:bodyPr/>
        <a:lstStyle/>
        <a:p>
          <a:endParaRPr lang="en-US"/>
        </a:p>
      </dgm:t>
    </dgm:pt>
    <dgm:pt modelId="{DB4B3A4A-4039-45CD-A865-3A29BA45DE19}">
      <dgm:prSet phldrT="[Text]"/>
      <dgm:spPr/>
      <dgm:t>
        <a:bodyPr/>
        <a:lstStyle/>
        <a:p>
          <a:r>
            <a:rPr lang="en-US" dirty="0"/>
            <a:t>12</a:t>
          </a:r>
        </a:p>
      </dgm:t>
    </dgm:pt>
    <dgm:pt modelId="{F1D6ED63-01B4-46C2-A8D3-269E783207EA}" type="parTrans" cxnId="{F90FEB72-C8BC-49B4-A48D-A994369114F1}">
      <dgm:prSet/>
      <dgm:spPr/>
      <dgm:t>
        <a:bodyPr/>
        <a:lstStyle/>
        <a:p>
          <a:endParaRPr lang="en-US"/>
        </a:p>
      </dgm:t>
    </dgm:pt>
    <dgm:pt modelId="{742242DB-E26D-4815-9CE8-80A1AC2CD256}" type="sibTrans" cxnId="{F90FEB72-C8BC-49B4-A48D-A994369114F1}">
      <dgm:prSet/>
      <dgm:spPr/>
      <dgm:t>
        <a:bodyPr/>
        <a:lstStyle/>
        <a:p>
          <a:endParaRPr lang="en-US"/>
        </a:p>
      </dgm:t>
    </dgm:pt>
    <dgm:pt modelId="{0ED44034-5C5A-447B-A361-C77E5B0A0B10}" type="pres">
      <dgm:prSet presAssocID="{C238E7A5-62CE-4F8E-B812-A46F943D5D5B}" presName="cycle" presStyleCnt="0">
        <dgm:presLayoutVars>
          <dgm:chMax val="1"/>
          <dgm:dir/>
          <dgm:animLvl val="ctr"/>
          <dgm:resizeHandles val="exact"/>
        </dgm:presLayoutVars>
      </dgm:prSet>
      <dgm:spPr/>
    </dgm:pt>
    <dgm:pt modelId="{CA2ABB0C-2BC0-4EDB-962B-77322D3CB8D8}" type="pres">
      <dgm:prSet presAssocID="{4C954E68-9FA0-411E-98D2-FA8664C30B25}" presName="centerShape" presStyleLbl="node0" presStyleIdx="0" presStyleCnt="1"/>
      <dgm:spPr/>
    </dgm:pt>
    <dgm:pt modelId="{51400813-5F04-4139-BB5D-0086BD5CBCB0}" type="pres">
      <dgm:prSet presAssocID="{4D9CA092-8290-4486-87BD-224CD4A628BC}" presName="Name9" presStyleLbl="parChTrans1D2" presStyleIdx="0" presStyleCnt="12"/>
      <dgm:spPr/>
    </dgm:pt>
    <dgm:pt modelId="{FD87903D-8584-4A3D-B5E9-C39533101AC6}" type="pres">
      <dgm:prSet presAssocID="{4D9CA092-8290-4486-87BD-224CD4A628BC}" presName="connTx" presStyleLbl="parChTrans1D2" presStyleIdx="0" presStyleCnt="12"/>
      <dgm:spPr/>
    </dgm:pt>
    <dgm:pt modelId="{2352C7D3-B15C-4F51-AC65-4E9F84BCF808}" type="pres">
      <dgm:prSet presAssocID="{5AA00456-8C6E-4DC3-9518-5FD2ACC2B4FF}" presName="node" presStyleLbl="node1" presStyleIdx="0" presStyleCnt="12">
        <dgm:presLayoutVars>
          <dgm:bulletEnabled val="1"/>
        </dgm:presLayoutVars>
      </dgm:prSet>
      <dgm:spPr/>
    </dgm:pt>
    <dgm:pt modelId="{852C8C9F-3E14-4FA5-A6F0-DB2845EF6534}" type="pres">
      <dgm:prSet presAssocID="{FD726C5D-4D08-4B1D-BF46-66CCAC58D1E7}" presName="Name9" presStyleLbl="parChTrans1D2" presStyleIdx="1" presStyleCnt="12"/>
      <dgm:spPr/>
    </dgm:pt>
    <dgm:pt modelId="{61C4FAD9-B0EA-4932-9DA3-855279FA4223}" type="pres">
      <dgm:prSet presAssocID="{FD726C5D-4D08-4B1D-BF46-66CCAC58D1E7}" presName="connTx" presStyleLbl="parChTrans1D2" presStyleIdx="1" presStyleCnt="12"/>
      <dgm:spPr/>
    </dgm:pt>
    <dgm:pt modelId="{3249560A-9065-49F5-92A6-E64FE640FB10}" type="pres">
      <dgm:prSet presAssocID="{D02FF76B-A3C4-4302-9DA4-55EFB4318574}" presName="node" presStyleLbl="node1" presStyleIdx="1" presStyleCnt="12">
        <dgm:presLayoutVars>
          <dgm:bulletEnabled val="1"/>
        </dgm:presLayoutVars>
      </dgm:prSet>
      <dgm:spPr/>
    </dgm:pt>
    <dgm:pt modelId="{E2D1F515-C0AA-4AAF-BA31-806FA5A28D71}" type="pres">
      <dgm:prSet presAssocID="{703B3B3C-509D-4599-972C-452F682FAA50}" presName="Name9" presStyleLbl="parChTrans1D2" presStyleIdx="2" presStyleCnt="12"/>
      <dgm:spPr/>
    </dgm:pt>
    <dgm:pt modelId="{9D23B2F2-B7E7-4B2B-BC71-81342993025A}" type="pres">
      <dgm:prSet presAssocID="{703B3B3C-509D-4599-972C-452F682FAA50}" presName="connTx" presStyleLbl="parChTrans1D2" presStyleIdx="2" presStyleCnt="12"/>
      <dgm:spPr/>
    </dgm:pt>
    <dgm:pt modelId="{A7E23706-C3DE-4B0B-8D86-D2A0649080D2}" type="pres">
      <dgm:prSet presAssocID="{9085AD9C-393D-4288-A85B-A6F4AB2F9931}" presName="node" presStyleLbl="node1" presStyleIdx="2" presStyleCnt="12">
        <dgm:presLayoutVars>
          <dgm:bulletEnabled val="1"/>
        </dgm:presLayoutVars>
      </dgm:prSet>
      <dgm:spPr/>
    </dgm:pt>
    <dgm:pt modelId="{E2577948-426F-444B-84C9-CA1025A34C76}" type="pres">
      <dgm:prSet presAssocID="{F40E8C10-A154-4ACE-870D-89F31DC1F7F9}" presName="Name9" presStyleLbl="parChTrans1D2" presStyleIdx="3" presStyleCnt="12"/>
      <dgm:spPr/>
    </dgm:pt>
    <dgm:pt modelId="{0B1A57C1-12CA-4737-80AF-4E2E53EFA4BD}" type="pres">
      <dgm:prSet presAssocID="{F40E8C10-A154-4ACE-870D-89F31DC1F7F9}" presName="connTx" presStyleLbl="parChTrans1D2" presStyleIdx="3" presStyleCnt="12"/>
      <dgm:spPr/>
    </dgm:pt>
    <dgm:pt modelId="{AB599947-33BF-468B-A6B9-436E3B9A3711}" type="pres">
      <dgm:prSet presAssocID="{5A25A110-2C78-4F6C-9B8E-54E491397EB1}" presName="node" presStyleLbl="node1" presStyleIdx="3" presStyleCnt="12">
        <dgm:presLayoutVars>
          <dgm:bulletEnabled val="1"/>
        </dgm:presLayoutVars>
      </dgm:prSet>
      <dgm:spPr/>
    </dgm:pt>
    <dgm:pt modelId="{894E8238-348D-4DF9-AC26-29BE967E5C7A}" type="pres">
      <dgm:prSet presAssocID="{D3012568-CC71-41E4-84EE-22CBD5190DE0}" presName="Name9" presStyleLbl="parChTrans1D2" presStyleIdx="4" presStyleCnt="12"/>
      <dgm:spPr/>
    </dgm:pt>
    <dgm:pt modelId="{CAF05DA2-3B9A-46ED-834D-FA03B62397D6}" type="pres">
      <dgm:prSet presAssocID="{D3012568-CC71-41E4-84EE-22CBD5190DE0}" presName="connTx" presStyleLbl="parChTrans1D2" presStyleIdx="4" presStyleCnt="12"/>
      <dgm:spPr/>
    </dgm:pt>
    <dgm:pt modelId="{1E0C7E2D-5EE4-4163-8B40-5A23A46ECA02}" type="pres">
      <dgm:prSet presAssocID="{90F6B7C4-3F64-4559-8E00-E7CA56D07AF9}" presName="node" presStyleLbl="node1" presStyleIdx="4" presStyleCnt="12">
        <dgm:presLayoutVars>
          <dgm:bulletEnabled val="1"/>
        </dgm:presLayoutVars>
      </dgm:prSet>
      <dgm:spPr/>
    </dgm:pt>
    <dgm:pt modelId="{58DD5364-94EE-4139-A33D-4C639E7C3444}" type="pres">
      <dgm:prSet presAssocID="{F55A6520-FF67-48A5-A0CF-1B263DAF29CE}" presName="Name9" presStyleLbl="parChTrans1D2" presStyleIdx="5" presStyleCnt="12"/>
      <dgm:spPr/>
    </dgm:pt>
    <dgm:pt modelId="{751F6105-001A-43B1-AFCA-C5A2E0421A69}" type="pres">
      <dgm:prSet presAssocID="{F55A6520-FF67-48A5-A0CF-1B263DAF29CE}" presName="connTx" presStyleLbl="parChTrans1D2" presStyleIdx="5" presStyleCnt="12"/>
      <dgm:spPr/>
    </dgm:pt>
    <dgm:pt modelId="{3EB81F7A-314C-4A77-B4E8-6BDCD1020E5E}" type="pres">
      <dgm:prSet presAssocID="{8EDC1F28-62B1-4FA5-96EC-1645500B9CCD}" presName="node" presStyleLbl="node1" presStyleIdx="5" presStyleCnt="12">
        <dgm:presLayoutVars>
          <dgm:bulletEnabled val="1"/>
        </dgm:presLayoutVars>
      </dgm:prSet>
      <dgm:spPr/>
    </dgm:pt>
    <dgm:pt modelId="{C508D348-9357-492C-95EC-5A2E0B034F59}" type="pres">
      <dgm:prSet presAssocID="{F632E25A-70B2-46D7-BEF5-DD1B9505205E}" presName="Name9" presStyleLbl="parChTrans1D2" presStyleIdx="6" presStyleCnt="12"/>
      <dgm:spPr/>
    </dgm:pt>
    <dgm:pt modelId="{3C8C9F89-80E5-4439-9B5A-EE2FE33A22DB}" type="pres">
      <dgm:prSet presAssocID="{F632E25A-70B2-46D7-BEF5-DD1B9505205E}" presName="connTx" presStyleLbl="parChTrans1D2" presStyleIdx="6" presStyleCnt="12"/>
      <dgm:spPr/>
    </dgm:pt>
    <dgm:pt modelId="{888BFBF3-16FC-4AF2-9320-E832F5FD1FCF}" type="pres">
      <dgm:prSet presAssocID="{00C7D516-025F-432B-B55F-7D7362B4AD27}" presName="node" presStyleLbl="node1" presStyleIdx="6" presStyleCnt="12">
        <dgm:presLayoutVars>
          <dgm:bulletEnabled val="1"/>
        </dgm:presLayoutVars>
      </dgm:prSet>
      <dgm:spPr/>
    </dgm:pt>
    <dgm:pt modelId="{CBE44924-6054-4355-8FF9-F808F4A69B2B}" type="pres">
      <dgm:prSet presAssocID="{5064EBB0-C729-4C19-991F-3BB97FA8BB6F}" presName="Name9" presStyleLbl="parChTrans1D2" presStyleIdx="7" presStyleCnt="12"/>
      <dgm:spPr/>
    </dgm:pt>
    <dgm:pt modelId="{BC2E465F-323C-4A29-ABF3-F02BC1ADF630}" type="pres">
      <dgm:prSet presAssocID="{5064EBB0-C729-4C19-991F-3BB97FA8BB6F}" presName="connTx" presStyleLbl="parChTrans1D2" presStyleIdx="7" presStyleCnt="12"/>
      <dgm:spPr/>
    </dgm:pt>
    <dgm:pt modelId="{0F445E4E-596B-4D26-9CA0-48C3E848B524}" type="pres">
      <dgm:prSet presAssocID="{7B279057-6719-46D0-B86D-0484C9087802}" presName="node" presStyleLbl="node1" presStyleIdx="7" presStyleCnt="12">
        <dgm:presLayoutVars>
          <dgm:bulletEnabled val="1"/>
        </dgm:presLayoutVars>
      </dgm:prSet>
      <dgm:spPr/>
    </dgm:pt>
    <dgm:pt modelId="{B404CFF1-FC69-4FB9-9CC2-BC45EE8527FA}" type="pres">
      <dgm:prSet presAssocID="{8A8A1F83-0679-447F-8D6D-EF68C6651EC2}" presName="Name9" presStyleLbl="parChTrans1D2" presStyleIdx="8" presStyleCnt="12"/>
      <dgm:spPr/>
    </dgm:pt>
    <dgm:pt modelId="{EDFDC1CA-93CE-4EC2-B09E-04170311C52C}" type="pres">
      <dgm:prSet presAssocID="{8A8A1F83-0679-447F-8D6D-EF68C6651EC2}" presName="connTx" presStyleLbl="parChTrans1D2" presStyleIdx="8" presStyleCnt="12"/>
      <dgm:spPr/>
    </dgm:pt>
    <dgm:pt modelId="{DE13234A-4966-48CD-A4BD-762890BBAFAE}" type="pres">
      <dgm:prSet presAssocID="{60A5D20C-6AB5-4692-830F-CC711C17CB2C}" presName="node" presStyleLbl="node1" presStyleIdx="8" presStyleCnt="12">
        <dgm:presLayoutVars>
          <dgm:bulletEnabled val="1"/>
        </dgm:presLayoutVars>
      </dgm:prSet>
      <dgm:spPr/>
    </dgm:pt>
    <dgm:pt modelId="{694D6890-0FDA-4D72-8667-518149D44BB1}" type="pres">
      <dgm:prSet presAssocID="{BC4FD2E1-3189-49C2-B7A1-CD433D651606}" presName="Name9" presStyleLbl="parChTrans1D2" presStyleIdx="9" presStyleCnt="12"/>
      <dgm:spPr/>
    </dgm:pt>
    <dgm:pt modelId="{09D4F425-3804-4B72-9106-28CAB746B7D4}" type="pres">
      <dgm:prSet presAssocID="{BC4FD2E1-3189-49C2-B7A1-CD433D651606}" presName="connTx" presStyleLbl="parChTrans1D2" presStyleIdx="9" presStyleCnt="12"/>
      <dgm:spPr/>
    </dgm:pt>
    <dgm:pt modelId="{A1587E3A-B0E4-4AD6-8441-0D955AECFC22}" type="pres">
      <dgm:prSet presAssocID="{9B0F58F0-CF9D-4B98-BA36-11D14CB0705E}" presName="node" presStyleLbl="node1" presStyleIdx="9" presStyleCnt="12">
        <dgm:presLayoutVars>
          <dgm:bulletEnabled val="1"/>
        </dgm:presLayoutVars>
      </dgm:prSet>
      <dgm:spPr/>
    </dgm:pt>
    <dgm:pt modelId="{560E696A-577D-4ABE-A0AD-BBD6FAD09D27}" type="pres">
      <dgm:prSet presAssocID="{070DCB9D-A611-42ED-ABC0-26AAA4445FD2}" presName="Name9" presStyleLbl="parChTrans1D2" presStyleIdx="10" presStyleCnt="12"/>
      <dgm:spPr/>
    </dgm:pt>
    <dgm:pt modelId="{3199C362-CD51-42DD-B967-28F539DD5419}" type="pres">
      <dgm:prSet presAssocID="{070DCB9D-A611-42ED-ABC0-26AAA4445FD2}" presName="connTx" presStyleLbl="parChTrans1D2" presStyleIdx="10" presStyleCnt="12"/>
      <dgm:spPr/>
    </dgm:pt>
    <dgm:pt modelId="{0247A28D-FFE0-4A85-9C64-7EB2390804C1}" type="pres">
      <dgm:prSet presAssocID="{E16BA215-89CA-4C43-A1F8-B4AD17F8E8F7}" presName="node" presStyleLbl="node1" presStyleIdx="10" presStyleCnt="12">
        <dgm:presLayoutVars>
          <dgm:bulletEnabled val="1"/>
        </dgm:presLayoutVars>
      </dgm:prSet>
      <dgm:spPr/>
    </dgm:pt>
    <dgm:pt modelId="{ED78AC93-5C6A-4200-85C2-D43E719B584E}" type="pres">
      <dgm:prSet presAssocID="{F1D6ED63-01B4-46C2-A8D3-269E783207EA}" presName="Name9" presStyleLbl="parChTrans1D2" presStyleIdx="11" presStyleCnt="12"/>
      <dgm:spPr/>
    </dgm:pt>
    <dgm:pt modelId="{3B2433C3-E94A-4AA6-B675-33A30B31D72D}" type="pres">
      <dgm:prSet presAssocID="{F1D6ED63-01B4-46C2-A8D3-269E783207EA}" presName="connTx" presStyleLbl="parChTrans1D2" presStyleIdx="11" presStyleCnt="12"/>
      <dgm:spPr/>
    </dgm:pt>
    <dgm:pt modelId="{C7C16367-33A2-4D6C-9278-C05DD0107303}" type="pres">
      <dgm:prSet presAssocID="{DB4B3A4A-4039-45CD-A865-3A29BA45DE19}" presName="node" presStyleLbl="node1" presStyleIdx="11" presStyleCnt="12">
        <dgm:presLayoutVars>
          <dgm:bulletEnabled val="1"/>
        </dgm:presLayoutVars>
      </dgm:prSet>
      <dgm:spPr/>
    </dgm:pt>
  </dgm:ptLst>
  <dgm:cxnLst>
    <dgm:cxn modelId="{DD117300-6E14-43EB-9BD8-DCF1C77D5FF0}" type="presOf" srcId="{D02FF76B-A3C4-4302-9DA4-55EFB4318574}" destId="{3249560A-9065-49F5-92A6-E64FE640FB10}" srcOrd="0" destOrd="0" presId="urn:microsoft.com/office/officeart/2005/8/layout/radial1"/>
    <dgm:cxn modelId="{FCA48702-A60D-48B9-A62F-B652F8A7A618}" type="presOf" srcId="{703B3B3C-509D-4599-972C-452F682FAA50}" destId="{9D23B2F2-B7E7-4B2B-BC71-81342993025A}" srcOrd="1" destOrd="0" presId="urn:microsoft.com/office/officeart/2005/8/layout/radial1"/>
    <dgm:cxn modelId="{B3F0ED02-EDF3-408F-AA19-9F329C6BA85A}" type="presOf" srcId="{703B3B3C-509D-4599-972C-452F682FAA50}" destId="{E2D1F515-C0AA-4AAF-BA31-806FA5A28D71}" srcOrd="0" destOrd="0" presId="urn:microsoft.com/office/officeart/2005/8/layout/radial1"/>
    <dgm:cxn modelId="{9C44AF0E-7773-4095-91A3-1766C1481874}" type="presOf" srcId="{F55A6520-FF67-48A5-A0CF-1B263DAF29CE}" destId="{58DD5364-94EE-4139-A33D-4C639E7C3444}" srcOrd="0" destOrd="0" presId="urn:microsoft.com/office/officeart/2005/8/layout/radial1"/>
    <dgm:cxn modelId="{58629B0F-DF67-4E4C-B5A9-3A87155C9A44}" type="presOf" srcId="{BC4FD2E1-3189-49C2-B7A1-CD433D651606}" destId="{09D4F425-3804-4B72-9106-28CAB746B7D4}" srcOrd="1" destOrd="0" presId="urn:microsoft.com/office/officeart/2005/8/layout/radial1"/>
    <dgm:cxn modelId="{9C016D20-716B-4981-8021-93A0D36C9758}" srcId="{4C954E68-9FA0-411E-98D2-FA8664C30B25}" destId="{60A5D20C-6AB5-4692-830F-CC711C17CB2C}" srcOrd="8" destOrd="0" parTransId="{8A8A1F83-0679-447F-8D6D-EF68C6651EC2}" sibTransId="{EA1FC36D-BD76-4E90-B874-9311DAEBCD45}"/>
    <dgm:cxn modelId="{C99E1B22-96F6-44A3-8F36-7E14C328F243}" type="presOf" srcId="{F40E8C10-A154-4ACE-870D-89F31DC1F7F9}" destId="{0B1A57C1-12CA-4737-80AF-4E2E53EFA4BD}" srcOrd="1" destOrd="0" presId="urn:microsoft.com/office/officeart/2005/8/layout/radial1"/>
    <dgm:cxn modelId="{FC106326-C113-472D-AFA6-5D9A9C698CF0}" type="presOf" srcId="{FD726C5D-4D08-4B1D-BF46-66CCAC58D1E7}" destId="{61C4FAD9-B0EA-4932-9DA3-855279FA4223}" srcOrd="1" destOrd="0" presId="urn:microsoft.com/office/officeart/2005/8/layout/radial1"/>
    <dgm:cxn modelId="{2C7AC12F-6AC0-485E-9B52-60B4AD8FC339}" type="presOf" srcId="{F632E25A-70B2-46D7-BEF5-DD1B9505205E}" destId="{C508D348-9357-492C-95EC-5A2E0B034F59}" srcOrd="0" destOrd="0" presId="urn:microsoft.com/office/officeart/2005/8/layout/radial1"/>
    <dgm:cxn modelId="{14846A33-8FC7-425E-AB0E-14C10D86F105}" srcId="{4C954E68-9FA0-411E-98D2-FA8664C30B25}" destId="{90F6B7C4-3F64-4559-8E00-E7CA56D07AF9}" srcOrd="4" destOrd="0" parTransId="{D3012568-CC71-41E4-84EE-22CBD5190DE0}" sibTransId="{BE5CAA92-EE28-4D60-9289-06685CA890AE}"/>
    <dgm:cxn modelId="{6F33EA37-880B-427C-BEAD-656D1410C218}" type="presOf" srcId="{5064EBB0-C729-4C19-991F-3BB97FA8BB6F}" destId="{CBE44924-6054-4355-8FF9-F808F4A69B2B}" srcOrd="0" destOrd="0" presId="urn:microsoft.com/office/officeart/2005/8/layout/radial1"/>
    <dgm:cxn modelId="{2913FA3A-118B-4FBD-9CFA-7246EF4C3F0E}" srcId="{4C954E68-9FA0-411E-98D2-FA8664C30B25}" destId="{5A25A110-2C78-4F6C-9B8E-54E491397EB1}" srcOrd="3" destOrd="0" parTransId="{F40E8C10-A154-4ACE-870D-89F31DC1F7F9}" sibTransId="{BEF04D13-CCBD-41CC-8AAF-14D84017CB42}"/>
    <dgm:cxn modelId="{FF358D63-14F3-4DEF-8527-37C2D46C7DFD}" type="presOf" srcId="{BC4FD2E1-3189-49C2-B7A1-CD433D651606}" destId="{694D6890-0FDA-4D72-8667-518149D44BB1}" srcOrd="0" destOrd="0" presId="urn:microsoft.com/office/officeart/2005/8/layout/radial1"/>
    <dgm:cxn modelId="{2953C144-9FC0-4D74-AE3D-ACAF9D5F8B25}" srcId="{4C954E68-9FA0-411E-98D2-FA8664C30B25}" destId="{D02FF76B-A3C4-4302-9DA4-55EFB4318574}" srcOrd="1" destOrd="0" parTransId="{FD726C5D-4D08-4B1D-BF46-66CCAC58D1E7}" sibTransId="{E4C40622-A99E-45C2-8423-F26BE05B2618}"/>
    <dgm:cxn modelId="{074A2545-1D42-45AA-9553-49E357CC7774}" type="presOf" srcId="{4D9CA092-8290-4486-87BD-224CD4A628BC}" destId="{51400813-5F04-4139-BB5D-0086BD5CBCB0}" srcOrd="0" destOrd="0" presId="urn:microsoft.com/office/officeart/2005/8/layout/radial1"/>
    <dgm:cxn modelId="{00498F65-9D76-4A81-BDD3-17FFF07AD3F7}" type="presOf" srcId="{4C954E68-9FA0-411E-98D2-FA8664C30B25}" destId="{CA2ABB0C-2BC0-4EDB-962B-77322D3CB8D8}" srcOrd="0" destOrd="0" presId="urn:microsoft.com/office/officeart/2005/8/layout/radial1"/>
    <dgm:cxn modelId="{08F8FB6A-E701-4A1A-8BAA-387ABEB0B97B}" type="presOf" srcId="{60A5D20C-6AB5-4692-830F-CC711C17CB2C}" destId="{DE13234A-4966-48CD-A4BD-762890BBAFAE}" srcOrd="0" destOrd="0" presId="urn:microsoft.com/office/officeart/2005/8/layout/radial1"/>
    <dgm:cxn modelId="{F3328C6C-4CE4-43BC-B686-5A03FD9575A1}" type="presOf" srcId="{DB4B3A4A-4039-45CD-A865-3A29BA45DE19}" destId="{C7C16367-33A2-4D6C-9278-C05DD0107303}" srcOrd="0" destOrd="0" presId="urn:microsoft.com/office/officeart/2005/8/layout/radial1"/>
    <dgm:cxn modelId="{C9839A4C-14F1-4ECA-9504-3FE8C78271BF}" srcId="{4C954E68-9FA0-411E-98D2-FA8664C30B25}" destId="{00C7D516-025F-432B-B55F-7D7362B4AD27}" srcOrd="6" destOrd="0" parTransId="{F632E25A-70B2-46D7-BEF5-DD1B9505205E}" sibTransId="{F2865D81-81F1-42AB-9301-05BC6B76E52E}"/>
    <dgm:cxn modelId="{BF20DB72-99C5-4C12-AAF7-7237659C1B37}" srcId="{4C954E68-9FA0-411E-98D2-FA8664C30B25}" destId="{8EDC1F28-62B1-4FA5-96EC-1645500B9CCD}" srcOrd="5" destOrd="0" parTransId="{F55A6520-FF67-48A5-A0CF-1B263DAF29CE}" sibTransId="{898BF2CB-11D8-4826-95F5-65AFEEE0BEB0}"/>
    <dgm:cxn modelId="{F90FEB72-C8BC-49B4-A48D-A994369114F1}" srcId="{4C954E68-9FA0-411E-98D2-FA8664C30B25}" destId="{DB4B3A4A-4039-45CD-A865-3A29BA45DE19}" srcOrd="11" destOrd="0" parTransId="{F1D6ED63-01B4-46C2-A8D3-269E783207EA}" sibTransId="{742242DB-E26D-4815-9CE8-80A1AC2CD256}"/>
    <dgm:cxn modelId="{E1013753-5027-4788-B063-7732CC4D1F13}" type="presOf" srcId="{D3012568-CC71-41E4-84EE-22CBD5190DE0}" destId="{894E8238-348D-4DF9-AC26-29BE967E5C7A}" srcOrd="0" destOrd="0" presId="urn:microsoft.com/office/officeart/2005/8/layout/radial1"/>
    <dgm:cxn modelId="{2BCBAD56-4792-42A0-94F6-2A1D457A856B}" type="presOf" srcId="{5064EBB0-C729-4C19-991F-3BB97FA8BB6F}" destId="{BC2E465F-323C-4A29-ABF3-F02BC1ADF630}" srcOrd="1" destOrd="0" presId="urn:microsoft.com/office/officeart/2005/8/layout/radial1"/>
    <dgm:cxn modelId="{020A4759-FF8A-4528-A37B-1D745C6CEA61}" srcId="{C238E7A5-62CE-4F8E-B812-A46F943D5D5B}" destId="{4C954E68-9FA0-411E-98D2-FA8664C30B25}" srcOrd="0" destOrd="0" parTransId="{37662B2D-8A84-4119-A92F-4486F32F705D}" sibTransId="{FF8759BC-1FCA-4A6D-8C0F-33B3640A3835}"/>
    <dgm:cxn modelId="{1EFDF279-67D9-465B-A645-19AE88761DD8}" type="presOf" srcId="{F1D6ED63-01B4-46C2-A8D3-269E783207EA}" destId="{ED78AC93-5C6A-4200-85C2-D43E719B584E}" srcOrd="0" destOrd="0" presId="urn:microsoft.com/office/officeart/2005/8/layout/radial1"/>
    <dgm:cxn modelId="{7098E97E-E6CD-4866-97C4-CA9539D8A471}" type="presOf" srcId="{5A25A110-2C78-4F6C-9B8E-54E491397EB1}" destId="{AB599947-33BF-468B-A6B9-436E3B9A3711}" srcOrd="0" destOrd="0" presId="urn:microsoft.com/office/officeart/2005/8/layout/radial1"/>
    <dgm:cxn modelId="{30498B7F-89FE-4FC4-8B50-062DCE2FB1BA}" type="presOf" srcId="{9085AD9C-393D-4288-A85B-A6F4AB2F9931}" destId="{A7E23706-C3DE-4B0B-8D86-D2A0649080D2}" srcOrd="0" destOrd="0" presId="urn:microsoft.com/office/officeart/2005/8/layout/radial1"/>
    <dgm:cxn modelId="{B301BC81-551F-45A0-AF84-731C5C8841A0}" type="presOf" srcId="{5AA00456-8C6E-4DC3-9518-5FD2ACC2B4FF}" destId="{2352C7D3-B15C-4F51-AC65-4E9F84BCF808}" srcOrd="0" destOrd="0" presId="urn:microsoft.com/office/officeart/2005/8/layout/radial1"/>
    <dgm:cxn modelId="{B995E481-83D1-406E-93A9-9BC905C9F7EA}" type="presOf" srcId="{E16BA215-89CA-4C43-A1F8-B4AD17F8E8F7}" destId="{0247A28D-FFE0-4A85-9C64-7EB2390804C1}" srcOrd="0" destOrd="0" presId="urn:microsoft.com/office/officeart/2005/8/layout/radial1"/>
    <dgm:cxn modelId="{F951A586-1B54-49A4-940D-F588D018C084}" srcId="{4C954E68-9FA0-411E-98D2-FA8664C30B25}" destId="{5AA00456-8C6E-4DC3-9518-5FD2ACC2B4FF}" srcOrd="0" destOrd="0" parTransId="{4D9CA092-8290-4486-87BD-224CD4A628BC}" sibTransId="{8D20FEC9-4324-4456-B78D-B449C4D5A65F}"/>
    <dgm:cxn modelId="{CD9D2788-CBF5-4F3F-B30D-8E875B3D837B}" type="presOf" srcId="{F55A6520-FF67-48A5-A0CF-1B263DAF29CE}" destId="{751F6105-001A-43B1-AFCA-C5A2E0421A69}" srcOrd="1" destOrd="0" presId="urn:microsoft.com/office/officeart/2005/8/layout/radial1"/>
    <dgm:cxn modelId="{E43C2E89-E1F0-4417-8C93-176649CF20EF}" type="presOf" srcId="{8EDC1F28-62B1-4FA5-96EC-1645500B9CCD}" destId="{3EB81F7A-314C-4A77-B4E8-6BDCD1020E5E}" srcOrd="0" destOrd="0" presId="urn:microsoft.com/office/officeart/2005/8/layout/radial1"/>
    <dgm:cxn modelId="{6E9C748A-E9AA-44FE-A3A1-D892DA29126F}" type="presOf" srcId="{9B0F58F0-CF9D-4B98-BA36-11D14CB0705E}" destId="{A1587E3A-B0E4-4AD6-8441-0D955AECFC22}" srcOrd="0" destOrd="0" presId="urn:microsoft.com/office/officeart/2005/8/layout/radial1"/>
    <dgm:cxn modelId="{4238668B-D4FB-4483-9E1B-F79E073D75BF}" srcId="{4C954E68-9FA0-411E-98D2-FA8664C30B25}" destId="{9B0F58F0-CF9D-4B98-BA36-11D14CB0705E}" srcOrd="9" destOrd="0" parTransId="{BC4FD2E1-3189-49C2-B7A1-CD433D651606}" sibTransId="{BF077101-8587-4F2B-AE2E-83C03F47E0E1}"/>
    <dgm:cxn modelId="{FC279A8E-F824-4988-B25F-91CE721A099E}" type="presOf" srcId="{C238E7A5-62CE-4F8E-B812-A46F943D5D5B}" destId="{0ED44034-5C5A-447B-A361-C77E5B0A0B10}" srcOrd="0" destOrd="0" presId="urn:microsoft.com/office/officeart/2005/8/layout/radial1"/>
    <dgm:cxn modelId="{06D35091-5955-4A8C-A809-32FD74F905B0}" type="presOf" srcId="{90F6B7C4-3F64-4559-8E00-E7CA56D07AF9}" destId="{1E0C7E2D-5EE4-4163-8B40-5A23A46ECA02}" srcOrd="0" destOrd="0" presId="urn:microsoft.com/office/officeart/2005/8/layout/radial1"/>
    <dgm:cxn modelId="{1013579D-A17F-4710-A267-7D1D4A92A258}" srcId="{4C954E68-9FA0-411E-98D2-FA8664C30B25}" destId="{7B279057-6719-46D0-B86D-0484C9087802}" srcOrd="7" destOrd="0" parTransId="{5064EBB0-C729-4C19-991F-3BB97FA8BB6F}" sibTransId="{070F341A-5E8B-4E65-9E77-CF5D821D3204}"/>
    <dgm:cxn modelId="{E1584BAD-3AAE-4C80-9069-AF74C80CD411}" srcId="{4C954E68-9FA0-411E-98D2-FA8664C30B25}" destId="{9085AD9C-393D-4288-A85B-A6F4AB2F9931}" srcOrd="2" destOrd="0" parTransId="{703B3B3C-509D-4599-972C-452F682FAA50}" sibTransId="{24454628-212F-4BC4-AFD2-E51AAEF36B39}"/>
    <dgm:cxn modelId="{793ABBAE-6CA9-4D5E-84ED-A22CCC487D7D}" type="presOf" srcId="{7B279057-6719-46D0-B86D-0484C9087802}" destId="{0F445E4E-596B-4D26-9CA0-48C3E848B524}" srcOrd="0" destOrd="0" presId="urn:microsoft.com/office/officeart/2005/8/layout/radial1"/>
    <dgm:cxn modelId="{9E81E5AF-8786-49E2-B356-6F13E03EF041}" type="presOf" srcId="{8A8A1F83-0679-447F-8D6D-EF68C6651EC2}" destId="{EDFDC1CA-93CE-4EC2-B09E-04170311C52C}" srcOrd="1" destOrd="0" presId="urn:microsoft.com/office/officeart/2005/8/layout/radial1"/>
    <dgm:cxn modelId="{F56C79B0-E1C5-45D7-B41A-CE8426ADA4EB}" srcId="{4C954E68-9FA0-411E-98D2-FA8664C30B25}" destId="{E16BA215-89CA-4C43-A1F8-B4AD17F8E8F7}" srcOrd="10" destOrd="0" parTransId="{070DCB9D-A611-42ED-ABC0-26AAA4445FD2}" sibTransId="{CEE97499-F628-4827-998E-CAD04EBC9C54}"/>
    <dgm:cxn modelId="{3C6A67B1-1B6B-4489-AD31-D378088274DE}" type="presOf" srcId="{070DCB9D-A611-42ED-ABC0-26AAA4445FD2}" destId="{3199C362-CD51-42DD-B967-28F539DD5419}" srcOrd="1" destOrd="0" presId="urn:microsoft.com/office/officeart/2005/8/layout/radial1"/>
    <dgm:cxn modelId="{11CA0DBB-375E-4C07-B70E-5BC43A7BE72F}" type="presOf" srcId="{F1D6ED63-01B4-46C2-A8D3-269E783207EA}" destId="{3B2433C3-E94A-4AA6-B675-33A30B31D72D}" srcOrd="1" destOrd="0" presId="urn:microsoft.com/office/officeart/2005/8/layout/radial1"/>
    <dgm:cxn modelId="{BA9EE1C0-4A57-4538-B6D4-C9EAB67AA645}" type="presOf" srcId="{00C7D516-025F-432B-B55F-7D7362B4AD27}" destId="{888BFBF3-16FC-4AF2-9320-E832F5FD1FCF}" srcOrd="0" destOrd="0" presId="urn:microsoft.com/office/officeart/2005/8/layout/radial1"/>
    <dgm:cxn modelId="{031348D1-E1CE-4F8B-B676-F14911CB58EC}" type="presOf" srcId="{070DCB9D-A611-42ED-ABC0-26AAA4445FD2}" destId="{560E696A-577D-4ABE-A0AD-BBD6FAD09D27}" srcOrd="0" destOrd="0" presId="urn:microsoft.com/office/officeart/2005/8/layout/radial1"/>
    <dgm:cxn modelId="{DD45ABD9-3B2C-428A-A74F-00222592174E}" type="presOf" srcId="{D3012568-CC71-41E4-84EE-22CBD5190DE0}" destId="{CAF05DA2-3B9A-46ED-834D-FA03B62397D6}" srcOrd="1" destOrd="0" presId="urn:microsoft.com/office/officeart/2005/8/layout/radial1"/>
    <dgm:cxn modelId="{44DD5CE3-F010-4658-83CA-DAC0DD93F43F}" type="presOf" srcId="{4D9CA092-8290-4486-87BD-224CD4A628BC}" destId="{FD87903D-8584-4A3D-B5E9-C39533101AC6}" srcOrd="1" destOrd="0" presId="urn:microsoft.com/office/officeart/2005/8/layout/radial1"/>
    <dgm:cxn modelId="{FE3C62E7-825F-4FA8-AD88-FC8F21DDBB65}" type="presOf" srcId="{8A8A1F83-0679-447F-8D6D-EF68C6651EC2}" destId="{B404CFF1-FC69-4FB9-9CC2-BC45EE8527FA}" srcOrd="0" destOrd="0" presId="urn:microsoft.com/office/officeart/2005/8/layout/radial1"/>
    <dgm:cxn modelId="{FE473BE8-DDD0-497C-BF1F-A3168C651618}" type="presOf" srcId="{F632E25A-70B2-46D7-BEF5-DD1B9505205E}" destId="{3C8C9F89-80E5-4439-9B5A-EE2FE33A22DB}" srcOrd="1" destOrd="0" presId="urn:microsoft.com/office/officeart/2005/8/layout/radial1"/>
    <dgm:cxn modelId="{F586D4FE-DC8D-4A40-8AC5-DA4F0F61472C}" type="presOf" srcId="{F40E8C10-A154-4ACE-870D-89F31DC1F7F9}" destId="{E2577948-426F-444B-84C9-CA1025A34C76}" srcOrd="0" destOrd="0" presId="urn:microsoft.com/office/officeart/2005/8/layout/radial1"/>
    <dgm:cxn modelId="{EE38FAFF-85B1-4F8D-8BCF-53A0373525CD}" type="presOf" srcId="{FD726C5D-4D08-4B1D-BF46-66CCAC58D1E7}" destId="{852C8C9F-3E14-4FA5-A6F0-DB2845EF6534}" srcOrd="0" destOrd="0" presId="urn:microsoft.com/office/officeart/2005/8/layout/radial1"/>
    <dgm:cxn modelId="{2658CD7B-BA5E-444D-89CE-AB0F0F4A7A8D}" type="presParOf" srcId="{0ED44034-5C5A-447B-A361-C77E5B0A0B10}" destId="{CA2ABB0C-2BC0-4EDB-962B-77322D3CB8D8}" srcOrd="0" destOrd="0" presId="urn:microsoft.com/office/officeart/2005/8/layout/radial1"/>
    <dgm:cxn modelId="{5F5AB8B3-3037-4C96-BCE2-7EEC632159EF}" type="presParOf" srcId="{0ED44034-5C5A-447B-A361-C77E5B0A0B10}" destId="{51400813-5F04-4139-BB5D-0086BD5CBCB0}" srcOrd="1" destOrd="0" presId="urn:microsoft.com/office/officeart/2005/8/layout/radial1"/>
    <dgm:cxn modelId="{D870AA05-C71E-41B2-A476-1C45C3FD62C1}" type="presParOf" srcId="{51400813-5F04-4139-BB5D-0086BD5CBCB0}" destId="{FD87903D-8584-4A3D-B5E9-C39533101AC6}" srcOrd="0" destOrd="0" presId="urn:microsoft.com/office/officeart/2005/8/layout/radial1"/>
    <dgm:cxn modelId="{FB1F7C43-6F7C-4FE6-9CFD-2C02663EE46D}" type="presParOf" srcId="{0ED44034-5C5A-447B-A361-C77E5B0A0B10}" destId="{2352C7D3-B15C-4F51-AC65-4E9F84BCF808}" srcOrd="2" destOrd="0" presId="urn:microsoft.com/office/officeart/2005/8/layout/radial1"/>
    <dgm:cxn modelId="{E7E0FBAD-88DF-4C7A-827A-E403D2C2F0C0}" type="presParOf" srcId="{0ED44034-5C5A-447B-A361-C77E5B0A0B10}" destId="{852C8C9F-3E14-4FA5-A6F0-DB2845EF6534}" srcOrd="3" destOrd="0" presId="urn:microsoft.com/office/officeart/2005/8/layout/radial1"/>
    <dgm:cxn modelId="{21F0F11C-D90C-4E92-93F3-3128BA3B3970}" type="presParOf" srcId="{852C8C9F-3E14-4FA5-A6F0-DB2845EF6534}" destId="{61C4FAD9-B0EA-4932-9DA3-855279FA4223}" srcOrd="0" destOrd="0" presId="urn:microsoft.com/office/officeart/2005/8/layout/radial1"/>
    <dgm:cxn modelId="{84BCD93F-223F-4859-8449-0EBA40EF9B03}" type="presParOf" srcId="{0ED44034-5C5A-447B-A361-C77E5B0A0B10}" destId="{3249560A-9065-49F5-92A6-E64FE640FB10}" srcOrd="4" destOrd="0" presId="urn:microsoft.com/office/officeart/2005/8/layout/radial1"/>
    <dgm:cxn modelId="{EE949351-1EAD-491D-BA66-D4678F96A904}" type="presParOf" srcId="{0ED44034-5C5A-447B-A361-C77E5B0A0B10}" destId="{E2D1F515-C0AA-4AAF-BA31-806FA5A28D71}" srcOrd="5" destOrd="0" presId="urn:microsoft.com/office/officeart/2005/8/layout/radial1"/>
    <dgm:cxn modelId="{15998FBF-DC63-4841-8DB3-82D727C108EB}" type="presParOf" srcId="{E2D1F515-C0AA-4AAF-BA31-806FA5A28D71}" destId="{9D23B2F2-B7E7-4B2B-BC71-81342993025A}" srcOrd="0" destOrd="0" presId="urn:microsoft.com/office/officeart/2005/8/layout/radial1"/>
    <dgm:cxn modelId="{A0E7588F-53C1-4F9F-B8C6-6B1C3F30BA52}" type="presParOf" srcId="{0ED44034-5C5A-447B-A361-C77E5B0A0B10}" destId="{A7E23706-C3DE-4B0B-8D86-D2A0649080D2}" srcOrd="6" destOrd="0" presId="urn:microsoft.com/office/officeart/2005/8/layout/radial1"/>
    <dgm:cxn modelId="{7CFF3DFB-9045-47E5-9C85-C27A065AA3EB}" type="presParOf" srcId="{0ED44034-5C5A-447B-A361-C77E5B0A0B10}" destId="{E2577948-426F-444B-84C9-CA1025A34C76}" srcOrd="7" destOrd="0" presId="urn:microsoft.com/office/officeart/2005/8/layout/radial1"/>
    <dgm:cxn modelId="{D3A2AD49-6523-43DC-BFF2-9958FCE56383}" type="presParOf" srcId="{E2577948-426F-444B-84C9-CA1025A34C76}" destId="{0B1A57C1-12CA-4737-80AF-4E2E53EFA4BD}" srcOrd="0" destOrd="0" presId="urn:microsoft.com/office/officeart/2005/8/layout/radial1"/>
    <dgm:cxn modelId="{A3A7DB82-5D50-49AC-BF5C-36F3EA8F31AD}" type="presParOf" srcId="{0ED44034-5C5A-447B-A361-C77E5B0A0B10}" destId="{AB599947-33BF-468B-A6B9-436E3B9A3711}" srcOrd="8" destOrd="0" presId="urn:microsoft.com/office/officeart/2005/8/layout/radial1"/>
    <dgm:cxn modelId="{3F40AF8F-7895-4951-BAFC-48E5486AB5EC}" type="presParOf" srcId="{0ED44034-5C5A-447B-A361-C77E5B0A0B10}" destId="{894E8238-348D-4DF9-AC26-29BE967E5C7A}" srcOrd="9" destOrd="0" presId="urn:microsoft.com/office/officeart/2005/8/layout/radial1"/>
    <dgm:cxn modelId="{C722D66D-8645-407F-8FC8-8623A680042A}" type="presParOf" srcId="{894E8238-348D-4DF9-AC26-29BE967E5C7A}" destId="{CAF05DA2-3B9A-46ED-834D-FA03B62397D6}" srcOrd="0" destOrd="0" presId="urn:microsoft.com/office/officeart/2005/8/layout/radial1"/>
    <dgm:cxn modelId="{F30483F6-E5BB-4AE4-A098-D5F8912D4E49}" type="presParOf" srcId="{0ED44034-5C5A-447B-A361-C77E5B0A0B10}" destId="{1E0C7E2D-5EE4-4163-8B40-5A23A46ECA02}" srcOrd="10" destOrd="0" presId="urn:microsoft.com/office/officeart/2005/8/layout/radial1"/>
    <dgm:cxn modelId="{657AC384-C160-4ED8-A245-784D39DC9136}" type="presParOf" srcId="{0ED44034-5C5A-447B-A361-C77E5B0A0B10}" destId="{58DD5364-94EE-4139-A33D-4C639E7C3444}" srcOrd="11" destOrd="0" presId="urn:microsoft.com/office/officeart/2005/8/layout/radial1"/>
    <dgm:cxn modelId="{E2687308-9A9A-41AE-9578-875D84A68DCF}" type="presParOf" srcId="{58DD5364-94EE-4139-A33D-4C639E7C3444}" destId="{751F6105-001A-43B1-AFCA-C5A2E0421A69}" srcOrd="0" destOrd="0" presId="urn:microsoft.com/office/officeart/2005/8/layout/radial1"/>
    <dgm:cxn modelId="{E88CC3BC-6E9D-405F-8C04-2FCEECF35900}" type="presParOf" srcId="{0ED44034-5C5A-447B-A361-C77E5B0A0B10}" destId="{3EB81F7A-314C-4A77-B4E8-6BDCD1020E5E}" srcOrd="12" destOrd="0" presId="urn:microsoft.com/office/officeart/2005/8/layout/radial1"/>
    <dgm:cxn modelId="{BA105396-4F4D-49E8-B0A2-39201881E450}" type="presParOf" srcId="{0ED44034-5C5A-447B-A361-C77E5B0A0B10}" destId="{C508D348-9357-492C-95EC-5A2E0B034F59}" srcOrd="13" destOrd="0" presId="urn:microsoft.com/office/officeart/2005/8/layout/radial1"/>
    <dgm:cxn modelId="{8A91B1BA-4910-498B-A6E5-160309DFD707}" type="presParOf" srcId="{C508D348-9357-492C-95EC-5A2E0B034F59}" destId="{3C8C9F89-80E5-4439-9B5A-EE2FE33A22DB}" srcOrd="0" destOrd="0" presId="urn:microsoft.com/office/officeart/2005/8/layout/radial1"/>
    <dgm:cxn modelId="{C135A75D-787D-40C1-8A3D-53A17A7124E5}" type="presParOf" srcId="{0ED44034-5C5A-447B-A361-C77E5B0A0B10}" destId="{888BFBF3-16FC-4AF2-9320-E832F5FD1FCF}" srcOrd="14" destOrd="0" presId="urn:microsoft.com/office/officeart/2005/8/layout/radial1"/>
    <dgm:cxn modelId="{60EEFF23-6E3A-4CA3-8CA6-4609D31D16AF}" type="presParOf" srcId="{0ED44034-5C5A-447B-A361-C77E5B0A0B10}" destId="{CBE44924-6054-4355-8FF9-F808F4A69B2B}" srcOrd="15" destOrd="0" presId="urn:microsoft.com/office/officeart/2005/8/layout/radial1"/>
    <dgm:cxn modelId="{97AD7483-5B53-4FA9-AD15-990D47FDC577}" type="presParOf" srcId="{CBE44924-6054-4355-8FF9-F808F4A69B2B}" destId="{BC2E465F-323C-4A29-ABF3-F02BC1ADF630}" srcOrd="0" destOrd="0" presId="urn:microsoft.com/office/officeart/2005/8/layout/radial1"/>
    <dgm:cxn modelId="{A9D3212E-9FB9-4C34-9451-4B59655BC472}" type="presParOf" srcId="{0ED44034-5C5A-447B-A361-C77E5B0A0B10}" destId="{0F445E4E-596B-4D26-9CA0-48C3E848B524}" srcOrd="16" destOrd="0" presId="urn:microsoft.com/office/officeart/2005/8/layout/radial1"/>
    <dgm:cxn modelId="{B6D6E684-4B69-423D-BA12-B1B6ACA4FEDB}" type="presParOf" srcId="{0ED44034-5C5A-447B-A361-C77E5B0A0B10}" destId="{B404CFF1-FC69-4FB9-9CC2-BC45EE8527FA}" srcOrd="17" destOrd="0" presId="urn:microsoft.com/office/officeart/2005/8/layout/radial1"/>
    <dgm:cxn modelId="{2BD0A0F5-7E70-46EF-BC22-CA94014A0665}" type="presParOf" srcId="{B404CFF1-FC69-4FB9-9CC2-BC45EE8527FA}" destId="{EDFDC1CA-93CE-4EC2-B09E-04170311C52C}" srcOrd="0" destOrd="0" presId="urn:microsoft.com/office/officeart/2005/8/layout/radial1"/>
    <dgm:cxn modelId="{98C31E4C-F821-4B1D-85AA-C30F8FAF1485}" type="presParOf" srcId="{0ED44034-5C5A-447B-A361-C77E5B0A0B10}" destId="{DE13234A-4966-48CD-A4BD-762890BBAFAE}" srcOrd="18" destOrd="0" presId="urn:microsoft.com/office/officeart/2005/8/layout/radial1"/>
    <dgm:cxn modelId="{0A0F08C9-9EA5-4567-BC5D-643058986538}" type="presParOf" srcId="{0ED44034-5C5A-447B-A361-C77E5B0A0B10}" destId="{694D6890-0FDA-4D72-8667-518149D44BB1}" srcOrd="19" destOrd="0" presId="urn:microsoft.com/office/officeart/2005/8/layout/radial1"/>
    <dgm:cxn modelId="{930FC268-DD02-450F-9B16-B1331CF372A9}" type="presParOf" srcId="{694D6890-0FDA-4D72-8667-518149D44BB1}" destId="{09D4F425-3804-4B72-9106-28CAB746B7D4}" srcOrd="0" destOrd="0" presId="urn:microsoft.com/office/officeart/2005/8/layout/radial1"/>
    <dgm:cxn modelId="{C40609A0-C65C-4D26-AE61-6ABE7BFC954C}" type="presParOf" srcId="{0ED44034-5C5A-447B-A361-C77E5B0A0B10}" destId="{A1587E3A-B0E4-4AD6-8441-0D955AECFC22}" srcOrd="20" destOrd="0" presId="urn:microsoft.com/office/officeart/2005/8/layout/radial1"/>
    <dgm:cxn modelId="{77EE0951-D421-4395-9661-DF3000CC9A74}" type="presParOf" srcId="{0ED44034-5C5A-447B-A361-C77E5B0A0B10}" destId="{560E696A-577D-4ABE-A0AD-BBD6FAD09D27}" srcOrd="21" destOrd="0" presId="urn:microsoft.com/office/officeart/2005/8/layout/radial1"/>
    <dgm:cxn modelId="{B1FF085A-6276-4A67-BAA0-BBFB67838793}" type="presParOf" srcId="{560E696A-577D-4ABE-A0AD-BBD6FAD09D27}" destId="{3199C362-CD51-42DD-B967-28F539DD5419}" srcOrd="0" destOrd="0" presId="urn:microsoft.com/office/officeart/2005/8/layout/radial1"/>
    <dgm:cxn modelId="{77AF8438-6483-48F5-A0B1-3180A8A4F741}" type="presParOf" srcId="{0ED44034-5C5A-447B-A361-C77E5B0A0B10}" destId="{0247A28D-FFE0-4A85-9C64-7EB2390804C1}" srcOrd="22" destOrd="0" presId="urn:microsoft.com/office/officeart/2005/8/layout/radial1"/>
    <dgm:cxn modelId="{87EAA490-56B2-46F8-8A38-A36B371FD713}" type="presParOf" srcId="{0ED44034-5C5A-447B-A361-C77E5B0A0B10}" destId="{ED78AC93-5C6A-4200-85C2-D43E719B584E}" srcOrd="23" destOrd="0" presId="urn:microsoft.com/office/officeart/2005/8/layout/radial1"/>
    <dgm:cxn modelId="{E1591E38-707C-4490-8657-E417A5A62ACD}" type="presParOf" srcId="{ED78AC93-5C6A-4200-85C2-D43E719B584E}" destId="{3B2433C3-E94A-4AA6-B675-33A30B31D72D}" srcOrd="0" destOrd="0" presId="urn:microsoft.com/office/officeart/2005/8/layout/radial1"/>
    <dgm:cxn modelId="{3711B6CB-CDC0-4C4D-BBAD-ECF5259F1DEB}" type="presParOf" srcId="{0ED44034-5C5A-447B-A361-C77E5B0A0B10}" destId="{C7C16367-33A2-4D6C-9278-C05DD0107303}" srcOrd="24" destOrd="0" presId="urn:microsoft.com/office/officeart/2005/8/layout/radial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ABB0C-2BC0-4EDB-962B-77322D3CB8D8}">
      <dsp:nvSpPr>
        <dsp:cNvPr id="0" name=""/>
        <dsp:cNvSpPr/>
      </dsp:nvSpPr>
      <dsp:spPr>
        <a:xfrm>
          <a:off x="3619934" y="2264562"/>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altLang="zh-CN" sz="1300" kern="1200" dirty="0"/>
            <a:t>Vacuum</a:t>
          </a:r>
          <a:endParaRPr lang="en-US" sz="1300" kern="1200" dirty="0"/>
        </a:p>
      </dsp:txBody>
      <dsp:txXfrm>
        <a:off x="3750618" y="2395246"/>
        <a:ext cx="630995" cy="630995"/>
      </dsp:txXfrm>
    </dsp:sp>
    <dsp:sp modelId="{51400813-5F04-4139-BB5D-0086BD5CBCB0}">
      <dsp:nvSpPr>
        <dsp:cNvPr id="0" name=""/>
        <dsp:cNvSpPr/>
      </dsp:nvSpPr>
      <dsp:spPr>
        <a:xfrm rot="16200000">
          <a:off x="3390430" y="1579001"/>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32332" y="1555092"/>
        <a:ext cx="67568" cy="67568"/>
      </dsp:txXfrm>
    </dsp:sp>
    <dsp:sp modelId="{2352C7D3-B15C-4F51-AC65-4E9F84BCF808}">
      <dsp:nvSpPr>
        <dsp:cNvPr id="0" name=""/>
        <dsp:cNvSpPr/>
      </dsp:nvSpPr>
      <dsp:spPr>
        <a:xfrm>
          <a:off x="3619934" y="20827"/>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1</a:t>
          </a:r>
        </a:p>
      </dsp:txBody>
      <dsp:txXfrm>
        <a:off x="3750618" y="151511"/>
        <a:ext cx="630995" cy="630995"/>
      </dsp:txXfrm>
    </dsp:sp>
    <dsp:sp modelId="{852C8C9F-3E14-4FA5-A6F0-DB2845EF6534}">
      <dsp:nvSpPr>
        <dsp:cNvPr id="0" name=""/>
        <dsp:cNvSpPr/>
      </dsp:nvSpPr>
      <dsp:spPr>
        <a:xfrm rot="18000000">
          <a:off x="3951364" y="1729302"/>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93266" y="1705394"/>
        <a:ext cx="67568" cy="67568"/>
      </dsp:txXfrm>
    </dsp:sp>
    <dsp:sp modelId="{3249560A-9065-49F5-92A6-E64FE640FB10}">
      <dsp:nvSpPr>
        <dsp:cNvPr id="0" name=""/>
        <dsp:cNvSpPr/>
      </dsp:nvSpPr>
      <dsp:spPr>
        <a:xfrm>
          <a:off x="4741802" y="321430"/>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2</a:t>
          </a:r>
        </a:p>
      </dsp:txBody>
      <dsp:txXfrm>
        <a:off x="4872486" y="452114"/>
        <a:ext cx="630995" cy="630995"/>
      </dsp:txXfrm>
    </dsp:sp>
    <dsp:sp modelId="{E2D1F515-C0AA-4AAF-BA31-806FA5A28D71}">
      <dsp:nvSpPr>
        <dsp:cNvPr id="0" name=""/>
        <dsp:cNvSpPr/>
      </dsp:nvSpPr>
      <dsp:spPr>
        <a:xfrm rot="19800000">
          <a:off x="4361996" y="2139934"/>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03898" y="2116026"/>
        <a:ext cx="67568" cy="67568"/>
      </dsp:txXfrm>
    </dsp:sp>
    <dsp:sp modelId="{A7E23706-C3DE-4B0B-8D86-D2A0649080D2}">
      <dsp:nvSpPr>
        <dsp:cNvPr id="0" name=""/>
        <dsp:cNvSpPr/>
      </dsp:nvSpPr>
      <dsp:spPr>
        <a:xfrm>
          <a:off x="5563066" y="1142695"/>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3</a:t>
          </a:r>
        </a:p>
      </dsp:txBody>
      <dsp:txXfrm>
        <a:off x="5693750" y="1273379"/>
        <a:ext cx="630995" cy="630995"/>
      </dsp:txXfrm>
    </dsp:sp>
    <dsp:sp modelId="{E2577948-426F-444B-84C9-CA1025A34C76}">
      <dsp:nvSpPr>
        <dsp:cNvPr id="0" name=""/>
        <dsp:cNvSpPr/>
      </dsp:nvSpPr>
      <dsp:spPr>
        <a:xfrm>
          <a:off x="4512298" y="2700868"/>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54199" y="2676960"/>
        <a:ext cx="67568" cy="67568"/>
      </dsp:txXfrm>
    </dsp:sp>
    <dsp:sp modelId="{AB599947-33BF-468B-A6B9-436E3B9A3711}">
      <dsp:nvSpPr>
        <dsp:cNvPr id="0" name=""/>
        <dsp:cNvSpPr/>
      </dsp:nvSpPr>
      <dsp:spPr>
        <a:xfrm>
          <a:off x="5863670" y="2264562"/>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4</a:t>
          </a:r>
        </a:p>
      </dsp:txBody>
      <dsp:txXfrm>
        <a:off x="5994354" y="2395246"/>
        <a:ext cx="630995" cy="630995"/>
      </dsp:txXfrm>
    </dsp:sp>
    <dsp:sp modelId="{894E8238-348D-4DF9-AC26-29BE967E5C7A}">
      <dsp:nvSpPr>
        <dsp:cNvPr id="0" name=""/>
        <dsp:cNvSpPr/>
      </dsp:nvSpPr>
      <dsp:spPr>
        <a:xfrm rot="1800000">
          <a:off x="4361996" y="3261802"/>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03898" y="3237894"/>
        <a:ext cx="67568" cy="67568"/>
      </dsp:txXfrm>
    </dsp:sp>
    <dsp:sp modelId="{1E0C7E2D-5EE4-4163-8B40-5A23A46ECA02}">
      <dsp:nvSpPr>
        <dsp:cNvPr id="0" name=""/>
        <dsp:cNvSpPr/>
      </dsp:nvSpPr>
      <dsp:spPr>
        <a:xfrm>
          <a:off x="5563066" y="3386430"/>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5</a:t>
          </a:r>
        </a:p>
      </dsp:txBody>
      <dsp:txXfrm>
        <a:off x="5693750" y="3517114"/>
        <a:ext cx="630995" cy="630995"/>
      </dsp:txXfrm>
    </dsp:sp>
    <dsp:sp modelId="{58DD5364-94EE-4139-A33D-4C639E7C3444}">
      <dsp:nvSpPr>
        <dsp:cNvPr id="0" name=""/>
        <dsp:cNvSpPr/>
      </dsp:nvSpPr>
      <dsp:spPr>
        <a:xfrm rot="3600000">
          <a:off x="3951364" y="3672434"/>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93266" y="3648526"/>
        <a:ext cx="67568" cy="67568"/>
      </dsp:txXfrm>
    </dsp:sp>
    <dsp:sp modelId="{3EB81F7A-314C-4A77-B4E8-6BDCD1020E5E}">
      <dsp:nvSpPr>
        <dsp:cNvPr id="0" name=""/>
        <dsp:cNvSpPr/>
      </dsp:nvSpPr>
      <dsp:spPr>
        <a:xfrm>
          <a:off x="4741802" y="4207694"/>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6</a:t>
          </a:r>
        </a:p>
      </dsp:txBody>
      <dsp:txXfrm>
        <a:off x="4872486" y="4338378"/>
        <a:ext cx="630995" cy="630995"/>
      </dsp:txXfrm>
    </dsp:sp>
    <dsp:sp modelId="{C508D348-9357-492C-95EC-5A2E0B034F59}">
      <dsp:nvSpPr>
        <dsp:cNvPr id="0" name=""/>
        <dsp:cNvSpPr/>
      </dsp:nvSpPr>
      <dsp:spPr>
        <a:xfrm rot="5400000">
          <a:off x="3390430" y="3822736"/>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32332" y="3798827"/>
        <a:ext cx="67568" cy="67568"/>
      </dsp:txXfrm>
    </dsp:sp>
    <dsp:sp modelId="{888BFBF3-16FC-4AF2-9320-E832F5FD1FCF}">
      <dsp:nvSpPr>
        <dsp:cNvPr id="0" name=""/>
        <dsp:cNvSpPr/>
      </dsp:nvSpPr>
      <dsp:spPr>
        <a:xfrm>
          <a:off x="3619934" y="4508298"/>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7</a:t>
          </a:r>
        </a:p>
      </dsp:txBody>
      <dsp:txXfrm>
        <a:off x="3750618" y="4638982"/>
        <a:ext cx="630995" cy="630995"/>
      </dsp:txXfrm>
    </dsp:sp>
    <dsp:sp modelId="{CBE44924-6054-4355-8FF9-F808F4A69B2B}">
      <dsp:nvSpPr>
        <dsp:cNvPr id="0" name=""/>
        <dsp:cNvSpPr/>
      </dsp:nvSpPr>
      <dsp:spPr>
        <a:xfrm rot="7200000">
          <a:off x="2829496" y="3672434"/>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471398" y="3648526"/>
        <a:ext cx="67568" cy="67568"/>
      </dsp:txXfrm>
    </dsp:sp>
    <dsp:sp modelId="{0F445E4E-596B-4D26-9CA0-48C3E848B524}">
      <dsp:nvSpPr>
        <dsp:cNvPr id="0" name=""/>
        <dsp:cNvSpPr/>
      </dsp:nvSpPr>
      <dsp:spPr>
        <a:xfrm>
          <a:off x="2498067" y="4207694"/>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8</a:t>
          </a:r>
        </a:p>
      </dsp:txBody>
      <dsp:txXfrm>
        <a:off x="2628751" y="4338378"/>
        <a:ext cx="630995" cy="630995"/>
      </dsp:txXfrm>
    </dsp:sp>
    <dsp:sp modelId="{B404CFF1-FC69-4FB9-9CC2-BC45EE8527FA}">
      <dsp:nvSpPr>
        <dsp:cNvPr id="0" name=""/>
        <dsp:cNvSpPr/>
      </dsp:nvSpPr>
      <dsp:spPr>
        <a:xfrm rot="9000000">
          <a:off x="2418864" y="3261802"/>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060766" y="3237894"/>
        <a:ext cx="67568" cy="67568"/>
      </dsp:txXfrm>
    </dsp:sp>
    <dsp:sp modelId="{DE13234A-4966-48CD-A4BD-762890BBAFAE}">
      <dsp:nvSpPr>
        <dsp:cNvPr id="0" name=""/>
        <dsp:cNvSpPr/>
      </dsp:nvSpPr>
      <dsp:spPr>
        <a:xfrm>
          <a:off x="1676802" y="3386430"/>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9</a:t>
          </a:r>
        </a:p>
      </dsp:txBody>
      <dsp:txXfrm>
        <a:off x="1807486" y="3517114"/>
        <a:ext cx="630995" cy="630995"/>
      </dsp:txXfrm>
    </dsp:sp>
    <dsp:sp modelId="{694D6890-0FDA-4D72-8667-518149D44BB1}">
      <dsp:nvSpPr>
        <dsp:cNvPr id="0" name=""/>
        <dsp:cNvSpPr/>
      </dsp:nvSpPr>
      <dsp:spPr>
        <a:xfrm rot="10800000">
          <a:off x="2268562" y="2700868"/>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910464" y="2676960"/>
        <a:ext cx="67568" cy="67568"/>
      </dsp:txXfrm>
    </dsp:sp>
    <dsp:sp modelId="{A1587E3A-B0E4-4AD6-8441-0D955AECFC22}">
      <dsp:nvSpPr>
        <dsp:cNvPr id="0" name=""/>
        <dsp:cNvSpPr/>
      </dsp:nvSpPr>
      <dsp:spPr>
        <a:xfrm>
          <a:off x="1376199" y="2264562"/>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10</a:t>
          </a:r>
        </a:p>
      </dsp:txBody>
      <dsp:txXfrm>
        <a:off x="1506883" y="2395246"/>
        <a:ext cx="630995" cy="630995"/>
      </dsp:txXfrm>
    </dsp:sp>
    <dsp:sp modelId="{560E696A-577D-4ABE-A0AD-BBD6FAD09D27}">
      <dsp:nvSpPr>
        <dsp:cNvPr id="0" name=""/>
        <dsp:cNvSpPr/>
      </dsp:nvSpPr>
      <dsp:spPr>
        <a:xfrm rot="12600000">
          <a:off x="2418864" y="2139934"/>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060766" y="2116026"/>
        <a:ext cx="67568" cy="67568"/>
      </dsp:txXfrm>
    </dsp:sp>
    <dsp:sp modelId="{0247A28D-FFE0-4A85-9C64-7EB2390804C1}">
      <dsp:nvSpPr>
        <dsp:cNvPr id="0" name=""/>
        <dsp:cNvSpPr/>
      </dsp:nvSpPr>
      <dsp:spPr>
        <a:xfrm>
          <a:off x="1676802" y="1142695"/>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11</a:t>
          </a:r>
        </a:p>
      </dsp:txBody>
      <dsp:txXfrm>
        <a:off x="1807486" y="1273379"/>
        <a:ext cx="630995" cy="630995"/>
      </dsp:txXfrm>
    </dsp:sp>
    <dsp:sp modelId="{ED78AC93-5C6A-4200-85C2-D43E719B584E}">
      <dsp:nvSpPr>
        <dsp:cNvPr id="0" name=""/>
        <dsp:cNvSpPr/>
      </dsp:nvSpPr>
      <dsp:spPr>
        <a:xfrm rot="14400000">
          <a:off x="2829496" y="1729302"/>
          <a:ext cx="1351371" cy="19751"/>
        </a:xfrm>
        <a:custGeom>
          <a:avLst/>
          <a:gdLst/>
          <a:ahLst/>
          <a:cxnLst/>
          <a:rect l="0" t="0" r="0" b="0"/>
          <a:pathLst>
            <a:path>
              <a:moveTo>
                <a:pt x="0" y="9875"/>
              </a:moveTo>
              <a:lnTo>
                <a:pt x="1351371" y="98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471398" y="1705394"/>
        <a:ext cx="67568" cy="67568"/>
      </dsp:txXfrm>
    </dsp:sp>
    <dsp:sp modelId="{C7C16367-33A2-4D6C-9278-C05DD0107303}">
      <dsp:nvSpPr>
        <dsp:cNvPr id="0" name=""/>
        <dsp:cNvSpPr/>
      </dsp:nvSpPr>
      <dsp:spPr>
        <a:xfrm>
          <a:off x="2498067" y="321430"/>
          <a:ext cx="892363" cy="8923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kern="1200" dirty="0"/>
            <a:t>12</a:t>
          </a:r>
        </a:p>
      </dsp:txBody>
      <dsp:txXfrm>
        <a:off x="2628751" y="452114"/>
        <a:ext cx="630995" cy="630995"/>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302" name="Rectangle 6"/>
          <p:cNvSpPr>
            <a:spLocks noChangeArrowheads="1"/>
          </p:cNvSpPr>
          <p:nvPr/>
        </p:nvSpPr>
        <p:spPr bwMode="auto">
          <a:xfrm>
            <a:off x="1" y="0"/>
            <a:ext cx="7010400" cy="634468"/>
          </a:xfrm>
          <a:prstGeom prst="rect">
            <a:avLst/>
          </a:prstGeom>
          <a:solidFill>
            <a:srgbClr val="879BAA"/>
          </a:solidFill>
          <a:ln w="9525" algn="ctr">
            <a:noFill/>
            <a:miter lim="800000"/>
            <a:headEnd/>
            <a:tailEnd/>
          </a:ln>
          <a:effectLst/>
        </p:spPr>
        <p:txBody>
          <a:bodyPr wrap="none" lIns="88221" tIns="44111" rIns="88221" bIns="44111" anchor="ctr"/>
          <a:lstStyle/>
          <a:p>
            <a:endParaRPr lang="de-DE"/>
          </a:p>
        </p:txBody>
      </p:sp>
      <p:sp>
        <p:nvSpPr>
          <p:cNvPr id="173058" name="Rectangle 2"/>
          <p:cNvSpPr>
            <a:spLocks noGrp="1" noChangeArrowheads="1"/>
          </p:cNvSpPr>
          <p:nvPr>
            <p:ph type="hdr" sz="quarter"/>
          </p:nvPr>
        </p:nvSpPr>
        <p:spPr bwMode="auto">
          <a:xfrm>
            <a:off x="1" y="0"/>
            <a:ext cx="3208920" cy="501807"/>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defTabSz="909782">
              <a:spcBef>
                <a:spcPct val="0"/>
              </a:spcBef>
              <a:defRPr sz="1200">
                <a:solidFill>
                  <a:schemeClr val="bg1"/>
                </a:solidFill>
                <a:latin typeface="Siemens Sans" pitchFamily="2" charset="0"/>
              </a:defRPr>
            </a:lvl1pPr>
          </a:lstStyle>
          <a:p>
            <a:endParaRPr lang="en-US" dirty="0">
              <a:latin typeface="Arial" pitchFamily="34" charset="0"/>
            </a:endParaRPr>
          </a:p>
        </p:txBody>
      </p:sp>
      <p:sp>
        <p:nvSpPr>
          <p:cNvPr id="173059" name="Rectangle 3"/>
          <p:cNvSpPr>
            <a:spLocks noGrp="1" noChangeArrowheads="1"/>
          </p:cNvSpPr>
          <p:nvPr>
            <p:ph type="dt" sz="quarter" idx="1"/>
          </p:nvPr>
        </p:nvSpPr>
        <p:spPr bwMode="auto">
          <a:xfrm>
            <a:off x="3801481" y="0"/>
            <a:ext cx="3208919" cy="501807"/>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algn="r" defTabSz="909782">
              <a:spcBef>
                <a:spcPct val="0"/>
              </a:spcBef>
              <a:defRPr sz="1200">
                <a:solidFill>
                  <a:schemeClr val="bg1"/>
                </a:solidFill>
                <a:latin typeface="Siemens Sans" pitchFamily="2" charset="0"/>
              </a:defRPr>
            </a:lvl1pPr>
          </a:lstStyle>
          <a:p>
            <a:endParaRPr lang="en-US" dirty="0">
              <a:latin typeface="Arial" pitchFamily="34" charset="0"/>
            </a:endParaRPr>
          </a:p>
        </p:txBody>
      </p:sp>
      <p:sp>
        <p:nvSpPr>
          <p:cNvPr id="173060" name="Rectangle 4"/>
          <p:cNvSpPr>
            <a:spLocks noGrp="1" noChangeArrowheads="1"/>
          </p:cNvSpPr>
          <p:nvPr>
            <p:ph type="ftr" sz="quarter" idx="2"/>
          </p:nvPr>
        </p:nvSpPr>
        <p:spPr bwMode="auto">
          <a:xfrm>
            <a:off x="1" y="8794593"/>
            <a:ext cx="3208920" cy="501807"/>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defTabSz="909782">
              <a:spcBef>
                <a:spcPct val="0"/>
              </a:spcBef>
              <a:defRPr sz="1200">
                <a:solidFill>
                  <a:schemeClr val="tx1"/>
                </a:solidFill>
                <a:latin typeface="Siemens Sans" pitchFamily="2" charset="0"/>
              </a:defRPr>
            </a:lvl1pPr>
          </a:lstStyle>
          <a:p>
            <a:endParaRPr lang="en-US" dirty="0">
              <a:latin typeface="Arial" pitchFamily="34" charset="0"/>
            </a:endParaRPr>
          </a:p>
        </p:txBody>
      </p:sp>
      <p:sp>
        <p:nvSpPr>
          <p:cNvPr id="173061" name="Rectangle 5"/>
          <p:cNvSpPr>
            <a:spLocks noGrp="1" noChangeArrowheads="1"/>
          </p:cNvSpPr>
          <p:nvPr>
            <p:ph type="sldNum" sz="quarter" idx="3"/>
          </p:nvPr>
        </p:nvSpPr>
        <p:spPr bwMode="auto">
          <a:xfrm>
            <a:off x="3801481" y="8794593"/>
            <a:ext cx="3208919" cy="501807"/>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algn="r" defTabSz="909782">
              <a:spcBef>
                <a:spcPct val="0"/>
              </a:spcBef>
              <a:defRPr sz="1200">
                <a:solidFill>
                  <a:schemeClr val="tx1"/>
                </a:solidFill>
                <a:latin typeface="Siemens Sans" pitchFamily="2" charset="0"/>
              </a:defRPr>
            </a:lvl1pPr>
          </a:lstStyle>
          <a:p>
            <a:r>
              <a:rPr lang="de-DE" dirty="0">
                <a:latin typeface="Arial" pitchFamily="34" charset="0"/>
              </a:rPr>
              <a:t>Handout </a:t>
            </a:r>
            <a:fld id="{BFC713D8-7968-482B-A79F-9C586FE5053A}" type="slidenum">
              <a:rPr lang="de-DE" smtClean="0">
                <a:latin typeface="Arial" pitchFamily="34" charset="0"/>
              </a:rPr>
              <a:pPr/>
              <a:t>‹#›</a:t>
            </a:fld>
            <a:endParaRPr lang="de-DE" dirty="0">
              <a:latin typeface="Arial" pitchFamily="34" charset="0"/>
            </a:endParaRPr>
          </a:p>
        </p:txBody>
      </p:sp>
    </p:spTree>
    <p:extLst>
      <p:ext uri="{BB962C8B-B14F-4D97-AF65-F5344CB8AC3E}">
        <p14:creationId xmlns:p14="http://schemas.microsoft.com/office/powerpoint/2010/main" val="2323172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1" y="0"/>
            <a:ext cx="3208920" cy="501807"/>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defTabSz="909782">
              <a:spcBef>
                <a:spcPct val="0"/>
              </a:spcBef>
              <a:defRPr sz="1200">
                <a:solidFill>
                  <a:schemeClr val="tx1"/>
                </a:solidFill>
                <a:latin typeface="Arial" pitchFamily="34" charset="0"/>
              </a:defRPr>
            </a:lvl1pPr>
          </a:lstStyle>
          <a:p>
            <a:endParaRPr lang="en-US" dirty="0"/>
          </a:p>
        </p:txBody>
      </p:sp>
      <p:sp>
        <p:nvSpPr>
          <p:cNvPr id="77827" name="Rectangle 3"/>
          <p:cNvSpPr>
            <a:spLocks noGrp="1" noChangeArrowheads="1"/>
          </p:cNvSpPr>
          <p:nvPr>
            <p:ph type="dt" idx="1"/>
          </p:nvPr>
        </p:nvSpPr>
        <p:spPr bwMode="auto">
          <a:xfrm>
            <a:off x="3801481" y="0"/>
            <a:ext cx="3207353" cy="501807"/>
          </a:xfrm>
          <a:prstGeom prst="rect">
            <a:avLst/>
          </a:prstGeom>
          <a:noFill/>
          <a:ln w="9525">
            <a:noFill/>
            <a:miter lim="800000"/>
            <a:headEnd/>
            <a:tailEnd/>
          </a:ln>
          <a:effectLst/>
        </p:spPr>
        <p:txBody>
          <a:bodyPr vert="horz" wrap="square" lIns="143321" tIns="143321" rIns="143321" bIns="143321" numCol="1" anchor="t" anchorCtr="0" compatLnSpc="1">
            <a:prstTxWarp prst="textNoShape">
              <a:avLst/>
            </a:prstTxWarp>
          </a:bodyPr>
          <a:lstStyle>
            <a:lvl1pPr algn="r" defTabSz="909782">
              <a:spcBef>
                <a:spcPct val="0"/>
              </a:spcBef>
              <a:defRPr sz="1200">
                <a:solidFill>
                  <a:schemeClr val="tx1"/>
                </a:solidFill>
                <a:latin typeface="Arial" pitchFamily="34" charset="0"/>
              </a:defRPr>
            </a:lvl1pPr>
          </a:lstStyle>
          <a:p>
            <a:endParaRPr lang="en-US" dirty="0"/>
          </a:p>
        </p:txBody>
      </p:sp>
      <p:sp>
        <p:nvSpPr>
          <p:cNvPr id="77828" name="Rectangle 4"/>
          <p:cNvSpPr>
            <a:spLocks noGrp="1" noRot="1" noChangeAspect="1" noChangeArrowheads="1" noTextEdit="1"/>
          </p:cNvSpPr>
          <p:nvPr>
            <p:ph type="sldImg" idx="2"/>
          </p:nvPr>
        </p:nvSpPr>
        <p:spPr bwMode="auto">
          <a:xfrm>
            <a:off x="404813" y="696913"/>
            <a:ext cx="6202362"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235144" y="4380715"/>
            <a:ext cx="6540114" cy="4147114"/>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7830" name="Rectangle 6"/>
          <p:cNvSpPr>
            <a:spLocks noGrp="1" noChangeArrowheads="1"/>
          </p:cNvSpPr>
          <p:nvPr>
            <p:ph type="ftr" sz="quarter" idx="4"/>
          </p:nvPr>
        </p:nvSpPr>
        <p:spPr bwMode="auto">
          <a:xfrm>
            <a:off x="1" y="8794594"/>
            <a:ext cx="3208920" cy="500364"/>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defTabSz="909782">
              <a:spcBef>
                <a:spcPct val="0"/>
              </a:spcBef>
              <a:defRPr sz="1200">
                <a:solidFill>
                  <a:schemeClr val="tx1"/>
                </a:solidFill>
                <a:latin typeface="Arial" pitchFamily="34" charset="0"/>
              </a:defRPr>
            </a:lvl1pPr>
          </a:lstStyle>
          <a:p>
            <a:endParaRPr lang="en-US" dirty="0"/>
          </a:p>
        </p:txBody>
      </p:sp>
      <p:sp>
        <p:nvSpPr>
          <p:cNvPr id="77831" name="Rectangle 7"/>
          <p:cNvSpPr>
            <a:spLocks noGrp="1" noChangeArrowheads="1"/>
          </p:cNvSpPr>
          <p:nvPr>
            <p:ph type="sldNum" sz="quarter" idx="5"/>
          </p:nvPr>
        </p:nvSpPr>
        <p:spPr bwMode="auto">
          <a:xfrm>
            <a:off x="3801481" y="8794594"/>
            <a:ext cx="3207353" cy="500364"/>
          </a:xfrm>
          <a:prstGeom prst="rect">
            <a:avLst/>
          </a:prstGeom>
          <a:noFill/>
          <a:ln w="9525">
            <a:noFill/>
            <a:miter lim="800000"/>
            <a:headEnd/>
            <a:tailEnd/>
          </a:ln>
          <a:effectLst/>
        </p:spPr>
        <p:txBody>
          <a:bodyPr vert="horz" wrap="square" lIns="143321" tIns="143321" rIns="143321" bIns="143321" numCol="1" anchor="b" anchorCtr="0" compatLnSpc="1">
            <a:prstTxWarp prst="textNoShape">
              <a:avLst/>
            </a:prstTxWarp>
          </a:bodyPr>
          <a:lstStyle>
            <a:lvl1pPr algn="r" defTabSz="909782">
              <a:spcBef>
                <a:spcPct val="0"/>
              </a:spcBef>
              <a:defRPr sz="1200">
                <a:solidFill>
                  <a:schemeClr val="tx1"/>
                </a:solidFill>
                <a:latin typeface="Siemens Sans" pitchFamily="2" charset="0"/>
              </a:defRPr>
            </a:lvl1pPr>
          </a:lstStyle>
          <a:p>
            <a:r>
              <a:rPr lang="de-DE" dirty="0">
                <a:latin typeface="Arial" pitchFamily="34" charset="0"/>
              </a:rPr>
              <a:t>Notes </a:t>
            </a:r>
            <a:fld id="{AD141568-5488-4AC9-B82D-9F5CE1225E2A}" type="slidenum">
              <a:rPr lang="de-DE" smtClean="0">
                <a:latin typeface="Arial" pitchFamily="34" charset="0"/>
              </a:rPr>
              <a:pPr/>
              <a:t>‹#›</a:t>
            </a:fld>
            <a:endParaRPr lang="de-DE" dirty="0">
              <a:latin typeface="Arial" pitchFamily="34" charset="0"/>
            </a:endParaRPr>
          </a:p>
        </p:txBody>
      </p:sp>
    </p:spTree>
    <p:extLst>
      <p:ext uri="{BB962C8B-B14F-4D97-AF65-F5344CB8AC3E}">
        <p14:creationId xmlns:p14="http://schemas.microsoft.com/office/powerpoint/2010/main" val="19638778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2.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customXml" Target="../../customXml/item14.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2.jpe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ictu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00113432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0" name="Picture 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6" name="Picture 2" descr="\\cnctu04110\Departments\SEWC_Shared_Folder\009 BE\012 Share Photos\SEWC Factory Photo\2016\2016-0825-工厂拍摄\2016-0825-工厂照片\2016-0825-产线全景\DSL_0131.jpg"/>
          <p:cNvPicPr>
            <a:picLocks noChangeAspect="1" noChangeArrowheads="1"/>
          </p:cNvPicPr>
          <p:nvPr userDrawn="1"/>
        </p:nvPicPr>
        <p:blipFill rotWithShape="1">
          <a:blip r:embed="rId7" cstate="email">
            <a:extLst>
              <a:ext uri="{28A0092B-C50C-407E-A947-70E740481C1C}">
                <a14:useLocalDpi xmlns:a14="http://schemas.microsoft.com/office/drawing/2010/main"/>
              </a:ext>
            </a:extLst>
          </a:blip>
          <a:srcRect/>
          <a:stretch/>
        </p:blipFill>
        <p:spPr bwMode="auto">
          <a:xfrm>
            <a:off x="-10872" y="3174"/>
            <a:ext cx="12240000" cy="6879105"/>
          </a:xfrm>
          <a:prstGeom prst="rect">
            <a:avLst/>
          </a:prstGeom>
          <a:noFill/>
          <a:extLst>
            <a:ext uri="{909E8E84-426E-40DD-AFC4-6F175D3DCCD1}">
              <a14:hiddenFill xmlns:a14="http://schemas.microsoft.com/office/drawing/2010/main">
                <a:solidFill>
                  <a:srgbClr val="FFFFFF"/>
                </a:solidFill>
              </a14:hiddenFill>
            </a:ext>
          </a:extLst>
        </p:spPr>
      </p:pic>
      <p:sp>
        <p:nvSpPr>
          <p:cNvPr id="4" name="cdtRectangle 115 Id57350"/>
          <p:cNvSpPr>
            <a:spLocks noGrp="1" noChangeArrowheads="1"/>
          </p:cNvSpPr>
          <p:nvPr>
            <p:ph type="ctrTitle"/>
            <p:custDataLst>
              <p:tags r:id="rId2"/>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dirty="0" err="1"/>
              <a:t>Titelmasterformat</a:t>
            </a:r>
            <a:r>
              <a:rPr lang="en-US" dirty="0"/>
              <a:t> </a:t>
            </a:r>
            <a:r>
              <a:rPr lang="en-US" dirty="0" err="1"/>
              <a:t>durch</a:t>
            </a:r>
            <a:r>
              <a:rPr lang="en-US" dirty="0"/>
              <a:t> </a:t>
            </a:r>
            <a:r>
              <a:rPr lang="en-US" dirty="0" err="1"/>
              <a:t>Klicken</a:t>
            </a:r>
            <a:r>
              <a:rPr lang="en-US" dirty="0"/>
              <a:t> </a:t>
            </a:r>
            <a:r>
              <a:rPr lang="en-US" dirty="0" err="1"/>
              <a:t>bearbeiten</a:t>
            </a:r>
            <a:endParaRPr lang="en-US" dirty="0"/>
          </a:p>
        </p:txBody>
      </p:sp>
      <p:sp>
        <p:nvSpPr>
          <p:cNvPr id="5" name="cdtText Box 101 Id11"/>
          <p:cNvSpPr txBox="1">
            <a:spLocks noChangeArrowheads="1"/>
          </p:cNvSpPr>
          <p:nvPr userDrawn="1">
            <p:custDataLst>
              <p:tags r:id="rId3"/>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dirty="0">
              <a:solidFill>
                <a:srgbClr val="990000"/>
              </a:solidFill>
            </a:endParaRPr>
          </a:p>
        </p:txBody>
      </p:sp>
      <p:sp>
        <p:nvSpPr>
          <p:cNvPr id="9"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en-US" noProof="0" dirty="0"/>
              <a:t>Please insert URL</a:t>
            </a:r>
          </a:p>
        </p:txBody>
      </p:sp>
      <p:sp>
        <p:nvSpPr>
          <p:cNvPr id="10"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en-US" noProof="0"/>
              <a:t>Please insert Restrictedity note</a:t>
            </a:r>
            <a:endParaRPr lang="en-US" noProof="0" dirty="0"/>
          </a:p>
        </p:txBody>
      </p:sp>
      <p:grpSp>
        <p:nvGrpSpPr>
          <p:cNvPr id="32" name="Gruppieren 31"/>
          <p:cNvGrpSpPr/>
          <p:nvPr userDrawn="1"/>
        </p:nvGrpSpPr>
        <p:grpSpPr>
          <a:xfrm>
            <a:off x="-216000" y="-216000"/>
            <a:ext cx="12628800"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822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4" name="Group 33"/>
          <p:cNvGrpSpPr>
            <a:grpSpLocks noChangeAspect="1"/>
          </p:cNvGrpSpPr>
          <p:nvPr userDrawn="1"/>
        </p:nvGrpSpPr>
        <p:grpSpPr bwMode="auto">
          <a:xfrm>
            <a:off x="9555163" y="323850"/>
            <a:ext cx="2159000" cy="914400"/>
            <a:chOff x="6019" y="204"/>
            <a:chExt cx="1360" cy="576"/>
          </a:xfrm>
        </p:grpSpPr>
        <p:sp>
          <p:nvSpPr>
            <p:cNvPr id="35"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66861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mage + Index">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Titelmasterformat durch Klicken bearbeiten</a:t>
            </a:r>
            <a:endParaRPr lang="fr-FR" dirty="0"/>
          </a:p>
        </p:txBody>
      </p:sp>
      <p:sp>
        <p:nvSpPr>
          <p:cNvPr id="4" name="cdtText Placeholder 12 Id13"/>
          <p:cNvSpPr>
            <a:spLocks noGrp="1"/>
          </p:cNvSpPr>
          <p:nvPr>
            <p:ph type="body" sz="quarter" idx="14" hasCustomPrompt="1"/>
            <p:custDataLst>
              <p:tags r:id="rId1"/>
            </p:custDataLst>
          </p:nvPr>
        </p:nvSpPr>
        <p:spPr bwMode="auto">
          <a:xfrm>
            <a:off x="4658996" y="1557337"/>
            <a:ext cx="7539354" cy="4643437"/>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dirty="0"/>
              <a:t>Click to edit the </a:t>
            </a:r>
            <a:r>
              <a:rPr lang="en-US" dirty="0" err="1"/>
              <a:t>toc</a:t>
            </a:r>
            <a:r>
              <a:rPr lang="en-US" dirty="0"/>
              <a:t> / contact</a:t>
            </a:r>
          </a:p>
          <a:p>
            <a:pPr lvl="1"/>
            <a:r>
              <a:rPr lang="en-US" dirty="0"/>
              <a:t>chapter</a:t>
            </a:r>
          </a:p>
          <a:p>
            <a:pPr lvl="2"/>
            <a:r>
              <a:rPr lang="en-US" dirty="0"/>
              <a:t>active chapter</a:t>
            </a:r>
          </a:p>
          <a:p>
            <a:pPr lvl="3"/>
            <a:r>
              <a:rPr lang="en-US" dirty="0"/>
              <a:t>subchapter</a:t>
            </a:r>
          </a:p>
          <a:p>
            <a:pPr lvl="4"/>
            <a:r>
              <a:rPr lang="en-US" dirty="0"/>
              <a:t>active subchapter</a:t>
            </a:r>
          </a:p>
        </p:txBody>
      </p:sp>
      <p:sp>
        <p:nvSpPr>
          <p:cNvPr id="8" name="Bildplatzhalter 7"/>
          <p:cNvSpPr>
            <a:spLocks noGrp="1"/>
          </p:cNvSpPr>
          <p:nvPr>
            <p:ph type="pic" sz="quarter" idx="15"/>
          </p:nvPr>
        </p:nvSpPr>
        <p:spPr>
          <a:xfrm>
            <a:off x="0" y="1557337"/>
            <a:ext cx="4514400" cy="4643437"/>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50215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object (small)" type="obj" preserve="1">
  <p:cSld name="One object (small)">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0"/>
            <a:ext cx="12198350" cy="1268413"/>
          </a:xfrm>
        </p:spPr>
        <p:txBody>
          <a:bodyPr/>
          <a:lstStyle/>
          <a:p>
            <a:r>
              <a:rPr lang="de-DE" dirty="0"/>
              <a:t>Titelmasterformat durch Klicken bearbeiten</a:t>
            </a:r>
            <a:endParaRPr lang="en-US" dirty="0"/>
          </a:p>
        </p:txBody>
      </p:sp>
      <p:sp>
        <p:nvSpPr>
          <p:cNvPr id="3" name="cdtContent Placeholder 2 Id3"/>
          <p:cNvSpPr>
            <a:spLocks noGrp="1"/>
          </p:cNvSpPr>
          <p:nvPr>
            <p:ph idx="1"/>
            <p:custDataLst>
              <p:tags r:id="rId3"/>
            </p:custDataLst>
          </p:nvPr>
        </p:nvSpPr>
        <p:spPr>
          <a:xfrm>
            <a:off x="627063" y="1557337"/>
            <a:ext cx="6768000" cy="4643437"/>
          </a:xfrm>
        </p:spPr>
        <p:txBody>
          <a:bodyPr/>
          <a:lstStyle/>
          <a:p>
            <a:pPr lvl="0"/>
            <a:r>
              <a:rPr lang="en-US" dirty="0" err="1"/>
              <a:t>Textmasterformat</a:t>
            </a:r>
            <a:r>
              <a:rPr lang="en-US" dirty="0"/>
              <a:t> </a:t>
            </a:r>
            <a:r>
              <a:rPr lang="en-US" dirty="0" err="1"/>
              <a:t>bearbeiten</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s, two images 2">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3" name="cdtContent Placeholder 2 Id3"/>
          <p:cNvSpPr>
            <a:spLocks noGrp="1"/>
          </p:cNvSpPr>
          <p:nvPr>
            <p:ph sz="half" idx="1"/>
            <p:custDataLst>
              <p:tags r:id="rId1"/>
            </p:custDataLst>
          </p:nvPr>
        </p:nvSpPr>
        <p:spPr>
          <a:xfrm>
            <a:off x="627063" y="1557337"/>
            <a:ext cx="5904000" cy="4643437"/>
          </a:xfrm>
          <a:solidFill>
            <a:schemeClr val="accent2"/>
          </a:solidFill>
          <a:ln w="9525">
            <a:noFill/>
            <a:miter lim="800000"/>
            <a:headEnd/>
            <a:tailEnd/>
          </a:ln>
        </p:spPr>
        <p:txBody>
          <a:bodyPr vert="horz" wrap="square" lIns="288000" tIns="252000" rIns="576000" bIns="25200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dirty="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dirty="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dirty="0">
              <a:ln>
                <a:noFill/>
              </a:ln>
              <a:solidFill>
                <a:srgbClr val="000000"/>
              </a:solidFill>
              <a:effectLst/>
              <a:uLnTx/>
              <a:uFillTx/>
              <a:latin typeface="Arial" pitchFamily="34" charset="0"/>
              <a:ea typeface="+mn-ea"/>
              <a:cs typeface="Arial" pitchFamily="34" charset="0"/>
            </a:endParaRP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Bildplatzhalter 4"/>
          <p:cNvSpPr>
            <a:spLocks noGrp="1"/>
          </p:cNvSpPr>
          <p:nvPr>
            <p:ph type="pic" sz="quarter" idx="10"/>
          </p:nvPr>
        </p:nvSpPr>
        <p:spPr>
          <a:xfrm>
            <a:off x="6243637" y="1834757"/>
            <a:ext cx="5472000" cy="1944000"/>
          </a:xfrm>
        </p:spPr>
        <p:txBody>
          <a:bodyPr tIns="648000"/>
          <a:lstStyle>
            <a:lvl1pPr algn="ctr">
              <a:defRPr/>
            </a:lvl1pPr>
          </a:lstStyle>
          <a:p>
            <a:endParaRPr lang="fr-FR"/>
          </a:p>
        </p:txBody>
      </p:sp>
      <p:sp>
        <p:nvSpPr>
          <p:cNvPr id="6" name="Bildplatzhalter 4"/>
          <p:cNvSpPr>
            <a:spLocks noGrp="1"/>
          </p:cNvSpPr>
          <p:nvPr>
            <p:ph type="pic" sz="quarter" idx="11"/>
          </p:nvPr>
        </p:nvSpPr>
        <p:spPr>
          <a:xfrm>
            <a:off x="6243637" y="3933825"/>
            <a:ext cx="5472000" cy="1944000"/>
          </a:xfrm>
        </p:spPr>
        <p:txBody>
          <a:bodyPr tIns="648000"/>
          <a:lstStyle>
            <a:lvl1pPr algn="ctr">
              <a:defRPr/>
            </a:lvl1pPr>
          </a:lstStyle>
          <a:p>
            <a:endParaRPr lang="fr-FR" dirty="0"/>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883715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 Conta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4" name="cdtText Placeholder 12 Id13"/>
          <p:cNvSpPr>
            <a:spLocks noGrp="1"/>
          </p:cNvSpPr>
          <p:nvPr>
            <p:ph type="body" sz="quarter" idx="14" hasCustomPrompt="1"/>
            <p:custDataLst>
              <p:tags r:id="rId1"/>
            </p:custDataLst>
          </p:nvPr>
        </p:nvSpPr>
        <p:spPr bwMode="auto">
          <a:xfrm>
            <a:off x="4658996" y="1557337"/>
            <a:ext cx="7539354" cy="4643437"/>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dirty="0"/>
              <a:t>Click to edit the </a:t>
            </a:r>
            <a:r>
              <a:rPr lang="en-US" dirty="0" err="1"/>
              <a:t>toc</a:t>
            </a:r>
            <a:r>
              <a:rPr lang="en-US" dirty="0"/>
              <a:t> / contact</a:t>
            </a:r>
          </a:p>
          <a:p>
            <a:pPr lvl="1"/>
            <a:r>
              <a:rPr lang="en-US" dirty="0"/>
              <a:t>chapter</a:t>
            </a:r>
          </a:p>
          <a:p>
            <a:pPr lvl="2"/>
            <a:r>
              <a:rPr lang="en-US" dirty="0"/>
              <a:t>active chapter</a:t>
            </a:r>
          </a:p>
          <a:p>
            <a:pPr lvl="3"/>
            <a:r>
              <a:rPr lang="en-US" dirty="0"/>
              <a:t>subchapter</a:t>
            </a:r>
          </a:p>
          <a:p>
            <a:pPr lvl="4"/>
            <a:r>
              <a:rPr lang="en-US" dirty="0"/>
              <a:t>active subchapter</a:t>
            </a:r>
          </a:p>
        </p:txBody>
      </p:sp>
      <p:sp>
        <p:nvSpPr>
          <p:cNvPr id="8" name="Bildplatzhalter 7"/>
          <p:cNvSpPr>
            <a:spLocks noGrp="1"/>
          </p:cNvSpPr>
          <p:nvPr>
            <p:ph type="pic" sz="quarter" idx="15"/>
          </p:nvPr>
        </p:nvSpPr>
        <p:spPr>
          <a:xfrm>
            <a:off x="0" y="1557337"/>
            <a:ext cx="4514400" cy="4643437"/>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79033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09487889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16" imgH="216" progId="TCLayout.ActiveDocument.1">
                  <p:embed/>
                </p:oleObj>
              </mc:Choice>
              <mc:Fallback>
                <p:oleObj name="think-cell Slide" r:id="rId5" imgW="216" imgH="216" progId="TCLayout.ActiveDocument.1">
                  <p:embed/>
                  <p:pic>
                    <p:nvPicPr>
                      <p:cNvPr id="0" name="Picture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9" name="Picture 2" descr="\\cnctu04110\Departments\SEWC_Shared_Folder\009 BE\012 Share Photos\SEWC Factory Photo\2016\2016-0825-工厂拍摄\2016-0825-工厂照片\2016-0825-产线全景\DSL_0131.jpg"/>
          <p:cNvPicPr>
            <a:picLocks noChangeAspect="1" noChangeArrowheads="1"/>
          </p:cNvPicPr>
          <p:nvPr userDrawn="1"/>
        </p:nvPicPr>
        <p:blipFill rotWithShape="1">
          <a:blip r:embed="rId7" cstate="email">
            <a:extLst>
              <a:ext uri="{28A0092B-C50C-407E-A947-70E740481C1C}">
                <a14:useLocalDpi xmlns:a14="http://schemas.microsoft.com/office/drawing/2010/main"/>
              </a:ext>
            </a:extLst>
          </a:blip>
          <a:srcRect/>
          <a:stretch/>
        </p:blipFill>
        <p:spPr bwMode="auto">
          <a:xfrm>
            <a:off x="-10872" y="3174"/>
            <a:ext cx="12240000" cy="6879105"/>
          </a:xfrm>
          <a:prstGeom prst="rect">
            <a:avLst/>
          </a:prstGeom>
          <a:noFill/>
          <a:extLst>
            <a:ext uri="{909E8E84-426E-40DD-AFC4-6F175D3DCCD1}">
              <a14:hiddenFill xmlns:a14="http://schemas.microsoft.com/office/drawing/2010/main">
                <a:solidFill>
                  <a:srgbClr val="FFFFFF"/>
                </a:solidFill>
              </a14:hiddenFill>
            </a:ext>
          </a:extLst>
        </p:spPr>
      </p:pic>
      <p:sp>
        <p:nvSpPr>
          <p:cNvPr id="4" name="cdtRectangle 115 Id57350"/>
          <p:cNvSpPr>
            <a:spLocks noGrp="1" noChangeArrowheads="1"/>
          </p:cNvSpPr>
          <p:nvPr>
            <p:ph type="ctrTitle"/>
            <p:custDataLst>
              <p:tags r:id="rId2"/>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dirty="0" err="1"/>
              <a:t>Titelmasterformat</a:t>
            </a:r>
            <a:r>
              <a:rPr lang="en-US" dirty="0"/>
              <a:t> </a:t>
            </a:r>
            <a:r>
              <a:rPr lang="en-US" dirty="0" err="1"/>
              <a:t>durch</a:t>
            </a:r>
            <a:r>
              <a:rPr lang="en-US" dirty="0"/>
              <a:t> </a:t>
            </a:r>
            <a:r>
              <a:rPr lang="en-US" dirty="0" err="1"/>
              <a:t>Klicken</a:t>
            </a:r>
            <a:r>
              <a:rPr lang="en-US" dirty="0"/>
              <a:t> </a:t>
            </a:r>
            <a:r>
              <a:rPr lang="en-US" dirty="0" err="1"/>
              <a:t>bearbeiten</a:t>
            </a:r>
            <a:endParaRPr lang="en-US" dirty="0"/>
          </a:p>
        </p:txBody>
      </p:sp>
      <p:sp>
        <p:nvSpPr>
          <p:cNvPr id="5" name="cdtText Box 101 Id11"/>
          <p:cNvSpPr txBox="1">
            <a:spLocks noChangeArrowheads="1"/>
          </p:cNvSpPr>
          <p:nvPr userDrawn="1">
            <p:custDataLst>
              <p:tags r:id="rId3"/>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dirty="0">
              <a:solidFill>
                <a:srgbClr val="990000"/>
              </a:solidFill>
            </a:endParaRPr>
          </a:p>
        </p:txBody>
      </p:sp>
      <p:sp>
        <p:nvSpPr>
          <p:cNvPr id="6"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en-US" noProof="0" dirty="0"/>
              <a:t>Please insert URL</a:t>
            </a:r>
          </a:p>
        </p:txBody>
      </p:sp>
      <p:sp>
        <p:nvSpPr>
          <p:cNvPr id="7"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en-US" noProof="0"/>
              <a:t>Please insert Restrictedity note</a:t>
            </a:r>
            <a:endParaRPr lang="en-US" noProof="0" dirty="0"/>
          </a:p>
        </p:txBody>
      </p:sp>
      <p:grpSp>
        <p:nvGrpSpPr>
          <p:cNvPr id="8" name="Gruppieren 31"/>
          <p:cNvGrpSpPr/>
          <p:nvPr userDrawn="1"/>
        </p:nvGrpSpPr>
        <p:grpSpPr>
          <a:xfrm>
            <a:off x="-216000" y="-216000"/>
            <a:ext cx="12628800" cy="7290000"/>
            <a:chOff x="-216000" y="-216000"/>
            <a:chExt cx="12628800" cy="7290000"/>
          </a:xfrm>
        </p:grpSpPr>
        <p:cxnSp>
          <p:nvCxnSpPr>
            <p:cNvPr id="9"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65"/>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72"/>
            <p:cNvCxnSpPr/>
            <p:nvPr userDrawn="1"/>
          </p:nvCxnSpPr>
          <p:spPr bwMode="auto">
            <a:xfrm rot="5400000">
              <a:off x="-126000" y="94822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 Verbindung 76"/>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1" name="Group 30"/>
          <p:cNvGrpSpPr>
            <a:grpSpLocks noChangeAspect="1"/>
          </p:cNvGrpSpPr>
          <p:nvPr userDrawn="1"/>
        </p:nvGrpSpPr>
        <p:grpSpPr bwMode="auto">
          <a:xfrm>
            <a:off x="9555163" y="323850"/>
            <a:ext cx="2159000" cy="914400"/>
            <a:chOff x="6019" y="204"/>
            <a:chExt cx="1360" cy="576"/>
          </a:xfrm>
        </p:grpSpPr>
        <p:sp>
          <p:nvSpPr>
            <p:cNvPr id="32"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7"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8"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1846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Free content, subtitl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32833878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el 1"/>
          <p:cNvSpPr>
            <a:spLocks noGrp="1"/>
          </p:cNvSpPr>
          <p:nvPr>
            <p:ph type="title" hasCustomPrompt="1"/>
          </p:nvPr>
        </p:nvSpPr>
        <p:spPr/>
        <p:txBody>
          <a:bodyPr/>
          <a:lstStyle>
            <a:lvl1pPr>
              <a:defRPr/>
            </a:lvl1pPr>
          </a:lstStyle>
          <a:p>
            <a:r>
              <a:rPr lang="en-US" dirty="0"/>
              <a:t>Action title</a:t>
            </a:r>
          </a:p>
        </p:txBody>
      </p:sp>
      <p:sp>
        <p:nvSpPr>
          <p:cNvPr id="5" name="Text Placeholder 5"/>
          <p:cNvSpPr>
            <a:spLocks noGrp="1"/>
          </p:cNvSpPr>
          <p:nvPr>
            <p:ph type="body" sz="quarter" idx="11" hasCustomPrompt="1"/>
          </p:nvPr>
        </p:nvSpPr>
        <p:spPr>
          <a:xfrm>
            <a:off x="720042" y="1412874"/>
            <a:ext cx="10950985" cy="215444"/>
          </a:xfrm>
        </p:spPr>
        <p:txBody>
          <a:bodyPr/>
          <a:lstStyle>
            <a:lvl1pPr marL="0" indent="0">
              <a:buClr>
                <a:srgbClr val="879BAA"/>
              </a:buClr>
              <a:buFont typeface="Arial" pitchFamily="34" charset="0"/>
              <a:buNone/>
              <a:defRPr/>
            </a:lvl1pPr>
          </a:lstStyle>
          <a:p>
            <a:pPr lvl="0"/>
            <a:r>
              <a:rPr lang="en-US" dirty="0"/>
              <a:t>Subtitle</a:t>
            </a:r>
          </a:p>
        </p:txBody>
      </p:sp>
      <p:grpSp>
        <p:nvGrpSpPr>
          <p:cNvPr id="4" name="Group 33"/>
          <p:cNvGrpSpPr>
            <a:grpSpLocks noChangeAspect="1"/>
          </p:cNvGrpSpPr>
          <p:nvPr userDrawn="1"/>
        </p:nvGrpSpPr>
        <p:grpSpPr bwMode="auto">
          <a:xfrm>
            <a:off x="9555163" y="323850"/>
            <a:ext cx="2159000" cy="914400"/>
            <a:chOff x="6019" y="204"/>
            <a:chExt cx="1360" cy="576"/>
          </a:xfrm>
        </p:grpSpPr>
        <p:sp>
          <p:nvSpPr>
            <p:cNvPr id="6"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7"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8"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9"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0"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1"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2"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3"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4"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5"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6"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7"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8"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19"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0"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1"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2"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3"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4"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5"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6"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7"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2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3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3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sp>
          <p:nvSpPr>
            <p:cNvPr id="3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dirty="0">
                <a:solidFill>
                  <a:srgbClr val="ADBECB"/>
                </a:solidFill>
              </a:endParaRPr>
            </a:p>
          </p:txBody>
        </p:sp>
      </p:grpSp>
    </p:spTree>
    <p:extLst>
      <p:ext uri="{BB962C8B-B14F-4D97-AF65-F5344CB8AC3E}">
        <p14:creationId xmlns:p14="http://schemas.microsoft.com/office/powerpoint/2010/main" val="512930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Gradient DB–Petrol 4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6" name="Cognisphere" descr="A picture containing background pattern&#10;&#10;Description automatically generated">
            <a:extLst>
              <a:ext uri="{FF2B5EF4-FFF2-40B4-BE49-F238E27FC236}">
                <a16:creationId xmlns:a16="http://schemas.microsoft.com/office/drawing/2014/main" id="{DE598EC2-770B-4F85-A209-57F0E77094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8350" cy="6858000"/>
          </a:xfrm>
          <a:prstGeom prst="rect">
            <a:avLst/>
          </a:prstGeom>
        </p:spPr>
      </p:pic>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614" y="1414464"/>
            <a:ext cx="9292838" cy="2898431"/>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a:fillRect b="500"/>
            </a:stretch>
          </a:blipFill>
        </p:spPr>
        <p:txBody>
          <a:bodyPr wrap="square" rIns="0" bIns="0" anchor="t" anchorCtr="0">
            <a:spAutoFit/>
          </a:bodyPr>
          <a:lstStyle>
            <a:lvl1pPr marL="270000">
              <a:lnSpc>
                <a:spcPct val="100000"/>
              </a:lnSpc>
              <a:defRPr sz="4000">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377" y="3876676"/>
            <a:ext cx="9292838"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40 </a:t>
            </a:r>
            <a:r>
              <a:rPr lang="en-US" dirty="0" err="1"/>
              <a:t>pt</a:t>
            </a:r>
            <a:endParaRPr lang="en-US" dirty="0"/>
          </a:p>
        </p:txBody>
      </p:sp>
      <p:sp>
        <p:nvSpPr>
          <p:cNvPr id="2" name="Footer Placeholder">
            <a:extLst>
              <a:ext uri="{FF2B5EF4-FFF2-40B4-BE49-F238E27FC236}">
                <a16:creationId xmlns:a16="http://schemas.microsoft.com/office/drawing/2014/main" id="{36983F93-FD6F-4DAC-8F23-D4EF00A04206}"/>
              </a:ext>
            </a:extLst>
          </p:cNvPr>
          <p:cNvSpPr>
            <a:spLocks noGrp="1"/>
          </p:cNvSpPr>
          <p:nvPr>
            <p:ph type="ftr" sz="quarter" idx="12"/>
          </p:nvPr>
        </p:nvSpPr>
        <p:spPr>
          <a:xfrm>
            <a:off x="411377" y="6310800"/>
            <a:ext cx="9292838" cy="547200"/>
          </a:xfrm>
        </p:spPr>
        <p:txBody>
          <a:bodyPr/>
          <a:lstStyle/>
          <a:p>
            <a:pPr>
              <a:lnSpc>
                <a:spcPct val="100000"/>
              </a:lnSpc>
            </a:pPr>
            <a:r>
              <a:rPr lang="en-US" dirty="0"/>
              <a:t>Restricted | © Siemens 20XX | Author | Department | YYYY-MM-DD</a:t>
            </a:r>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279751" y="6364800"/>
            <a:ext cx="1512788" cy="240408"/>
          </a:xfrm>
          <a:prstGeom prst="rect">
            <a:avLst/>
          </a:prstGeom>
        </p:spPr>
      </p:pic>
    </p:spTree>
    <p:extLst>
      <p:ext uri="{BB962C8B-B14F-4D97-AF65-F5344CB8AC3E}">
        <p14:creationId xmlns:p14="http://schemas.microsoft.com/office/powerpoint/2010/main" val="35262369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tatement dark">
    <p:bg>
      <p:bgRef idx="1001">
        <a:schemeClr val="bg2"/>
      </p:bgRef>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9939C22-A735-46A9-A277-A4B1B330F31C}"/>
              </a:ext>
            </a:extLst>
          </p:cNvPr>
          <p:cNvSpPr>
            <a:spLocks noGrp="1"/>
          </p:cNvSpPr>
          <p:nvPr>
            <p:ph type="title"/>
          </p:nvPr>
        </p:nvSpPr>
        <p:spPr>
          <a:xfrm>
            <a:off x="986914" y="1270799"/>
            <a:ext cx="10805625" cy="4536000"/>
          </a:xfrm>
        </p:spPr>
        <p:txBody>
          <a:bodyPr lIns="0" tIns="0" rIns="0" bIns="0" anchor="t">
            <a:noAutofit/>
          </a:bodyPr>
          <a:lstStyle>
            <a:lvl1pPr>
              <a:lnSpc>
                <a:spcPct val="90000"/>
              </a:lnSpc>
              <a:defRPr sz="8000">
                <a:gradFill>
                  <a:gsLst>
                    <a:gs pos="0">
                      <a:schemeClr val="accent2"/>
                    </a:gs>
                    <a:gs pos="100000">
                      <a:schemeClr val="accent3"/>
                    </a:gs>
                  </a:gsLst>
                  <a:lin ang="0" scaled="1"/>
                </a:gradFill>
              </a:defRPr>
            </a:lvl1pPr>
          </a:lstStyle>
          <a:p>
            <a:r>
              <a:rPr lang="en-US"/>
              <a:t>Click to edit Master title style</a:t>
            </a:r>
          </a:p>
        </p:txBody>
      </p:sp>
      <p:sp>
        <p:nvSpPr>
          <p:cNvPr id="2" name="Footer Placeholder">
            <a:extLst>
              <a:ext uri="{FF2B5EF4-FFF2-40B4-BE49-F238E27FC236}">
                <a16:creationId xmlns:a16="http://schemas.microsoft.com/office/drawing/2014/main" id="{09BD8BE5-BFF2-469D-8B93-9556FCC45CF1}"/>
              </a:ext>
            </a:extLst>
          </p:cNvPr>
          <p:cNvSpPr>
            <a:spLocks noGrp="1"/>
          </p:cNvSpPr>
          <p:nvPr>
            <p:ph type="ftr" sz="quarter" idx="10"/>
          </p:nvPr>
        </p:nvSpPr>
        <p:spPr/>
        <p:txBody>
          <a:bodyPr/>
          <a:lstStyle/>
          <a:p>
            <a:pPr>
              <a:lnSpc>
                <a:spcPct val="100000"/>
              </a:lnSpc>
            </a:pPr>
            <a:r>
              <a:rPr lang="en-US"/>
              <a:t>Unrestricted | © Siemens 2020 | November 2020</a:t>
            </a:r>
          </a:p>
        </p:txBody>
      </p:sp>
      <p:sp>
        <p:nvSpPr>
          <p:cNvPr id="3" name="Slide Number Placeholder">
            <a:extLst>
              <a:ext uri="{FF2B5EF4-FFF2-40B4-BE49-F238E27FC236}">
                <a16:creationId xmlns:a16="http://schemas.microsoft.com/office/drawing/2014/main" id="{F9372441-FA7E-4481-BBC2-24CB6D3017C8}"/>
              </a:ext>
            </a:extLst>
          </p:cNvPr>
          <p:cNvSpPr>
            <a:spLocks noGrp="1"/>
          </p:cNvSpPr>
          <p:nvPr>
            <p:ph type="sldNum" sz="quarter" idx="11"/>
          </p:nvPr>
        </p:nvSpPr>
        <p:spPr/>
        <p:txBody>
          <a:bodyPr/>
          <a:lstStyle/>
          <a:p>
            <a:r>
              <a:rPr lang="en-US"/>
              <a:t>Page </a:t>
            </a:r>
            <a:fld id="{15EBE321-CBB1-4E91-BD14-37C8D44326FB}" type="slidenum">
              <a:rPr lang="en-US" smtClean="0"/>
              <a:pPr/>
              <a:t>‹#›</a:t>
            </a:fld>
            <a:endParaRPr lang="en-US"/>
          </a:p>
        </p:txBody>
      </p:sp>
      <p:pic>
        <p:nvPicPr>
          <p:cNvPr id="4" name="Siemens Logo">
            <a:extLst>
              <a:ext uri="{FF2B5EF4-FFF2-40B4-BE49-F238E27FC236}">
                <a16:creationId xmlns:a16="http://schemas.microsoft.com/office/drawing/2014/main" id="{0EF6BB07-4F4E-4859-9572-DA63E35B93A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40727" y="6418800"/>
            <a:ext cx="1152600" cy="183168"/>
          </a:xfrm>
          <a:prstGeom prst="rect">
            <a:avLst/>
          </a:prstGeom>
        </p:spPr>
      </p:pic>
    </p:spTree>
    <p:extLst>
      <p:ext uri="{BB962C8B-B14F-4D97-AF65-F5344CB8AC3E}">
        <p14:creationId xmlns:p14="http://schemas.microsoft.com/office/powerpoint/2010/main" val="24097859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801">
          <p15:clr>
            <a:srgbClr val="65CEFF"/>
          </p15:clr>
        </p15:guide>
        <p15:guide id="5" orient="horz" pos="3658">
          <p15:clr>
            <a:srgbClr val="65CEFF"/>
          </p15:clr>
        </p15:guide>
        <p15:guide id="6"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4.xml"/><Relationship Id="rId18" Type="http://schemas.openxmlformats.org/officeDocument/2006/relationships/tags" Target="../tags/tag9.xml"/><Relationship Id="rId26" Type="http://schemas.openxmlformats.org/officeDocument/2006/relationships/tags" Target="../tags/tag17.xml"/><Relationship Id="rId39" Type="http://schemas.openxmlformats.org/officeDocument/2006/relationships/tags" Target="../tags/tag30.xml"/><Relationship Id="rId3" Type="http://schemas.openxmlformats.org/officeDocument/2006/relationships/slideLayout" Target="../slideLayouts/slideLayout3.xml"/><Relationship Id="rId21" Type="http://schemas.openxmlformats.org/officeDocument/2006/relationships/tags" Target="../tags/tag12.xml"/><Relationship Id="rId34" Type="http://schemas.openxmlformats.org/officeDocument/2006/relationships/tags" Target="../tags/tag25.xml"/><Relationship Id="rId42"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tags" Target="../tags/tag3.xml"/><Relationship Id="rId17" Type="http://schemas.openxmlformats.org/officeDocument/2006/relationships/tags" Target="../tags/tag8.xml"/><Relationship Id="rId25" Type="http://schemas.openxmlformats.org/officeDocument/2006/relationships/tags" Target="../tags/tag16.xml"/><Relationship Id="rId33" Type="http://schemas.openxmlformats.org/officeDocument/2006/relationships/tags" Target="../tags/tag24.xml"/><Relationship Id="rId38" Type="http://schemas.openxmlformats.org/officeDocument/2006/relationships/tags" Target="../tags/tag29.xml"/><Relationship Id="rId2" Type="http://schemas.openxmlformats.org/officeDocument/2006/relationships/slideLayout" Target="../slideLayouts/slideLayout2.xml"/><Relationship Id="rId16" Type="http://schemas.openxmlformats.org/officeDocument/2006/relationships/tags" Target="../tags/tag7.xml"/><Relationship Id="rId20" Type="http://schemas.openxmlformats.org/officeDocument/2006/relationships/tags" Target="../tags/tag11.xml"/><Relationship Id="rId29" Type="http://schemas.openxmlformats.org/officeDocument/2006/relationships/tags" Target="../tags/tag20.xml"/><Relationship Id="rId41"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24" Type="http://schemas.openxmlformats.org/officeDocument/2006/relationships/tags" Target="../tags/tag15.xml"/><Relationship Id="rId32" Type="http://schemas.openxmlformats.org/officeDocument/2006/relationships/tags" Target="../tags/tag23.xml"/><Relationship Id="rId37" Type="http://schemas.openxmlformats.org/officeDocument/2006/relationships/tags" Target="../tags/tag28.xml"/><Relationship Id="rId40" Type="http://schemas.openxmlformats.org/officeDocument/2006/relationships/tags" Target="../tags/tag31.xml"/><Relationship Id="rId5" Type="http://schemas.openxmlformats.org/officeDocument/2006/relationships/slideLayout" Target="../slideLayouts/slideLayout5.xml"/><Relationship Id="rId15" Type="http://schemas.openxmlformats.org/officeDocument/2006/relationships/tags" Target="../tags/tag6.xml"/><Relationship Id="rId23" Type="http://schemas.openxmlformats.org/officeDocument/2006/relationships/tags" Target="../tags/tag14.xml"/><Relationship Id="rId28" Type="http://schemas.openxmlformats.org/officeDocument/2006/relationships/tags" Target="../tags/tag19.xml"/><Relationship Id="rId36" Type="http://schemas.openxmlformats.org/officeDocument/2006/relationships/tags" Target="../tags/tag27.xml"/><Relationship Id="rId10" Type="http://schemas.openxmlformats.org/officeDocument/2006/relationships/theme" Target="../theme/theme1.xml"/><Relationship Id="rId19" Type="http://schemas.openxmlformats.org/officeDocument/2006/relationships/tags" Target="../tags/tag10.xml"/><Relationship Id="rId31" Type="http://schemas.openxmlformats.org/officeDocument/2006/relationships/tags" Target="../tags/tag2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5.xml"/><Relationship Id="rId22" Type="http://schemas.openxmlformats.org/officeDocument/2006/relationships/tags" Target="../tags/tag13.xml"/><Relationship Id="rId27" Type="http://schemas.openxmlformats.org/officeDocument/2006/relationships/tags" Target="../tags/tag18.xml"/><Relationship Id="rId30" Type="http://schemas.openxmlformats.org/officeDocument/2006/relationships/tags" Target="../tags/tag21.xml"/><Relationship Id="rId35"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1"/>
            </p:custDataLst>
            <p:extLst>
              <p:ext uri="{D42A27DB-BD31-4B8C-83A1-F6EECF244321}">
                <p14:modId xmlns:p14="http://schemas.microsoft.com/office/powerpoint/2010/main" val="220359786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1" imgW="216" imgH="216" progId="TCLayout.ActiveDocument.1">
                  <p:embed/>
                </p:oleObj>
              </mc:Choice>
              <mc:Fallback>
                <p:oleObj name="think-cell Slide" r:id="rId41" imgW="216" imgH="216" progId="TCLayout.ActiveDocument.1">
                  <p:embed/>
                  <p:pic>
                    <p:nvPicPr>
                      <p:cNvPr id="0" name="Picture 89"/>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userDrawn="1">
            <p:custDataLst>
              <p:tags r:id="rId1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marL="0" lvl="0" indent="0" algn="ctr" eaLnBrk="1">
              <a:lnSpc>
                <a:spcPct val="110000"/>
              </a:lnSpc>
              <a:spcBef>
                <a:spcPct val="0"/>
              </a:spcBef>
              <a:buFont typeface="Wingdings" charset="0"/>
              <a:buNone/>
            </a:pPr>
            <a:endParaRPr lang="en-US" sz="2200" b="1" i="0" baseline="0" dirty="0">
              <a:solidFill>
                <a:schemeClr val="tx1"/>
              </a:solidFill>
              <a:latin typeface="Arial"/>
              <a:ea typeface="+mj-ea"/>
              <a:cs typeface="Arial"/>
              <a:sym typeface="Arial"/>
            </a:endParaRPr>
          </a:p>
        </p:txBody>
      </p:sp>
      <p:sp>
        <p:nvSpPr>
          <p:cNvPr id="3078" name="cdtRectangle 115 Id3078"/>
          <p:cNvSpPr>
            <a:spLocks noGrp="1" noChangeArrowheads="1"/>
          </p:cNvSpPr>
          <p:nvPr>
            <p:ph type="title"/>
            <p:custDataLst>
              <p:tags r:id="rId13"/>
            </p:custDataLst>
          </p:nvPr>
        </p:nvSpPr>
        <p:spPr bwMode="auto">
          <a:xfrm>
            <a:off x="0" y="0"/>
            <a:ext cx="12198350" cy="1268413"/>
          </a:xfrm>
          <a:prstGeom prst="rect">
            <a:avLst/>
          </a:prstGeom>
          <a:noFill/>
          <a:ln w="9525">
            <a:noFill/>
            <a:miter lim="800000"/>
            <a:headEnd/>
            <a:tailEnd/>
          </a:ln>
        </p:spPr>
        <p:txBody>
          <a:bodyPr vert="horz" wrap="square" lIns="626400" tIns="432000" rIns="2124000" bIns="234000" numCol="1" anchor="t" anchorCtr="0" compatLnSpc="1">
            <a:prstTxWarp prst="textNoShape">
              <a:avLst/>
            </a:prstTxWarp>
          </a:bodyPr>
          <a:lstStyle/>
          <a:p>
            <a:pPr lvl="0"/>
            <a:r>
              <a:rPr lang="en-US" dirty="0" err="1"/>
              <a:t>Titelmasterformat</a:t>
            </a:r>
            <a:r>
              <a:rPr lang="en-US" dirty="0"/>
              <a:t> </a:t>
            </a:r>
            <a:r>
              <a:rPr lang="en-US" dirty="0" err="1"/>
              <a:t>durch</a:t>
            </a:r>
            <a:r>
              <a:rPr lang="en-US" dirty="0"/>
              <a:t> </a:t>
            </a:r>
            <a:r>
              <a:rPr lang="en-US" dirty="0" err="1"/>
              <a:t>Klicken</a:t>
            </a:r>
            <a:r>
              <a:rPr lang="en-US" dirty="0"/>
              <a:t> </a:t>
            </a:r>
            <a:r>
              <a:rPr lang="en-US" dirty="0" err="1"/>
              <a:t>bearbeiten</a:t>
            </a:r>
            <a:endParaRPr lang="en-US" dirty="0"/>
          </a:p>
        </p:txBody>
      </p:sp>
      <p:sp>
        <p:nvSpPr>
          <p:cNvPr id="3079" name="cdtRectangle 116 Id3079"/>
          <p:cNvSpPr>
            <a:spLocks noGrp="1" noChangeArrowheads="1"/>
          </p:cNvSpPr>
          <p:nvPr>
            <p:ph type="body" idx="1"/>
            <p:custDataLst>
              <p:tags r:id="rId14"/>
            </p:custDataLst>
          </p:nvPr>
        </p:nvSpPr>
        <p:spPr bwMode="auto">
          <a:xfrm>
            <a:off x="627063" y="1555199"/>
            <a:ext cx="8208962" cy="46455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err="1"/>
              <a:t>Textmasterformat</a:t>
            </a:r>
            <a:r>
              <a:rPr lang="en-US" dirty="0"/>
              <a:t> </a:t>
            </a:r>
            <a:r>
              <a:rPr lang="en-US" dirty="0" err="1"/>
              <a:t>bearbeiten</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072" name="cdtMasterTags_CL1 Id3072"/>
          <p:cNvCxnSpPr/>
          <p:nvPr userDrawn="1">
            <p:custDataLst>
              <p:tags r:id="rId1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3" name="cdtMasterTags_CL2 Id3073"/>
          <p:cNvCxnSpPr/>
          <p:nvPr userDrawn="1">
            <p:custDataLst>
              <p:tags r:id="rId1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4" name="cdtMasterTags_CL3 Id3074"/>
          <p:cNvCxnSpPr/>
          <p:nvPr userDrawn="1">
            <p:custDataLst>
              <p:tags r:id="rId1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5" name="cdtMasterTags_CL4 Id3075"/>
          <p:cNvCxnSpPr/>
          <p:nvPr userDrawn="1">
            <p:custDataLst>
              <p:tags r:id="rId1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6" name="cdtMasterTags_CL5 Id3076"/>
          <p:cNvCxnSpPr/>
          <p:nvPr userDrawn="1">
            <p:custDataLst>
              <p:tags r:id="rId1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7" name="cdtMasterTags_CL6 Id3077"/>
          <p:cNvCxnSpPr/>
          <p:nvPr userDrawn="1">
            <p:custDataLst>
              <p:tags r:id="rId2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0" name="cdtMasterTags_CL7 Id3080"/>
          <p:cNvCxnSpPr/>
          <p:nvPr userDrawn="1">
            <p:custDataLst>
              <p:tags r:id="rId2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1" name="cdtMasterTags_CL8 Id3081"/>
          <p:cNvCxnSpPr/>
          <p:nvPr userDrawn="1">
            <p:custDataLst>
              <p:tags r:id="rId2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2" name="cdtMasterTags_CL9 Id3082"/>
          <p:cNvCxnSpPr/>
          <p:nvPr userDrawn="1">
            <p:custDataLst>
              <p:tags r:id="rId2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3" name="cdtMasterTags_CL10 Id3083"/>
          <p:cNvCxnSpPr/>
          <p:nvPr userDrawn="1">
            <p:custDataLst>
              <p:tags r:id="rId2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4" name="cdtMasterTags_CL11 Id3084"/>
          <p:cNvCxnSpPr/>
          <p:nvPr userDrawn="1">
            <p:custDataLst>
              <p:tags r:id="rId2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5" name="cdtMasterTags_CL12 Id3085"/>
          <p:cNvCxnSpPr/>
          <p:nvPr userDrawn="1">
            <p:custDataLst>
              <p:tags r:id="rId2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6" name="cdtMasterTags_CL13 Id3086"/>
          <p:cNvCxnSpPr/>
          <p:nvPr userDrawn="1">
            <p:custDataLst>
              <p:tags r:id="rId2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7" name="cdtMasterTags_CL14 Id3087"/>
          <p:cNvCxnSpPr/>
          <p:nvPr userDrawn="1">
            <p:custDataLst>
              <p:tags r:id="rId2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8" name="cdtMasterTags_CL15 Id3088"/>
          <p:cNvCxnSpPr/>
          <p:nvPr userDrawn="1">
            <p:custDataLst>
              <p:tags r:id="rId2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9" name="cdtMasterTags_CL16 Id3089"/>
          <p:cNvCxnSpPr/>
          <p:nvPr userDrawn="1">
            <p:custDataLst>
              <p:tags r:id="rId3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0" name="cdtMasterTags_CL17 Id3090"/>
          <p:cNvCxnSpPr/>
          <p:nvPr userDrawn="1">
            <p:custDataLst>
              <p:tags r:id="rId3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1" name="cdtMasterTags_CL18 Id3091"/>
          <p:cNvCxnSpPr/>
          <p:nvPr userDrawn="1">
            <p:custDataLst>
              <p:tags r:id="rId3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2" name="cdtMasterTags_CL19 Id3092"/>
          <p:cNvCxnSpPr/>
          <p:nvPr userDrawn="1">
            <p:custDataLst>
              <p:tags r:id="rId3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3" name="cdtMasterTags_CL20 Id3093"/>
          <p:cNvCxnSpPr/>
          <p:nvPr userDrawn="1">
            <p:custDataLst>
              <p:tags r:id="rId3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4" name="cdtMasterTags_CL21 Id3094"/>
          <p:cNvCxnSpPr/>
          <p:nvPr userDrawn="1">
            <p:custDataLst>
              <p:tags r:id="rId3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5" name="cdtMasterTags_CL22 Id3095"/>
          <p:cNvCxnSpPr/>
          <p:nvPr userDrawn="1">
            <p:custDataLst>
              <p:tags r:id="rId3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6" name="cdtMasterTags"/>
          <p:cNvCxnSpPr/>
          <p:nvPr userDrawn="1">
            <p:custDataLst>
              <p:tags r:id="rId3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4" name="Gruppieren 3"/>
          <p:cNvGrpSpPr/>
          <p:nvPr userDrawn="1"/>
        </p:nvGrpSpPr>
        <p:grpSpPr>
          <a:xfrm>
            <a:off x="-216000" y="-216000"/>
            <a:ext cx="12628800" cy="7290000"/>
            <a:chOff x="-216000" y="-216000"/>
            <a:chExt cx="12628800" cy="7290000"/>
          </a:xfrm>
        </p:grpSpPr>
        <p:cxnSp>
          <p:nvCxnSpPr>
            <p:cNvPr id="3" name="Gerade Verbindung 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6" name="Gerade Verbindung 3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7" name="Gerade Verbindung 3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3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9" name="Gerade Verbindung 3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0" name="Gerade Verbindung 3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1" name="Gerade Verbindung 40"/>
            <p:cNvCxnSpPr/>
            <p:nvPr userDrawn="1"/>
          </p:nvCxnSpPr>
          <p:spPr bwMode="auto">
            <a:xfrm rot="5400000">
              <a:off x="12322800" y="945844"/>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 Verbindung 4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 Verbindung 4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4" name="Gerade Verbindung 4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5" name="Gerade Verbindung 44"/>
            <p:cNvCxnSpPr/>
            <p:nvPr userDrawn="1"/>
          </p:nvCxnSpPr>
          <p:spPr bwMode="auto">
            <a:xfrm rot="5400000">
              <a:off x="12322800" y="6110136"/>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2" name="Gerade Verbindung 51"/>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3" name="Gerade Verbindung 52"/>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 Verbindung 53"/>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5" name="Gerade Verbindung 54"/>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6000" y="6110136"/>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64" name="cdtText Box 133 Id16"/>
          <p:cNvSpPr txBox="1">
            <a:spLocks noChangeArrowheads="1"/>
          </p:cNvSpPr>
          <p:nvPr userDrawn="1">
            <p:custDataLst>
              <p:tags r:id="rId38"/>
            </p:custDataLst>
          </p:nvPr>
        </p:nvSpPr>
        <p:spPr bwMode="auto">
          <a:xfrm>
            <a:off x="4205293" y="6561348"/>
            <a:ext cx="3787765" cy="259200"/>
          </a:xfrm>
          <a:prstGeom prst="rect">
            <a:avLst/>
          </a:prstGeom>
          <a:noFill/>
          <a:ln w="9525">
            <a:noFill/>
            <a:miter lim="800000"/>
            <a:headEnd/>
            <a:tailEnd/>
          </a:ln>
          <a:effectLst/>
        </p:spPr>
        <p:txBody>
          <a:bodyPr lIns="0" tIns="0" rIns="0" bIns="0" anchor="ctr" anchorCtr="0"/>
          <a:lstStyle/>
          <a:p>
            <a:pPr algn="ctr"/>
            <a:r>
              <a:rPr lang="en-US" sz="1000" b="1" dirty="0">
                <a:solidFill>
                  <a:srgbClr val="879BAA"/>
                </a:solidFill>
              </a:rPr>
              <a:t>Restricted © Siemens Ltd., China 2018</a:t>
            </a:r>
            <a:endParaRPr lang="de-DE" sz="1000" b="1" dirty="0">
              <a:solidFill>
                <a:srgbClr val="879BAA"/>
              </a:solidFill>
            </a:endParaRPr>
          </a:p>
        </p:txBody>
      </p:sp>
      <p:sp>
        <p:nvSpPr>
          <p:cNvPr id="67" name="cdtTextBox 11 Id18"/>
          <p:cNvSpPr txBox="1"/>
          <p:nvPr userDrawn="1">
            <p:custDataLst>
              <p:tags r:id="rId39"/>
            </p:custDataLst>
          </p:nvPr>
        </p:nvSpPr>
        <p:spPr>
          <a:xfrm>
            <a:off x="0" y="6597650"/>
            <a:ext cx="1765285" cy="259200"/>
          </a:xfrm>
          <a:prstGeom prst="rect">
            <a:avLst/>
          </a:prstGeom>
          <a:noFill/>
        </p:spPr>
        <p:txBody>
          <a:bodyPr wrap="square" lIns="626400" tIns="0" rIns="0" bIns="0" rtlCol="0" anchor="ctr" anchorCtr="0">
            <a:noAutofit/>
          </a:bodyPr>
          <a:lstStyle/>
          <a:p>
            <a:pPr>
              <a:lnSpc>
                <a:spcPct val="110000"/>
              </a:lnSpc>
              <a:spcBef>
                <a:spcPts val="0"/>
              </a:spcBef>
            </a:pPr>
            <a:r>
              <a:rPr lang="de-DE" sz="1000" noProof="0" dirty="0">
                <a:solidFill>
                  <a:srgbClr val="000000"/>
                </a:solidFill>
              </a:rPr>
              <a:t>Page </a:t>
            </a:r>
            <a:fld id="{91E7552C-A157-4A4F-8E99-698C0325FC94}" type="slidenum">
              <a:rPr lang="de-DE" sz="1000" noProof="0" smtClean="0">
                <a:solidFill>
                  <a:srgbClr val="000000"/>
                </a:solidFill>
              </a:rPr>
              <a:pPr>
                <a:lnSpc>
                  <a:spcPct val="110000"/>
                </a:lnSpc>
                <a:spcBef>
                  <a:spcPts val="0"/>
                </a:spcBef>
              </a:pPr>
              <a:t>‹#›</a:t>
            </a:fld>
            <a:endParaRPr lang="de-DE" sz="1000" noProof="0" dirty="0">
              <a:solidFill>
                <a:srgbClr val="000000"/>
              </a:solidFill>
            </a:endParaRPr>
          </a:p>
        </p:txBody>
      </p:sp>
      <p:sp>
        <p:nvSpPr>
          <p:cNvPr id="68" name="cdtTextBox 13 Id19"/>
          <p:cNvSpPr txBox="1"/>
          <p:nvPr userDrawn="1">
            <p:custDataLst>
              <p:tags r:id="rId40"/>
            </p:custDataLst>
          </p:nvPr>
        </p:nvSpPr>
        <p:spPr>
          <a:xfrm>
            <a:off x="9735579" y="6597650"/>
            <a:ext cx="2462770" cy="259200"/>
          </a:xfrm>
          <a:prstGeom prst="rect">
            <a:avLst/>
          </a:prstGeom>
          <a:noFill/>
        </p:spPr>
        <p:txBody>
          <a:bodyPr wrap="square" lIns="0" tIns="0" rIns="482400" bIns="0" rtlCol="0" anchor="ctr" anchorCtr="0">
            <a:noAutofit/>
          </a:bodyPr>
          <a:lstStyle/>
          <a:p>
            <a:pPr algn="r">
              <a:lnSpc>
                <a:spcPct val="110000"/>
              </a:lnSpc>
              <a:spcBef>
                <a:spcPts val="0"/>
              </a:spcBef>
            </a:pPr>
            <a:r>
              <a:rPr lang="en-US" sz="1000" noProof="0" dirty="0">
                <a:solidFill>
                  <a:srgbClr val="000000"/>
                </a:solidFill>
              </a:rPr>
              <a:t>DF</a:t>
            </a:r>
            <a:r>
              <a:rPr lang="en-US" sz="1000" baseline="0" noProof="0" dirty="0">
                <a:solidFill>
                  <a:srgbClr val="000000"/>
                </a:solidFill>
              </a:rPr>
              <a:t> FA MF SEWC</a:t>
            </a:r>
            <a:endParaRPr lang="en-US" sz="1000" noProof="0" dirty="0">
              <a:solidFill>
                <a:srgbClr val="000000"/>
              </a:solidFill>
            </a:endParaRPr>
          </a:p>
        </p:txBody>
      </p:sp>
    </p:spTree>
  </p:cSld>
  <p:clrMap bg1="lt1" tx1="dk1" bg2="lt2" tx2="dk2" accent1="accent1" accent2="accent2" accent3="accent3" accent4="accent4" accent5="accent5" accent6="accent6" hlink="hlink" folHlink="folHlink"/>
  <p:sldLayoutIdLst>
    <p:sldLayoutId id="2147483700" r:id="rId1"/>
    <p:sldLayoutId id="2147483703" r:id="rId2"/>
    <p:sldLayoutId id="2147483692" r:id="rId3"/>
    <p:sldLayoutId id="2147483715" r:id="rId4"/>
    <p:sldLayoutId id="2147483704" r:id="rId5"/>
    <p:sldLayoutId id="2147483716" r:id="rId6"/>
    <p:sldLayoutId id="2147483717" r:id="rId7"/>
    <p:sldLayoutId id="2147483718" r:id="rId8"/>
    <p:sldLayoutId id="2147483719" r:id="rId9"/>
  </p:sldLayoutIdLst>
  <p:hf hdr="0"/>
  <p:txStyles>
    <p:title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p:titleStyle>
    <p:bodyStyle>
      <a:lvl1pPr marL="0" indent="0" algn="l" rtl="0" fontAlgn="base">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2pPr>
      <a:lvl3pPr marL="358775"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3pPr>
      <a:lvl4pPr marL="538163"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4pPr>
      <a:lvl5pPr marL="717550" indent="-177800" algn="l" rtl="0" fontAlgn="base">
        <a:lnSpc>
          <a:spcPct val="110000"/>
        </a:lnSpc>
        <a:spcBef>
          <a:spcPct val="0"/>
        </a:spcBef>
        <a:spcAft>
          <a:spcPct val="0"/>
        </a:spcAft>
        <a:buClr>
          <a:schemeClr val="accent1"/>
        </a:buClr>
        <a:buChar char="•"/>
        <a:tabLst/>
        <a:defRPr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tags" Target="../tags/tag44.xml"/><Relationship Id="rId4" Type="http://schemas.openxmlformats.org/officeDocument/2006/relationships/image" Target="../media/image8.emf"/></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2.png"/><Relationship Id="rId5" Type="http://schemas.openxmlformats.org/officeDocument/2006/relationships/image" Target="../media/image9.emf"/><Relationship Id="rId4"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3.png"/><Relationship Id="rId5" Type="http://schemas.openxmlformats.org/officeDocument/2006/relationships/image" Target="../media/image9.e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14.png"/><Relationship Id="rId5" Type="http://schemas.openxmlformats.org/officeDocument/2006/relationships/image" Target="../media/image9.emf"/><Relationship Id="rId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slideLayout" Target="../slideLayouts/slideLayout7.xml"/><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tags" Target="../tags/tag54.xml"/><Relationship Id="rId16" Type="http://schemas.openxmlformats.org/officeDocument/2006/relationships/image" Target="../media/image25.png"/><Relationship Id="rId1" Type="http://schemas.openxmlformats.org/officeDocument/2006/relationships/tags" Target="../tags/tag5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9.emf"/><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oleObject" Target="../embeddings/oleObject10.bin"/><Relationship Id="rId9" Type="http://schemas.openxmlformats.org/officeDocument/2006/relationships/image" Target="../media/image18.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8.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27.png"/><Relationship Id="rId5" Type="http://schemas.openxmlformats.org/officeDocument/2006/relationships/image" Target="../media/image9.e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29.png"/><Relationship Id="rId5" Type="http://schemas.openxmlformats.org/officeDocument/2006/relationships/image" Target="../media/image9.e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9.e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9.emf"/><Relationship Id="rId4"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7.xml"/><Relationship Id="rId7" Type="http://schemas.openxmlformats.org/officeDocument/2006/relationships/diagramLayout" Target="../diagrams/layout1.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diagramData" Target="../diagrams/data1.xml"/><Relationship Id="rId5" Type="http://schemas.openxmlformats.org/officeDocument/2006/relationships/image" Target="../media/image9.emf"/><Relationship Id="rId10" Type="http://schemas.microsoft.com/office/2007/relationships/diagramDrawing" Target="../diagrams/drawing1.xml"/><Relationship Id="rId4" Type="http://schemas.openxmlformats.org/officeDocument/2006/relationships/oleObject" Target="../embeddings/oleObject15.bin"/><Relationship Id="rId9" Type="http://schemas.openxmlformats.org/officeDocument/2006/relationships/diagramColors" Target="../diagrams/colors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9.emf"/><Relationship Id="rId4"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30.png"/><Relationship Id="rId5" Type="http://schemas.openxmlformats.org/officeDocument/2006/relationships/image" Target="../media/image9.e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3.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2.png"/><Relationship Id="rId5" Type="http://schemas.openxmlformats.org/officeDocument/2006/relationships/image" Target="../media/image9.e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5.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34.png"/><Relationship Id="rId5" Type="http://schemas.openxmlformats.org/officeDocument/2006/relationships/image" Target="../media/image9.emf"/><Relationship Id="rId4"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6.png"/><Relationship Id="rId5" Type="http://schemas.openxmlformats.org/officeDocument/2006/relationships/image" Target="../media/image9.emf"/><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38.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EE508DB-D737-4B8C-A021-4471DCA65968}"/>
              </a:ext>
            </a:extLst>
          </p:cNvPr>
          <p:cNvGraphicFramePr>
            <a:graphicFrameLocks noChangeAspect="1"/>
          </p:cNvGraphicFramePr>
          <p:nvPr>
            <p:custDataLst>
              <p:tags r:id="rId1"/>
            </p:custDataLst>
            <p:extLst>
              <p:ext uri="{D42A27DB-BD31-4B8C-83A1-F6EECF244321}">
                <p14:modId xmlns:p14="http://schemas.microsoft.com/office/powerpoint/2010/main" val="355180687"/>
              </p:ext>
            </p:extLst>
          </p:nvPr>
        </p:nvGraphicFramePr>
        <p:xfrm>
          <a:off x="4763"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55" progId="TCLayout.ActiveDocument.1">
                  <p:embed/>
                </p:oleObj>
              </mc:Choice>
              <mc:Fallback>
                <p:oleObj name="think-cell Slide" r:id="rId3" imgW="359" imgH="355" progId="TCLayout.ActiveDocument.1">
                  <p:embed/>
                  <p:pic>
                    <p:nvPicPr>
                      <p:cNvPr id="4" name="Object 3" hidden="1">
                        <a:extLst>
                          <a:ext uri="{FF2B5EF4-FFF2-40B4-BE49-F238E27FC236}">
                            <a16:creationId xmlns:a16="http://schemas.microsoft.com/office/drawing/2014/main" id="{8EE508DB-D737-4B8C-A021-4471DCA65968}"/>
                          </a:ext>
                        </a:extLst>
                      </p:cNvPr>
                      <p:cNvPicPr/>
                      <p:nvPr/>
                    </p:nvPicPr>
                    <p:blipFill>
                      <a:blip r:embed="rId4"/>
                      <a:stretch>
                        <a:fillRect/>
                      </a:stretch>
                    </p:blipFill>
                    <p:spPr>
                      <a:xfrm>
                        <a:off x="4763"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DA865AB3-8AE0-4AB0-94C2-2E517EC147DE}"/>
              </a:ext>
            </a:extLst>
          </p:cNvPr>
          <p:cNvSpPr>
            <a:spLocks noGrp="1"/>
          </p:cNvSpPr>
          <p:nvPr>
            <p:ph type="title"/>
          </p:nvPr>
        </p:nvSpPr>
        <p:spPr>
          <a:xfrm>
            <a:off x="413575" y="1414463"/>
            <a:ext cx="10800144" cy="2098212"/>
          </a:xfrm>
        </p:spPr>
        <p:txBody>
          <a:bodyPr vert="horz"/>
          <a:lstStyle/>
          <a:p>
            <a:r>
              <a:rPr lang="en-US" sz="5400" dirty="0"/>
              <a:t>SIPLACE data analysis request</a:t>
            </a:r>
            <a:endParaRPr lang="en-US" sz="5400" b="0" dirty="0"/>
          </a:p>
        </p:txBody>
      </p:sp>
      <p:sp>
        <p:nvSpPr>
          <p:cNvPr id="17" name="Subtitle">
            <a:extLst>
              <a:ext uri="{FF2B5EF4-FFF2-40B4-BE49-F238E27FC236}">
                <a16:creationId xmlns:a16="http://schemas.microsoft.com/office/drawing/2014/main" id="{9F1C4C08-3D5C-4C0E-914A-F70CA07D0654}"/>
              </a:ext>
            </a:extLst>
          </p:cNvPr>
          <p:cNvSpPr>
            <a:spLocks noGrp="1"/>
          </p:cNvSpPr>
          <p:nvPr>
            <p:ph type="subTitle" idx="1"/>
          </p:nvPr>
        </p:nvSpPr>
        <p:spPr>
          <a:xfrm>
            <a:off x="614546" y="3513414"/>
            <a:ext cx="9288000" cy="1930123"/>
          </a:xfrm>
        </p:spPr>
        <p:txBody>
          <a:bodyPr/>
          <a:lstStyle/>
          <a:p>
            <a:r>
              <a:rPr lang="en-US" dirty="0"/>
              <a:t>DI FA MF SEWC</a:t>
            </a:r>
          </a:p>
        </p:txBody>
      </p:sp>
      <p:sp>
        <p:nvSpPr>
          <p:cNvPr id="2" name="Footer Placeholder">
            <a:extLst>
              <a:ext uri="{FF2B5EF4-FFF2-40B4-BE49-F238E27FC236}">
                <a16:creationId xmlns:a16="http://schemas.microsoft.com/office/drawing/2014/main" id="{8FDA17C2-CC0D-4A70-A1C4-4DAA44F64772}"/>
              </a:ext>
            </a:extLst>
          </p:cNvPr>
          <p:cNvSpPr>
            <a:spLocks noGrp="1"/>
          </p:cNvSpPr>
          <p:nvPr>
            <p:ph type="ftr" sz="quarter" idx="12"/>
          </p:nvPr>
        </p:nvSpPr>
        <p:spPr/>
        <p:txBody>
          <a:bodyPr/>
          <a:lstStyle/>
          <a:p>
            <a:r>
              <a:rPr lang="en-US" dirty="0"/>
              <a:t>Restricted | © Siemens 2021 | Author | Department | 2021-05-24</a:t>
            </a:r>
          </a:p>
        </p:txBody>
      </p:sp>
    </p:spTree>
    <p:extLst>
      <p:ext uri="{BB962C8B-B14F-4D97-AF65-F5344CB8AC3E}">
        <p14:creationId xmlns:p14="http://schemas.microsoft.com/office/powerpoint/2010/main" val="255591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703470069"/>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项目背景</a:t>
            </a:r>
            <a:endParaRPr lang="en-US" dirty="0"/>
          </a:p>
        </p:txBody>
      </p:sp>
      <p:pic>
        <p:nvPicPr>
          <p:cNvPr id="2" name="Picture 1">
            <a:extLst>
              <a:ext uri="{FF2B5EF4-FFF2-40B4-BE49-F238E27FC236}">
                <a16:creationId xmlns:a16="http://schemas.microsoft.com/office/drawing/2014/main" id="{C1CE70C4-2E5A-45DF-A2C0-9DC40EC8A01C}"/>
              </a:ext>
            </a:extLst>
          </p:cNvPr>
          <p:cNvPicPr>
            <a:picLocks noChangeAspect="1"/>
          </p:cNvPicPr>
          <p:nvPr/>
        </p:nvPicPr>
        <p:blipFill>
          <a:blip r:embed="rId6"/>
          <a:stretch>
            <a:fillRect/>
          </a:stretch>
        </p:blipFill>
        <p:spPr>
          <a:xfrm>
            <a:off x="569624" y="1575284"/>
            <a:ext cx="11059102" cy="2359356"/>
          </a:xfrm>
          <a:prstGeom prst="rect">
            <a:avLst/>
          </a:prstGeom>
        </p:spPr>
      </p:pic>
      <p:pic>
        <p:nvPicPr>
          <p:cNvPr id="5" name="Picture 4">
            <a:extLst>
              <a:ext uri="{FF2B5EF4-FFF2-40B4-BE49-F238E27FC236}">
                <a16:creationId xmlns:a16="http://schemas.microsoft.com/office/drawing/2014/main" id="{8490A35C-0719-4315-BF9F-BF5FDC431061}"/>
              </a:ext>
            </a:extLst>
          </p:cNvPr>
          <p:cNvPicPr>
            <a:picLocks noChangeAspect="1"/>
          </p:cNvPicPr>
          <p:nvPr/>
        </p:nvPicPr>
        <p:blipFill rotWithShape="1">
          <a:blip r:embed="rId7"/>
          <a:srcRect l="1500"/>
          <a:stretch/>
        </p:blipFill>
        <p:spPr>
          <a:xfrm>
            <a:off x="7389433" y="3709559"/>
            <a:ext cx="4224470" cy="2412451"/>
          </a:xfrm>
          <a:prstGeom prst="rect">
            <a:avLst/>
          </a:prstGeom>
        </p:spPr>
      </p:pic>
      <p:sp>
        <p:nvSpPr>
          <p:cNvPr id="8" name="TextBox 7">
            <a:extLst>
              <a:ext uri="{FF2B5EF4-FFF2-40B4-BE49-F238E27FC236}">
                <a16:creationId xmlns:a16="http://schemas.microsoft.com/office/drawing/2014/main" id="{20305934-5985-40C3-A4C5-C411093F8215}"/>
              </a:ext>
            </a:extLst>
          </p:cNvPr>
          <p:cNvSpPr txBox="1"/>
          <p:nvPr/>
        </p:nvSpPr>
        <p:spPr>
          <a:xfrm>
            <a:off x="569624" y="4113076"/>
            <a:ext cx="6465655" cy="1615827"/>
          </a:xfrm>
          <a:prstGeom prst="rect">
            <a:avLst/>
          </a:prstGeom>
          <a:noFill/>
        </p:spPr>
        <p:txBody>
          <a:bodyPr wrap="square">
            <a:spAutoFit/>
          </a:bodyPr>
          <a:lstStyle/>
          <a:p>
            <a:r>
              <a:rPr lang="zh-CN" altLang="en-US" dirty="0">
                <a:solidFill>
                  <a:schemeClr val="tx1"/>
                </a:solidFill>
              </a:rPr>
              <a:t>    表面贴装技术作为电子产品组装的通用手段，设备性能是生产的核心</a:t>
            </a:r>
            <a:r>
              <a:rPr lang="en-US" altLang="zh-CN" dirty="0">
                <a:solidFill>
                  <a:schemeClr val="tx1"/>
                </a:solidFill>
              </a:rPr>
              <a:t>KPI</a:t>
            </a:r>
            <a:r>
              <a:rPr lang="zh-CN" altLang="en-US" dirty="0">
                <a:solidFill>
                  <a:schemeClr val="tx1"/>
                </a:solidFill>
              </a:rPr>
              <a:t>，而贴片作为核心设备占据成本</a:t>
            </a:r>
            <a:r>
              <a:rPr lang="en-US" altLang="zh-CN" dirty="0">
                <a:solidFill>
                  <a:schemeClr val="tx1"/>
                </a:solidFill>
              </a:rPr>
              <a:t>70%</a:t>
            </a:r>
            <a:r>
              <a:rPr lang="zh-CN" altLang="en-US" dirty="0">
                <a:solidFill>
                  <a:schemeClr val="tx1"/>
                </a:solidFill>
              </a:rPr>
              <a:t>，贴片机设备的性能代表着整条产线的最高产量和质量。</a:t>
            </a:r>
            <a:endParaRPr lang="en-US" altLang="zh-CN" dirty="0">
              <a:solidFill>
                <a:schemeClr val="tx1"/>
              </a:solidFill>
            </a:endParaRPr>
          </a:p>
          <a:p>
            <a:r>
              <a:rPr lang="en-US" altLang="zh-CN" dirty="0">
                <a:solidFill>
                  <a:schemeClr val="tx1"/>
                </a:solidFill>
              </a:rPr>
              <a:t>    </a:t>
            </a:r>
            <a:r>
              <a:rPr lang="zh-CN" altLang="en-US" dirty="0">
                <a:solidFill>
                  <a:schemeClr val="tx1"/>
                </a:solidFill>
              </a:rPr>
              <a:t>本项目希望通过贴片机生产过程的数据分析，总结出关键性的结论和模型，从而指导提升产线的产量和质量。</a:t>
            </a:r>
            <a:endParaRPr lang="en-US" dirty="0">
              <a:solidFill>
                <a:schemeClr val="tx1"/>
              </a:solidFill>
            </a:endParaRPr>
          </a:p>
        </p:txBody>
      </p:sp>
    </p:spTree>
    <p:extLst>
      <p:ext uri="{BB962C8B-B14F-4D97-AF65-F5344CB8AC3E}">
        <p14:creationId xmlns:p14="http://schemas.microsoft.com/office/powerpoint/2010/main" val="1386122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758445501"/>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研究对象</a:t>
            </a:r>
            <a:endParaRPr lang="en-US" dirty="0"/>
          </a:p>
        </p:txBody>
      </p:sp>
      <p:pic>
        <p:nvPicPr>
          <p:cNvPr id="7" name="Picture 6">
            <a:extLst>
              <a:ext uri="{FF2B5EF4-FFF2-40B4-BE49-F238E27FC236}">
                <a16:creationId xmlns:a16="http://schemas.microsoft.com/office/drawing/2014/main" id="{8B6DA2F5-6BC5-4128-B893-C9DC602277E3}"/>
              </a:ext>
            </a:extLst>
          </p:cNvPr>
          <p:cNvPicPr>
            <a:picLocks noChangeAspect="1"/>
          </p:cNvPicPr>
          <p:nvPr/>
        </p:nvPicPr>
        <p:blipFill>
          <a:blip r:embed="rId6"/>
          <a:stretch>
            <a:fillRect/>
          </a:stretch>
        </p:blipFill>
        <p:spPr>
          <a:xfrm>
            <a:off x="410543" y="944724"/>
            <a:ext cx="5433531" cy="5608806"/>
          </a:xfrm>
          <a:prstGeom prst="rect">
            <a:avLst/>
          </a:prstGeom>
        </p:spPr>
      </p:pic>
      <p:sp>
        <p:nvSpPr>
          <p:cNvPr id="9" name="TextBox 8">
            <a:extLst>
              <a:ext uri="{FF2B5EF4-FFF2-40B4-BE49-F238E27FC236}">
                <a16:creationId xmlns:a16="http://schemas.microsoft.com/office/drawing/2014/main" id="{E89D5EA4-44C5-46A0-AA72-9BEED447766A}"/>
              </a:ext>
            </a:extLst>
          </p:cNvPr>
          <p:cNvSpPr txBox="1"/>
          <p:nvPr/>
        </p:nvSpPr>
        <p:spPr>
          <a:xfrm>
            <a:off x="6099176" y="1160748"/>
            <a:ext cx="5433532" cy="4662815"/>
          </a:xfrm>
          <a:prstGeom prst="rect">
            <a:avLst/>
          </a:prstGeom>
          <a:noFill/>
        </p:spPr>
        <p:txBody>
          <a:bodyPr wrap="square">
            <a:spAutoFit/>
          </a:bodyPr>
          <a:lstStyle/>
          <a:p>
            <a:r>
              <a:rPr lang="zh-CN" altLang="en-US" dirty="0">
                <a:solidFill>
                  <a:schemeClr val="tx1"/>
                </a:solidFill>
              </a:rPr>
              <a:t>    贴片头是贴片机性能的核心硬件，</a:t>
            </a:r>
            <a:r>
              <a:rPr lang="en-US" altLang="zh-CN" dirty="0">
                <a:solidFill>
                  <a:schemeClr val="tx1"/>
                </a:solidFill>
              </a:rPr>
              <a:t>SIPLACE</a:t>
            </a:r>
            <a:r>
              <a:rPr lang="zh-CN" altLang="en-US" dirty="0">
                <a:solidFill>
                  <a:schemeClr val="tx1"/>
                </a:solidFill>
              </a:rPr>
              <a:t>的贴片包括硬件</a:t>
            </a:r>
            <a:endParaRPr lang="en-US" altLang="zh-CN" dirty="0">
              <a:solidFill>
                <a:schemeClr val="tx1"/>
              </a:solidFill>
            </a:endParaRPr>
          </a:p>
          <a:p>
            <a:pPr marL="342900" indent="-342900">
              <a:buFont typeface="Wingdings" panose="05000000000000000000" pitchFamily="2" charset="2"/>
              <a:buChar char="§"/>
            </a:pPr>
            <a:r>
              <a:rPr lang="zh-CN" altLang="en-US" dirty="0">
                <a:solidFill>
                  <a:schemeClr val="tx1"/>
                </a:solidFill>
              </a:rPr>
              <a:t>真空发生器</a:t>
            </a:r>
            <a:endParaRPr lang="en-US" altLang="zh-CN" dirty="0">
              <a:solidFill>
                <a:schemeClr val="tx1"/>
              </a:solidFill>
            </a:endParaRPr>
          </a:p>
          <a:p>
            <a:pPr marL="342900" indent="-342900">
              <a:buFont typeface="Wingdings" panose="05000000000000000000" pitchFamily="2" charset="2"/>
              <a:buChar char="§"/>
            </a:pPr>
            <a:r>
              <a:rPr lang="en-US" altLang="zh-CN" dirty="0">
                <a:solidFill>
                  <a:schemeClr val="tx1"/>
                </a:solidFill>
              </a:rPr>
              <a:t>Start motor</a:t>
            </a:r>
          </a:p>
          <a:p>
            <a:pPr marL="342900" indent="-342900">
              <a:buFont typeface="Wingdings" panose="05000000000000000000" pitchFamily="2" charset="2"/>
              <a:buChar char="§"/>
            </a:pPr>
            <a:r>
              <a:rPr lang="en-US" dirty="0">
                <a:solidFill>
                  <a:schemeClr val="tx1"/>
                </a:solidFill>
              </a:rPr>
              <a:t>Z </a:t>
            </a:r>
            <a:r>
              <a:rPr lang="en-US" altLang="zh-CN" dirty="0">
                <a:solidFill>
                  <a:schemeClr val="tx1"/>
                </a:solidFill>
              </a:rPr>
              <a:t>motor</a:t>
            </a:r>
          </a:p>
          <a:p>
            <a:pPr marL="342900" indent="-342900">
              <a:buFont typeface="Wingdings" panose="05000000000000000000" pitchFamily="2" charset="2"/>
              <a:buChar char="§"/>
            </a:pPr>
            <a:r>
              <a:rPr lang="en-US" dirty="0">
                <a:solidFill>
                  <a:schemeClr val="tx1"/>
                </a:solidFill>
              </a:rPr>
              <a:t>DP Drive</a:t>
            </a:r>
          </a:p>
          <a:p>
            <a:pPr marL="342900" indent="-342900">
              <a:buFont typeface="Wingdings" panose="05000000000000000000" pitchFamily="2" charset="2"/>
              <a:buChar char="§"/>
            </a:pPr>
            <a:r>
              <a:rPr lang="en-US" dirty="0">
                <a:solidFill>
                  <a:schemeClr val="tx1"/>
                </a:solidFill>
              </a:rPr>
              <a:t>Vacuum value </a:t>
            </a:r>
          </a:p>
          <a:p>
            <a:pPr marL="342900" indent="-342900">
              <a:buFont typeface="Wingdings" panose="05000000000000000000" pitchFamily="2" charset="2"/>
              <a:buChar char="§"/>
            </a:pPr>
            <a:r>
              <a:rPr lang="en-US" dirty="0">
                <a:solidFill>
                  <a:schemeClr val="tx1"/>
                </a:solidFill>
              </a:rPr>
              <a:t>Holding value </a:t>
            </a:r>
          </a:p>
          <a:p>
            <a:pPr marL="342900" indent="-342900">
              <a:buFont typeface="Wingdings" panose="05000000000000000000" pitchFamily="2" charset="2"/>
              <a:buChar char="§"/>
            </a:pPr>
            <a:r>
              <a:rPr lang="en-US" dirty="0">
                <a:solidFill>
                  <a:schemeClr val="tx1"/>
                </a:solidFill>
              </a:rPr>
              <a:t>Camera</a:t>
            </a:r>
          </a:p>
          <a:p>
            <a:pPr marL="342900" indent="-342900">
              <a:buFont typeface="Wingdings" panose="05000000000000000000" pitchFamily="2" charset="2"/>
              <a:buChar char="§"/>
            </a:pPr>
            <a:endParaRPr lang="en-US" dirty="0">
              <a:solidFill>
                <a:schemeClr val="tx1"/>
              </a:solidFill>
            </a:endParaRPr>
          </a:p>
          <a:p>
            <a:r>
              <a:rPr lang="zh-CN" altLang="en-US" dirty="0">
                <a:solidFill>
                  <a:schemeClr val="tx1"/>
                </a:solidFill>
              </a:rPr>
              <a:t>本项目分析对象为：</a:t>
            </a:r>
            <a:r>
              <a:rPr lang="en-US" altLang="zh-CN" dirty="0">
                <a:solidFill>
                  <a:schemeClr val="tx1"/>
                </a:solidFill>
              </a:rPr>
              <a:t>Z motor</a:t>
            </a:r>
            <a:r>
              <a:rPr lang="zh-CN" altLang="en-US" dirty="0">
                <a:solidFill>
                  <a:schemeClr val="tx1"/>
                </a:solidFill>
              </a:rPr>
              <a:t>， </a:t>
            </a:r>
            <a:r>
              <a:rPr lang="en-US" altLang="zh-CN" dirty="0">
                <a:solidFill>
                  <a:schemeClr val="tx1"/>
                </a:solidFill>
              </a:rPr>
              <a:t>DP drive, vacuum value, holding value </a:t>
            </a:r>
            <a:endParaRPr lang="en-US" dirty="0">
              <a:solidFill>
                <a:schemeClr val="tx1"/>
              </a:solidFill>
            </a:endParaRPr>
          </a:p>
        </p:txBody>
      </p:sp>
    </p:spTree>
    <p:extLst>
      <p:ext uri="{BB962C8B-B14F-4D97-AF65-F5344CB8AC3E}">
        <p14:creationId xmlns:p14="http://schemas.microsoft.com/office/powerpoint/2010/main" val="1946597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60002353"/>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核心数据输入</a:t>
            </a:r>
            <a:endParaRPr lang="en-US" dirty="0"/>
          </a:p>
        </p:txBody>
      </p:sp>
      <p:pic>
        <p:nvPicPr>
          <p:cNvPr id="5" name="Picture 4">
            <a:extLst>
              <a:ext uri="{FF2B5EF4-FFF2-40B4-BE49-F238E27FC236}">
                <a16:creationId xmlns:a16="http://schemas.microsoft.com/office/drawing/2014/main" id="{4A5547E6-9DDD-4719-A6E8-FC44F68DF4DB}"/>
              </a:ext>
            </a:extLst>
          </p:cNvPr>
          <p:cNvPicPr>
            <a:picLocks noChangeAspect="1"/>
          </p:cNvPicPr>
          <p:nvPr/>
        </p:nvPicPr>
        <p:blipFill rotWithShape="1">
          <a:blip r:embed="rId6"/>
          <a:srcRect r="12090" b="3166"/>
          <a:stretch/>
        </p:blipFill>
        <p:spPr>
          <a:xfrm>
            <a:off x="410543" y="944724"/>
            <a:ext cx="5688632" cy="5652628"/>
          </a:xfrm>
          <a:prstGeom prst="rect">
            <a:avLst/>
          </a:prstGeom>
        </p:spPr>
      </p:pic>
      <p:sp>
        <p:nvSpPr>
          <p:cNvPr id="8" name="TextBox 7">
            <a:extLst>
              <a:ext uri="{FF2B5EF4-FFF2-40B4-BE49-F238E27FC236}">
                <a16:creationId xmlns:a16="http://schemas.microsoft.com/office/drawing/2014/main" id="{B254332D-6DD0-442C-9FFE-CB0AD71F1E0B}"/>
              </a:ext>
            </a:extLst>
          </p:cNvPr>
          <p:cNvSpPr txBox="1"/>
          <p:nvPr/>
        </p:nvSpPr>
        <p:spPr>
          <a:xfrm>
            <a:off x="3613778" y="1268413"/>
            <a:ext cx="2556284" cy="369332"/>
          </a:xfrm>
          <a:prstGeom prst="rect">
            <a:avLst/>
          </a:prstGeom>
          <a:noFill/>
        </p:spPr>
        <p:txBody>
          <a:bodyPr wrap="square">
            <a:spAutoFit/>
          </a:bodyPr>
          <a:lstStyle/>
          <a:p>
            <a:pPr algn="ctr"/>
            <a:r>
              <a:rPr lang="zh-CN" altLang="en-US" dirty="0">
                <a:solidFill>
                  <a:schemeClr val="tx1"/>
                </a:solidFill>
              </a:rPr>
              <a:t>机器硬件信息</a:t>
            </a:r>
            <a:endParaRPr lang="en-US" altLang="zh-CN" dirty="0">
              <a:solidFill>
                <a:schemeClr val="tx1"/>
              </a:solidFill>
            </a:endParaRPr>
          </a:p>
        </p:txBody>
      </p:sp>
      <p:sp>
        <p:nvSpPr>
          <p:cNvPr id="9" name="TextBox 8">
            <a:extLst>
              <a:ext uri="{FF2B5EF4-FFF2-40B4-BE49-F238E27FC236}">
                <a16:creationId xmlns:a16="http://schemas.microsoft.com/office/drawing/2014/main" id="{76D0B34C-E059-4915-9201-DD0BF027BAD2}"/>
              </a:ext>
            </a:extLst>
          </p:cNvPr>
          <p:cNvSpPr txBox="1"/>
          <p:nvPr/>
        </p:nvSpPr>
        <p:spPr>
          <a:xfrm>
            <a:off x="3613778" y="2744924"/>
            <a:ext cx="2556284" cy="369332"/>
          </a:xfrm>
          <a:prstGeom prst="rect">
            <a:avLst/>
          </a:prstGeom>
          <a:noFill/>
        </p:spPr>
        <p:txBody>
          <a:bodyPr wrap="square">
            <a:spAutoFit/>
          </a:bodyPr>
          <a:lstStyle/>
          <a:p>
            <a:pPr algn="ctr"/>
            <a:r>
              <a:rPr lang="zh-CN" altLang="en-US" dirty="0">
                <a:solidFill>
                  <a:schemeClr val="tx1"/>
                </a:solidFill>
              </a:rPr>
              <a:t>产品信息</a:t>
            </a:r>
            <a:endParaRPr lang="en-US" altLang="zh-CN" dirty="0">
              <a:solidFill>
                <a:schemeClr val="tx1"/>
              </a:solidFill>
            </a:endParaRPr>
          </a:p>
        </p:txBody>
      </p:sp>
      <p:sp>
        <p:nvSpPr>
          <p:cNvPr id="10" name="TextBox 9">
            <a:extLst>
              <a:ext uri="{FF2B5EF4-FFF2-40B4-BE49-F238E27FC236}">
                <a16:creationId xmlns:a16="http://schemas.microsoft.com/office/drawing/2014/main" id="{99906C96-C21C-4275-8C17-A0F8DC60F125}"/>
              </a:ext>
            </a:extLst>
          </p:cNvPr>
          <p:cNvSpPr txBox="1"/>
          <p:nvPr/>
        </p:nvSpPr>
        <p:spPr>
          <a:xfrm>
            <a:off x="3613778" y="3738313"/>
            <a:ext cx="2556284" cy="369332"/>
          </a:xfrm>
          <a:prstGeom prst="rect">
            <a:avLst/>
          </a:prstGeom>
          <a:noFill/>
        </p:spPr>
        <p:txBody>
          <a:bodyPr wrap="square">
            <a:spAutoFit/>
          </a:bodyPr>
          <a:lstStyle/>
          <a:p>
            <a:pPr algn="ctr"/>
            <a:r>
              <a:rPr lang="zh-CN" altLang="en-US" dirty="0">
                <a:solidFill>
                  <a:schemeClr val="tx1"/>
                </a:solidFill>
              </a:rPr>
              <a:t>元件测量信息</a:t>
            </a:r>
            <a:endParaRPr lang="en-US" altLang="zh-CN" dirty="0">
              <a:solidFill>
                <a:schemeClr val="tx1"/>
              </a:solidFill>
            </a:endParaRPr>
          </a:p>
        </p:txBody>
      </p:sp>
      <p:sp>
        <p:nvSpPr>
          <p:cNvPr id="11" name="TextBox 10">
            <a:extLst>
              <a:ext uri="{FF2B5EF4-FFF2-40B4-BE49-F238E27FC236}">
                <a16:creationId xmlns:a16="http://schemas.microsoft.com/office/drawing/2014/main" id="{6EA13F68-96E5-41A0-B793-EE28340A729E}"/>
              </a:ext>
            </a:extLst>
          </p:cNvPr>
          <p:cNvSpPr txBox="1"/>
          <p:nvPr/>
        </p:nvSpPr>
        <p:spPr>
          <a:xfrm>
            <a:off x="3613778" y="4784941"/>
            <a:ext cx="2556284" cy="369332"/>
          </a:xfrm>
          <a:prstGeom prst="rect">
            <a:avLst/>
          </a:prstGeom>
          <a:noFill/>
        </p:spPr>
        <p:txBody>
          <a:bodyPr wrap="square">
            <a:spAutoFit/>
          </a:bodyPr>
          <a:lstStyle/>
          <a:p>
            <a:pPr algn="ctr"/>
            <a:r>
              <a:rPr lang="zh-CN" altLang="en-US" dirty="0">
                <a:solidFill>
                  <a:schemeClr val="tx1"/>
                </a:solidFill>
              </a:rPr>
              <a:t>元件拾取信息</a:t>
            </a:r>
            <a:endParaRPr lang="en-US" altLang="zh-CN" dirty="0">
              <a:solidFill>
                <a:schemeClr val="tx1"/>
              </a:solidFill>
            </a:endParaRPr>
          </a:p>
        </p:txBody>
      </p:sp>
      <p:sp>
        <p:nvSpPr>
          <p:cNvPr id="13" name="TextBox 12">
            <a:extLst>
              <a:ext uri="{FF2B5EF4-FFF2-40B4-BE49-F238E27FC236}">
                <a16:creationId xmlns:a16="http://schemas.microsoft.com/office/drawing/2014/main" id="{E0677B42-6B6F-4922-9451-628FBF68049C}"/>
              </a:ext>
            </a:extLst>
          </p:cNvPr>
          <p:cNvSpPr txBox="1"/>
          <p:nvPr/>
        </p:nvSpPr>
        <p:spPr>
          <a:xfrm>
            <a:off x="3613778" y="5811301"/>
            <a:ext cx="2556284" cy="369332"/>
          </a:xfrm>
          <a:prstGeom prst="rect">
            <a:avLst/>
          </a:prstGeom>
          <a:noFill/>
        </p:spPr>
        <p:txBody>
          <a:bodyPr wrap="square">
            <a:spAutoFit/>
          </a:bodyPr>
          <a:lstStyle/>
          <a:p>
            <a:pPr algn="ctr"/>
            <a:r>
              <a:rPr lang="zh-CN" altLang="en-US" dirty="0">
                <a:solidFill>
                  <a:schemeClr val="tx1"/>
                </a:solidFill>
              </a:rPr>
              <a:t>元件贴片信息</a:t>
            </a:r>
            <a:endParaRPr lang="en-US" altLang="zh-CN" dirty="0">
              <a:solidFill>
                <a:schemeClr val="tx1"/>
              </a:solidFill>
            </a:endParaRPr>
          </a:p>
        </p:txBody>
      </p:sp>
      <p:sp>
        <p:nvSpPr>
          <p:cNvPr id="14" name="TextBox 13">
            <a:extLst>
              <a:ext uri="{FF2B5EF4-FFF2-40B4-BE49-F238E27FC236}">
                <a16:creationId xmlns:a16="http://schemas.microsoft.com/office/drawing/2014/main" id="{DC9D92BE-2F65-43B1-B143-B8D9579B002C}"/>
              </a:ext>
            </a:extLst>
          </p:cNvPr>
          <p:cNvSpPr txBox="1"/>
          <p:nvPr/>
        </p:nvSpPr>
        <p:spPr>
          <a:xfrm>
            <a:off x="6585644" y="1268413"/>
            <a:ext cx="5433532" cy="6047809"/>
          </a:xfrm>
          <a:prstGeom prst="rect">
            <a:avLst/>
          </a:prstGeom>
          <a:noFill/>
        </p:spPr>
        <p:txBody>
          <a:bodyPr wrap="square">
            <a:spAutoFit/>
          </a:bodyPr>
          <a:lstStyle/>
          <a:p>
            <a:r>
              <a:rPr lang="zh-CN" altLang="en-US" dirty="0">
                <a:solidFill>
                  <a:schemeClr val="tx1"/>
                </a:solidFill>
              </a:rPr>
              <a:t>每一个产品在经过贴片机加工后，都会产生与之对应的生产过程数据</a:t>
            </a:r>
            <a:endParaRPr lang="en-US" altLang="zh-CN" dirty="0">
              <a:solidFill>
                <a:schemeClr val="tx1"/>
              </a:solidFill>
            </a:endParaRPr>
          </a:p>
          <a:p>
            <a:pPr marL="285750" indent="-285750">
              <a:buFont typeface="Wingdings" panose="05000000000000000000" pitchFamily="2" charset="2"/>
              <a:buChar char="§"/>
            </a:pPr>
            <a:r>
              <a:rPr lang="en-US" altLang="zh-CN" dirty="0">
                <a:solidFill>
                  <a:schemeClr val="tx1"/>
                </a:solidFill>
              </a:rPr>
              <a:t>Production start</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产线信息</a:t>
            </a:r>
            <a:endParaRPr lang="en-US" altLang="zh-CN" dirty="0">
              <a:solidFill>
                <a:schemeClr val="tx1"/>
              </a:solidFill>
            </a:endParaRPr>
          </a:p>
          <a:p>
            <a:pPr lvl="1"/>
            <a:r>
              <a:rPr lang="zh-CN" altLang="en-US" dirty="0">
                <a:solidFill>
                  <a:schemeClr val="tx1"/>
                </a:solidFill>
              </a:rPr>
              <a:t>产品信息</a:t>
            </a:r>
            <a:endParaRPr lang="en-US" altLang="zh-CN" dirty="0">
              <a:solidFill>
                <a:schemeClr val="tx1"/>
              </a:solidFill>
            </a:endParaRPr>
          </a:p>
          <a:p>
            <a:pPr marL="285750" indent="-285750">
              <a:buFont typeface="Wingdings" panose="05000000000000000000" pitchFamily="2" charset="2"/>
              <a:buChar char="§"/>
            </a:pPr>
            <a:r>
              <a:rPr lang="en-US" altLang="zh-CN" dirty="0">
                <a:solidFill>
                  <a:schemeClr val="tx1"/>
                </a:solidFill>
              </a:rPr>
              <a:t>Production progress</a:t>
            </a:r>
          </a:p>
          <a:p>
            <a:pPr lvl="1"/>
            <a:r>
              <a:rPr lang="zh-CN" altLang="en-US" dirty="0">
                <a:solidFill>
                  <a:schemeClr val="tx1"/>
                </a:solidFill>
              </a:rPr>
              <a:t>元件拾取信息</a:t>
            </a:r>
            <a:endParaRPr lang="en-US" altLang="zh-CN" dirty="0">
              <a:solidFill>
                <a:schemeClr val="tx1"/>
              </a:solidFill>
            </a:endParaRPr>
          </a:p>
          <a:p>
            <a:pPr lvl="1"/>
            <a:r>
              <a:rPr lang="zh-CN" altLang="en-US" dirty="0">
                <a:solidFill>
                  <a:schemeClr val="tx1"/>
                </a:solidFill>
              </a:rPr>
              <a:t>元件测量信息</a:t>
            </a:r>
            <a:endParaRPr lang="en-US" altLang="zh-CN" dirty="0">
              <a:solidFill>
                <a:schemeClr val="tx1"/>
              </a:solidFill>
            </a:endParaRPr>
          </a:p>
          <a:p>
            <a:pPr lvl="1"/>
            <a:r>
              <a:rPr lang="zh-CN" altLang="en-US" dirty="0">
                <a:solidFill>
                  <a:schemeClr val="tx1"/>
                </a:solidFill>
              </a:rPr>
              <a:t>元件贴片信息</a:t>
            </a:r>
            <a:endParaRPr lang="en-US" altLang="zh-CN" dirty="0">
              <a:solidFill>
                <a:schemeClr val="tx1"/>
              </a:solidFill>
            </a:endParaRPr>
          </a:p>
          <a:p>
            <a:pPr lvl="1"/>
            <a:r>
              <a:rPr lang="zh-CN" altLang="en-US" dirty="0">
                <a:solidFill>
                  <a:schemeClr val="tx1"/>
                </a:solidFill>
              </a:rPr>
              <a:t>贴片头硬件信息</a:t>
            </a:r>
            <a:endParaRPr lang="en-US" altLang="zh-CN" dirty="0">
              <a:solidFill>
                <a:schemeClr val="tx1"/>
              </a:solidFill>
            </a:endParaRPr>
          </a:p>
          <a:p>
            <a:pPr lvl="1"/>
            <a:r>
              <a:rPr lang="zh-CN" altLang="en-US" dirty="0">
                <a:solidFill>
                  <a:schemeClr val="tx1"/>
                </a:solidFill>
              </a:rPr>
              <a:t>供料器信息</a:t>
            </a:r>
            <a:endParaRPr lang="en-US" altLang="zh-CN" dirty="0">
              <a:solidFill>
                <a:schemeClr val="tx1"/>
              </a:solidFill>
            </a:endParaRPr>
          </a:p>
          <a:p>
            <a:pPr lvl="1"/>
            <a:r>
              <a:rPr lang="zh-CN" altLang="en-US" dirty="0">
                <a:solidFill>
                  <a:schemeClr val="tx1"/>
                </a:solidFill>
              </a:rPr>
              <a:t>物料信息</a:t>
            </a:r>
            <a:endParaRPr lang="en-US" altLang="zh-CN" dirty="0">
              <a:solidFill>
                <a:schemeClr val="tx1"/>
              </a:solidFill>
            </a:endParaRPr>
          </a:p>
          <a:p>
            <a:pPr marL="285750" indent="-285750">
              <a:buFont typeface="Wingdings" panose="05000000000000000000" pitchFamily="2" charset="2"/>
              <a:buChar char="§"/>
            </a:pPr>
            <a:r>
              <a:rPr lang="en-US" altLang="zh-CN" dirty="0">
                <a:solidFill>
                  <a:schemeClr val="tx1"/>
                </a:solidFill>
              </a:rPr>
              <a:t>Production end/ abort</a:t>
            </a:r>
          </a:p>
          <a:p>
            <a:pPr lvl="1"/>
            <a:endParaRPr lang="en-US" altLang="zh-CN" dirty="0">
              <a:solidFill>
                <a:schemeClr val="tx1"/>
              </a:solidFill>
            </a:endParaRPr>
          </a:p>
          <a:p>
            <a:endParaRPr lang="en-US" altLang="zh-CN" dirty="0">
              <a:solidFill>
                <a:schemeClr val="tx1"/>
              </a:solidFill>
            </a:endParaRPr>
          </a:p>
        </p:txBody>
      </p:sp>
    </p:spTree>
    <p:extLst>
      <p:ext uri="{BB962C8B-B14F-4D97-AF65-F5344CB8AC3E}">
        <p14:creationId xmlns:p14="http://schemas.microsoft.com/office/powerpoint/2010/main" val="1650343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3740522380"/>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2" name="Titel 1"/>
          <p:cNvSpPr>
            <a:spLocks noGrp="1"/>
          </p:cNvSpPr>
          <p:nvPr>
            <p:ph type="title"/>
          </p:nvPr>
        </p:nvSpPr>
        <p:spPr/>
        <p:txBody>
          <a:bodyPr vert="horz" anchor="ctr" anchorCtr="0"/>
          <a:lstStyle/>
          <a:p>
            <a:pPr fontAlgn="ctr"/>
            <a:r>
              <a:rPr lang="zh-CN" altLang="en-US" sz="2800" dirty="0"/>
              <a:t>数据存放</a:t>
            </a:r>
            <a:endParaRPr lang="en-US" sz="2800" dirty="0"/>
          </a:p>
        </p:txBody>
      </p:sp>
      <p:pic>
        <p:nvPicPr>
          <p:cNvPr id="40" name="Picture 39">
            <a:extLst>
              <a:ext uri="{FF2B5EF4-FFF2-40B4-BE49-F238E27FC236}">
                <a16:creationId xmlns:a16="http://schemas.microsoft.com/office/drawing/2014/main" id="{292A7609-802D-464F-9177-8C135D53BC16}"/>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59143" y="1386549"/>
            <a:ext cx="12080063" cy="4849062"/>
          </a:xfrm>
          <a:prstGeom prst="rect">
            <a:avLst/>
          </a:prstGeom>
        </p:spPr>
      </p:pic>
    </p:spTree>
    <p:extLst>
      <p:ext uri="{BB962C8B-B14F-4D97-AF65-F5344CB8AC3E}">
        <p14:creationId xmlns:p14="http://schemas.microsoft.com/office/powerpoint/2010/main" val="314789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1991883630"/>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2" name="Titel 1"/>
          <p:cNvSpPr>
            <a:spLocks noGrp="1"/>
          </p:cNvSpPr>
          <p:nvPr>
            <p:ph type="title"/>
          </p:nvPr>
        </p:nvSpPr>
        <p:spPr/>
        <p:txBody>
          <a:bodyPr vert="horz" anchor="ctr" anchorCtr="0"/>
          <a:lstStyle/>
          <a:p>
            <a:pPr fontAlgn="ctr"/>
            <a:r>
              <a:rPr lang="zh-CN" altLang="en-US" sz="2800" dirty="0"/>
              <a:t>基本形态</a:t>
            </a:r>
            <a:endParaRPr lang="en-US" sz="2800" dirty="0"/>
          </a:p>
        </p:txBody>
      </p:sp>
      <p:pic>
        <p:nvPicPr>
          <p:cNvPr id="21" name="Picture 20">
            <a:extLst>
              <a:ext uri="{FF2B5EF4-FFF2-40B4-BE49-F238E27FC236}">
                <a16:creationId xmlns:a16="http://schemas.microsoft.com/office/drawing/2014/main" id="{D02ABAF2-A712-4207-81F9-641698513B86}"/>
              </a:ext>
            </a:extLst>
          </p:cNvPr>
          <p:cNvPicPr>
            <a:picLocks noChangeAspect="1"/>
          </p:cNvPicPr>
          <p:nvPr/>
        </p:nvPicPr>
        <p:blipFill>
          <a:blip r:embed="rId6"/>
          <a:stretch>
            <a:fillRect/>
          </a:stretch>
        </p:blipFill>
        <p:spPr>
          <a:xfrm>
            <a:off x="6067884" y="1226792"/>
            <a:ext cx="2803599" cy="1626144"/>
          </a:xfrm>
          <a:prstGeom prst="rect">
            <a:avLst/>
          </a:prstGeom>
        </p:spPr>
      </p:pic>
      <p:pic>
        <p:nvPicPr>
          <p:cNvPr id="23" name="Picture 22">
            <a:extLst>
              <a:ext uri="{FF2B5EF4-FFF2-40B4-BE49-F238E27FC236}">
                <a16:creationId xmlns:a16="http://schemas.microsoft.com/office/drawing/2014/main" id="{ABB7BE54-F1D9-447F-9A5E-BAF589A8C89F}"/>
              </a:ext>
            </a:extLst>
          </p:cNvPr>
          <p:cNvPicPr>
            <a:picLocks noChangeAspect="1"/>
          </p:cNvPicPr>
          <p:nvPr/>
        </p:nvPicPr>
        <p:blipFill>
          <a:blip r:embed="rId7"/>
          <a:stretch>
            <a:fillRect/>
          </a:stretch>
        </p:blipFill>
        <p:spPr>
          <a:xfrm>
            <a:off x="3120814" y="1223934"/>
            <a:ext cx="2752157" cy="1583276"/>
          </a:xfrm>
          <a:prstGeom prst="rect">
            <a:avLst/>
          </a:prstGeom>
        </p:spPr>
      </p:pic>
      <p:pic>
        <p:nvPicPr>
          <p:cNvPr id="25" name="Picture 24">
            <a:extLst>
              <a:ext uri="{FF2B5EF4-FFF2-40B4-BE49-F238E27FC236}">
                <a16:creationId xmlns:a16="http://schemas.microsoft.com/office/drawing/2014/main" id="{69213B6E-28A3-44FA-AE62-7EF39AC240AB}"/>
              </a:ext>
            </a:extLst>
          </p:cNvPr>
          <p:cNvPicPr>
            <a:picLocks noChangeAspect="1"/>
          </p:cNvPicPr>
          <p:nvPr/>
        </p:nvPicPr>
        <p:blipFill>
          <a:blip r:embed="rId8"/>
          <a:stretch>
            <a:fillRect/>
          </a:stretch>
        </p:blipFill>
        <p:spPr>
          <a:xfrm>
            <a:off x="188616" y="1223934"/>
            <a:ext cx="2743583" cy="1577560"/>
          </a:xfrm>
          <a:prstGeom prst="rect">
            <a:avLst/>
          </a:prstGeom>
        </p:spPr>
      </p:pic>
      <p:sp>
        <p:nvSpPr>
          <p:cNvPr id="27" name="TextBox 26">
            <a:extLst>
              <a:ext uri="{FF2B5EF4-FFF2-40B4-BE49-F238E27FC236}">
                <a16:creationId xmlns:a16="http://schemas.microsoft.com/office/drawing/2014/main" id="{9466F7FA-A8AD-417D-BC18-812E300C655B}"/>
              </a:ext>
            </a:extLst>
          </p:cNvPr>
          <p:cNvSpPr txBox="1"/>
          <p:nvPr/>
        </p:nvSpPr>
        <p:spPr>
          <a:xfrm>
            <a:off x="4595020" y="971436"/>
            <a:ext cx="2750815" cy="369332"/>
          </a:xfrm>
          <a:prstGeom prst="rect">
            <a:avLst/>
          </a:prstGeom>
          <a:noFill/>
        </p:spPr>
        <p:txBody>
          <a:bodyPr wrap="square">
            <a:spAutoFit/>
          </a:bodyPr>
          <a:lstStyle/>
          <a:p>
            <a:pPr algn="ctr"/>
            <a:r>
              <a:rPr lang="en-US" b="1" dirty="0">
                <a:solidFill>
                  <a:srgbClr val="3C464B"/>
                </a:solidFill>
              </a:rPr>
              <a:t>Vacuum absolute</a:t>
            </a:r>
          </a:p>
        </p:txBody>
      </p:sp>
      <p:pic>
        <p:nvPicPr>
          <p:cNvPr id="29" name="Picture 28">
            <a:extLst>
              <a:ext uri="{FF2B5EF4-FFF2-40B4-BE49-F238E27FC236}">
                <a16:creationId xmlns:a16="http://schemas.microsoft.com/office/drawing/2014/main" id="{60521334-8DA9-4CA5-B7A2-A0E553FD65F6}"/>
              </a:ext>
            </a:extLst>
          </p:cNvPr>
          <p:cNvPicPr>
            <a:picLocks noChangeAspect="1"/>
          </p:cNvPicPr>
          <p:nvPr/>
        </p:nvPicPr>
        <p:blipFill>
          <a:blip r:embed="rId9"/>
          <a:stretch>
            <a:fillRect/>
          </a:stretch>
        </p:blipFill>
        <p:spPr>
          <a:xfrm>
            <a:off x="9110314" y="1223934"/>
            <a:ext cx="2766446" cy="1586134"/>
          </a:xfrm>
          <a:prstGeom prst="rect">
            <a:avLst/>
          </a:prstGeom>
        </p:spPr>
      </p:pic>
      <p:pic>
        <p:nvPicPr>
          <p:cNvPr id="33" name="Picture 32">
            <a:extLst>
              <a:ext uri="{FF2B5EF4-FFF2-40B4-BE49-F238E27FC236}">
                <a16:creationId xmlns:a16="http://schemas.microsoft.com/office/drawing/2014/main" id="{D71F9381-1BDE-4008-8592-617B6BC18CF8}"/>
              </a:ext>
            </a:extLst>
          </p:cNvPr>
          <p:cNvPicPr>
            <a:picLocks noChangeAspect="1"/>
          </p:cNvPicPr>
          <p:nvPr/>
        </p:nvPicPr>
        <p:blipFill>
          <a:blip r:embed="rId10"/>
          <a:stretch>
            <a:fillRect/>
          </a:stretch>
        </p:blipFill>
        <p:spPr>
          <a:xfrm>
            <a:off x="9121745" y="3094561"/>
            <a:ext cx="2755015" cy="1588992"/>
          </a:xfrm>
          <a:prstGeom prst="rect">
            <a:avLst/>
          </a:prstGeom>
        </p:spPr>
      </p:pic>
      <p:pic>
        <p:nvPicPr>
          <p:cNvPr id="35" name="Picture 34">
            <a:extLst>
              <a:ext uri="{FF2B5EF4-FFF2-40B4-BE49-F238E27FC236}">
                <a16:creationId xmlns:a16="http://schemas.microsoft.com/office/drawing/2014/main" id="{AC37F225-1BE6-40F0-89FB-39583506CE72}"/>
              </a:ext>
            </a:extLst>
          </p:cNvPr>
          <p:cNvPicPr>
            <a:picLocks noChangeAspect="1"/>
          </p:cNvPicPr>
          <p:nvPr/>
        </p:nvPicPr>
        <p:blipFill>
          <a:blip r:embed="rId11"/>
          <a:stretch>
            <a:fillRect/>
          </a:stretch>
        </p:blipFill>
        <p:spPr>
          <a:xfrm>
            <a:off x="6056453" y="3116427"/>
            <a:ext cx="2815030" cy="1603281"/>
          </a:xfrm>
          <a:prstGeom prst="rect">
            <a:avLst/>
          </a:prstGeom>
        </p:spPr>
      </p:pic>
      <p:pic>
        <p:nvPicPr>
          <p:cNvPr id="37" name="Picture 36">
            <a:extLst>
              <a:ext uri="{FF2B5EF4-FFF2-40B4-BE49-F238E27FC236}">
                <a16:creationId xmlns:a16="http://schemas.microsoft.com/office/drawing/2014/main" id="{D38719B2-1B41-4A3C-8D9D-BE58434B2DFB}"/>
              </a:ext>
            </a:extLst>
          </p:cNvPr>
          <p:cNvPicPr>
            <a:picLocks noChangeAspect="1"/>
          </p:cNvPicPr>
          <p:nvPr/>
        </p:nvPicPr>
        <p:blipFill>
          <a:blip r:embed="rId12"/>
          <a:stretch>
            <a:fillRect/>
          </a:stretch>
        </p:blipFill>
        <p:spPr>
          <a:xfrm>
            <a:off x="3059698" y="3146435"/>
            <a:ext cx="2823604" cy="1591850"/>
          </a:xfrm>
          <a:prstGeom prst="rect">
            <a:avLst/>
          </a:prstGeom>
        </p:spPr>
      </p:pic>
      <p:sp>
        <p:nvSpPr>
          <p:cNvPr id="14" name="TextBox 13">
            <a:extLst>
              <a:ext uri="{FF2B5EF4-FFF2-40B4-BE49-F238E27FC236}">
                <a16:creationId xmlns:a16="http://schemas.microsoft.com/office/drawing/2014/main" id="{C6B13987-5FE8-4353-9144-F78162873C69}"/>
              </a:ext>
            </a:extLst>
          </p:cNvPr>
          <p:cNvSpPr txBox="1"/>
          <p:nvPr/>
        </p:nvSpPr>
        <p:spPr>
          <a:xfrm>
            <a:off x="4674021" y="2843644"/>
            <a:ext cx="2750815" cy="369332"/>
          </a:xfrm>
          <a:prstGeom prst="rect">
            <a:avLst/>
          </a:prstGeom>
          <a:noFill/>
        </p:spPr>
        <p:txBody>
          <a:bodyPr wrap="square">
            <a:spAutoFit/>
          </a:bodyPr>
          <a:lstStyle/>
          <a:p>
            <a:pPr algn="ctr"/>
            <a:r>
              <a:rPr lang="en-US" b="1" dirty="0" err="1">
                <a:solidFill>
                  <a:srgbClr val="3C464B"/>
                </a:solidFill>
              </a:rPr>
              <a:t>Airkiss</a:t>
            </a:r>
            <a:r>
              <a:rPr lang="en-US" b="1" dirty="0">
                <a:solidFill>
                  <a:srgbClr val="3C464B"/>
                </a:solidFill>
              </a:rPr>
              <a:t> pressure</a:t>
            </a:r>
          </a:p>
        </p:txBody>
      </p:sp>
      <p:pic>
        <p:nvPicPr>
          <p:cNvPr id="10" name="Picture 9">
            <a:extLst>
              <a:ext uri="{FF2B5EF4-FFF2-40B4-BE49-F238E27FC236}">
                <a16:creationId xmlns:a16="http://schemas.microsoft.com/office/drawing/2014/main" id="{15421EDD-79B2-4D81-9972-B6CD06309B9D}"/>
              </a:ext>
            </a:extLst>
          </p:cNvPr>
          <p:cNvPicPr>
            <a:picLocks noChangeAspect="1"/>
          </p:cNvPicPr>
          <p:nvPr/>
        </p:nvPicPr>
        <p:blipFill>
          <a:blip r:embed="rId13"/>
          <a:stretch>
            <a:fillRect/>
          </a:stretch>
        </p:blipFill>
        <p:spPr>
          <a:xfrm>
            <a:off x="141088" y="3123572"/>
            <a:ext cx="2766446" cy="1637576"/>
          </a:xfrm>
          <a:prstGeom prst="rect">
            <a:avLst/>
          </a:prstGeom>
        </p:spPr>
      </p:pic>
      <p:sp>
        <p:nvSpPr>
          <p:cNvPr id="15" name="TextBox 14">
            <a:extLst>
              <a:ext uri="{FF2B5EF4-FFF2-40B4-BE49-F238E27FC236}">
                <a16:creationId xmlns:a16="http://schemas.microsoft.com/office/drawing/2014/main" id="{0D4E24F8-46D6-4D98-B529-855E2FBCCBFC}"/>
              </a:ext>
            </a:extLst>
          </p:cNvPr>
          <p:cNvSpPr txBox="1"/>
          <p:nvPr/>
        </p:nvSpPr>
        <p:spPr>
          <a:xfrm>
            <a:off x="4723767" y="4689140"/>
            <a:ext cx="2750815" cy="369332"/>
          </a:xfrm>
          <a:prstGeom prst="rect">
            <a:avLst/>
          </a:prstGeom>
          <a:noFill/>
        </p:spPr>
        <p:txBody>
          <a:bodyPr wrap="square">
            <a:spAutoFit/>
          </a:bodyPr>
          <a:lstStyle/>
          <a:p>
            <a:pPr algn="ctr"/>
            <a:r>
              <a:rPr lang="en-US" altLang="zh-CN" b="1" dirty="0">
                <a:solidFill>
                  <a:srgbClr val="3C464B"/>
                </a:solidFill>
              </a:rPr>
              <a:t>Holding circuit</a:t>
            </a:r>
            <a:endParaRPr lang="en-US" b="1" dirty="0">
              <a:solidFill>
                <a:srgbClr val="3C464B"/>
              </a:solidFill>
            </a:endParaRPr>
          </a:p>
        </p:txBody>
      </p:sp>
      <p:pic>
        <p:nvPicPr>
          <p:cNvPr id="6" name="Picture 5">
            <a:extLst>
              <a:ext uri="{FF2B5EF4-FFF2-40B4-BE49-F238E27FC236}">
                <a16:creationId xmlns:a16="http://schemas.microsoft.com/office/drawing/2014/main" id="{52CA7EDF-B836-4B11-90C4-7A6A79907200}"/>
              </a:ext>
            </a:extLst>
          </p:cNvPr>
          <p:cNvPicPr>
            <a:picLocks noChangeAspect="1"/>
          </p:cNvPicPr>
          <p:nvPr/>
        </p:nvPicPr>
        <p:blipFill>
          <a:blip r:embed="rId14"/>
          <a:stretch>
            <a:fillRect/>
          </a:stretch>
        </p:blipFill>
        <p:spPr>
          <a:xfrm>
            <a:off x="141088" y="5013626"/>
            <a:ext cx="2760730" cy="1583276"/>
          </a:xfrm>
          <a:prstGeom prst="rect">
            <a:avLst/>
          </a:prstGeom>
        </p:spPr>
      </p:pic>
      <p:pic>
        <p:nvPicPr>
          <p:cNvPr id="8" name="Picture 7">
            <a:extLst>
              <a:ext uri="{FF2B5EF4-FFF2-40B4-BE49-F238E27FC236}">
                <a16:creationId xmlns:a16="http://schemas.microsoft.com/office/drawing/2014/main" id="{97F3CED0-70AF-4ED1-88D2-619AF003290D}"/>
              </a:ext>
            </a:extLst>
          </p:cNvPr>
          <p:cNvPicPr>
            <a:picLocks noChangeAspect="1"/>
          </p:cNvPicPr>
          <p:nvPr/>
        </p:nvPicPr>
        <p:blipFill>
          <a:blip r:embed="rId15"/>
          <a:stretch>
            <a:fillRect/>
          </a:stretch>
        </p:blipFill>
        <p:spPr>
          <a:xfrm>
            <a:off x="3024546" y="5013626"/>
            <a:ext cx="2769304" cy="1574702"/>
          </a:xfrm>
          <a:prstGeom prst="rect">
            <a:avLst/>
          </a:prstGeom>
        </p:spPr>
      </p:pic>
      <p:pic>
        <p:nvPicPr>
          <p:cNvPr id="11" name="Picture 10">
            <a:extLst>
              <a:ext uri="{FF2B5EF4-FFF2-40B4-BE49-F238E27FC236}">
                <a16:creationId xmlns:a16="http://schemas.microsoft.com/office/drawing/2014/main" id="{06E8C8D3-4688-4FA1-8E60-6EC145E616E0}"/>
              </a:ext>
            </a:extLst>
          </p:cNvPr>
          <p:cNvPicPr>
            <a:picLocks noChangeAspect="1"/>
          </p:cNvPicPr>
          <p:nvPr/>
        </p:nvPicPr>
        <p:blipFill>
          <a:blip r:embed="rId16"/>
          <a:stretch>
            <a:fillRect/>
          </a:stretch>
        </p:blipFill>
        <p:spPr>
          <a:xfrm>
            <a:off x="6087889" y="4975907"/>
            <a:ext cx="2752157" cy="1611855"/>
          </a:xfrm>
          <a:prstGeom prst="rect">
            <a:avLst/>
          </a:prstGeom>
        </p:spPr>
      </p:pic>
      <p:pic>
        <p:nvPicPr>
          <p:cNvPr id="13" name="Picture 12">
            <a:extLst>
              <a:ext uri="{FF2B5EF4-FFF2-40B4-BE49-F238E27FC236}">
                <a16:creationId xmlns:a16="http://schemas.microsoft.com/office/drawing/2014/main" id="{DE6E5C36-91A4-44F2-8D8F-D10B6C8CFB6A}"/>
              </a:ext>
            </a:extLst>
          </p:cNvPr>
          <p:cNvPicPr>
            <a:picLocks noChangeAspect="1"/>
          </p:cNvPicPr>
          <p:nvPr/>
        </p:nvPicPr>
        <p:blipFill>
          <a:blip r:embed="rId17"/>
          <a:stretch>
            <a:fillRect/>
          </a:stretch>
        </p:blipFill>
        <p:spPr>
          <a:xfrm>
            <a:off x="9110314" y="4974626"/>
            <a:ext cx="2715004" cy="1594708"/>
          </a:xfrm>
          <a:prstGeom prst="rect">
            <a:avLst/>
          </a:prstGeom>
        </p:spPr>
      </p:pic>
    </p:spTree>
    <p:extLst>
      <p:ext uri="{BB962C8B-B14F-4D97-AF65-F5344CB8AC3E}">
        <p14:creationId xmlns:p14="http://schemas.microsoft.com/office/powerpoint/2010/main" val="2843964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1177769792"/>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其他可以利用的数据</a:t>
            </a:r>
            <a:endParaRPr lang="en-US" dirty="0"/>
          </a:p>
        </p:txBody>
      </p:sp>
      <p:pic>
        <p:nvPicPr>
          <p:cNvPr id="5" name="Picture 4">
            <a:extLst>
              <a:ext uri="{FF2B5EF4-FFF2-40B4-BE49-F238E27FC236}">
                <a16:creationId xmlns:a16="http://schemas.microsoft.com/office/drawing/2014/main" id="{EA50CC86-C517-40C3-BEF9-F4DFC05F8852}"/>
              </a:ext>
            </a:extLst>
          </p:cNvPr>
          <p:cNvPicPr>
            <a:picLocks noChangeAspect="1"/>
          </p:cNvPicPr>
          <p:nvPr/>
        </p:nvPicPr>
        <p:blipFill>
          <a:blip r:embed="rId6"/>
          <a:stretch>
            <a:fillRect/>
          </a:stretch>
        </p:blipFill>
        <p:spPr>
          <a:xfrm>
            <a:off x="518555" y="1160748"/>
            <a:ext cx="6122698" cy="3657600"/>
          </a:xfrm>
          <a:prstGeom prst="rect">
            <a:avLst/>
          </a:prstGeom>
        </p:spPr>
      </p:pic>
      <p:sp>
        <p:nvSpPr>
          <p:cNvPr id="7" name="TextBox 6">
            <a:extLst>
              <a:ext uri="{FF2B5EF4-FFF2-40B4-BE49-F238E27FC236}">
                <a16:creationId xmlns:a16="http://schemas.microsoft.com/office/drawing/2014/main" id="{C5A9E2F3-698F-4678-B8F6-EE0C607E0FF8}"/>
              </a:ext>
            </a:extLst>
          </p:cNvPr>
          <p:cNvSpPr txBox="1"/>
          <p:nvPr/>
        </p:nvSpPr>
        <p:spPr>
          <a:xfrm>
            <a:off x="2462771" y="1592796"/>
            <a:ext cx="2556284" cy="369332"/>
          </a:xfrm>
          <a:prstGeom prst="rect">
            <a:avLst/>
          </a:prstGeom>
          <a:noFill/>
        </p:spPr>
        <p:txBody>
          <a:bodyPr wrap="square">
            <a:spAutoFit/>
          </a:bodyPr>
          <a:lstStyle/>
          <a:p>
            <a:pPr algn="ctr"/>
            <a:r>
              <a:rPr lang="zh-CN" altLang="en-US" dirty="0">
                <a:solidFill>
                  <a:schemeClr val="tx1"/>
                </a:solidFill>
              </a:rPr>
              <a:t>机器日志</a:t>
            </a:r>
            <a:endParaRPr lang="en-US" altLang="zh-CN" dirty="0">
              <a:solidFill>
                <a:schemeClr val="tx1"/>
              </a:solidFill>
            </a:endParaRPr>
          </a:p>
        </p:txBody>
      </p:sp>
      <p:sp>
        <p:nvSpPr>
          <p:cNvPr id="9" name="TextBox 8">
            <a:extLst>
              <a:ext uri="{FF2B5EF4-FFF2-40B4-BE49-F238E27FC236}">
                <a16:creationId xmlns:a16="http://schemas.microsoft.com/office/drawing/2014/main" id="{D4771ABD-4384-4EAB-AD28-B5876422F480}"/>
              </a:ext>
            </a:extLst>
          </p:cNvPr>
          <p:cNvSpPr txBox="1"/>
          <p:nvPr/>
        </p:nvSpPr>
        <p:spPr>
          <a:xfrm>
            <a:off x="518555" y="5049180"/>
            <a:ext cx="6120680" cy="1061829"/>
          </a:xfrm>
          <a:prstGeom prst="rect">
            <a:avLst/>
          </a:prstGeom>
          <a:noFill/>
        </p:spPr>
        <p:txBody>
          <a:bodyPr wrap="square">
            <a:spAutoFit/>
          </a:bodyPr>
          <a:lstStyle/>
          <a:p>
            <a:r>
              <a:rPr lang="zh-CN" altLang="en-US" dirty="0">
                <a:solidFill>
                  <a:schemeClr val="tx1"/>
                </a:solidFill>
              </a:rPr>
              <a:t>机器错误日志包括机器在开机状态下所有自身能够识别到的正常信息变化，以及错误状态下的信息</a:t>
            </a:r>
            <a:endParaRPr lang="en-US" altLang="zh-CN" dirty="0">
              <a:solidFill>
                <a:schemeClr val="tx1"/>
              </a:solidFill>
            </a:endParaRPr>
          </a:p>
          <a:p>
            <a:r>
              <a:rPr lang="zh-CN" altLang="en-US" dirty="0">
                <a:solidFill>
                  <a:schemeClr val="tx1"/>
                </a:solidFill>
              </a:rPr>
              <a:t>该数据上传到</a:t>
            </a:r>
            <a:r>
              <a:rPr lang="en-US" altLang="zh-CN" dirty="0">
                <a:solidFill>
                  <a:schemeClr val="tx1"/>
                </a:solidFill>
              </a:rPr>
              <a:t>sever</a:t>
            </a:r>
            <a:r>
              <a:rPr lang="zh-CN" altLang="en-US" dirty="0">
                <a:solidFill>
                  <a:schemeClr val="tx1"/>
                </a:solidFill>
              </a:rPr>
              <a:t>上，部分信息已经清洗到数据库</a:t>
            </a:r>
            <a:endParaRPr lang="en-US" altLang="zh-CN" dirty="0">
              <a:solidFill>
                <a:schemeClr val="tx1"/>
              </a:solidFill>
            </a:endParaRPr>
          </a:p>
        </p:txBody>
      </p:sp>
      <p:pic>
        <p:nvPicPr>
          <p:cNvPr id="10" name="Picture 9">
            <a:extLst>
              <a:ext uri="{FF2B5EF4-FFF2-40B4-BE49-F238E27FC236}">
                <a16:creationId xmlns:a16="http://schemas.microsoft.com/office/drawing/2014/main" id="{CCE2C7B9-76F9-4FEE-8B61-8C5790767F63}"/>
              </a:ext>
            </a:extLst>
          </p:cNvPr>
          <p:cNvPicPr>
            <a:picLocks noChangeAspect="1"/>
          </p:cNvPicPr>
          <p:nvPr/>
        </p:nvPicPr>
        <p:blipFill>
          <a:blip r:embed="rId7"/>
          <a:stretch>
            <a:fillRect/>
          </a:stretch>
        </p:blipFill>
        <p:spPr>
          <a:xfrm>
            <a:off x="7035279" y="1153719"/>
            <a:ext cx="4082999" cy="3657600"/>
          </a:xfrm>
          <a:prstGeom prst="rect">
            <a:avLst/>
          </a:prstGeom>
        </p:spPr>
      </p:pic>
      <p:sp>
        <p:nvSpPr>
          <p:cNvPr id="13" name="TextBox 12">
            <a:extLst>
              <a:ext uri="{FF2B5EF4-FFF2-40B4-BE49-F238E27FC236}">
                <a16:creationId xmlns:a16="http://schemas.microsoft.com/office/drawing/2014/main" id="{58EAC250-6FF2-4326-B6C6-4FC982C7FB66}"/>
              </a:ext>
            </a:extLst>
          </p:cNvPr>
          <p:cNvSpPr txBox="1"/>
          <p:nvPr/>
        </p:nvSpPr>
        <p:spPr>
          <a:xfrm>
            <a:off x="8979495" y="1605147"/>
            <a:ext cx="2556284" cy="369332"/>
          </a:xfrm>
          <a:prstGeom prst="rect">
            <a:avLst/>
          </a:prstGeom>
          <a:noFill/>
        </p:spPr>
        <p:txBody>
          <a:bodyPr wrap="square">
            <a:spAutoFit/>
          </a:bodyPr>
          <a:lstStyle/>
          <a:p>
            <a:pPr algn="ctr"/>
            <a:r>
              <a:rPr lang="zh-CN" altLang="en-US" dirty="0">
                <a:solidFill>
                  <a:schemeClr val="tx1"/>
                </a:solidFill>
              </a:rPr>
              <a:t>贴片统计</a:t>
            </a:r>
            <a:endParaRPr lang="en-US" altLang="zh-CN" dirty="0">
              <a:solidFill>
                <a:schemeClr val="tx1"/>
              </a:solidFill>
            </a:endParaRPr>
          </a:p>
        </p:txBody>
      </p:sp>
      <p:sp>
        <p:nvSpPr>
          <p:cNvPr id="14" name="TextBox 13">
            <a:extLst>
              <a:ext uri="{FF2B5EF4-FFF2-40B4-BE49-F238E27FC236}">
                <a16:creationId xmlns:a16="http://schemas.microsoft.com/office/drawing/2014/main" id="{60F31AA4-4B37-4483-98BC-E2941BAEC829}"/>
              </a:ext>
            </a:extLst>
          </p:cNvPr>
          <p:cNvSpPr txBox="1"/>
          <p:nvPr/>
        </p:nvSpPr>
        <p:spPr>
          <a:xfrm>
            <a:off x="7035279" y="5049180"/>
            <a:ext cx="4824536" cy="1338828"/>
          </a:xfrm>
          <a:prstGeom prst="rect">
            <a:avLst/>
          </a:prstGeom>
          <a:noFill/>
        </p:spPr>
        <p:txBody>
          <a:bodyPr wrap="square">
            <a:spAutoFit/>
          </a:bodyPr>
          <a:lstStyle/>
          <a:p>
            <a:r>
              <a:rPr lang="zh-CN" altLang="en-US" dirty="0">
                <a:solidFill>
                  <a:schemeClr val="tx1"/>
                </a:solidFill>
              </a:rPr>
              <a:t>贴片统计以单个贴片头为最小对象，统计了贴片头的贴片数量，以及在单个时间段内的部分硬件的极值</a:t>
            </a:r>
            <a:endParaRPr lang="en-US" altLang="zh-CN" dirty="0">
              <a:solidFill>
                <a:schemeClr val="tx1"/>
              </a:solidFill>
            </a:endParaRPr>
          </a:p>
          <a:p>
            <a:r>
              <a:rPr lang="zh-CN" altLang="en-US" dirty="0">
                <a:solidFill>
                  <a:schemeClr val="tx1"/>
                </a:solidFill>
              </a:rPr>
              <a:t>该数据已经上传到</a:t>
            </a:r>
            <a:r>
              <a:rPr lang="en-US" altLang="zh-CN" dirty="0">
                <a:solidFill>
                  <a:schemeClr val="tx1"/>
                </a:solidFill>
              </a:rPr>
              <a:t>sever</a:t>
            </a:r>
            <a:r>
              <a:rPr lang="zh-CN" altLang="en-US" dirty="0">
                <a:solidFill>
                  <a:schemeClr val="tx1"/>
                </a:solidFill>
              </a:rPr>
              <a:t>上</a:t>
            </a:r>
            <a:endParaRPr lang="en-US" altLang="zh-CN" dirty="0">
              <a:solidFill>
                <a:schemeClr val="tx1"/>
              </a:solidFill>
            </a:endParaRPr>
          </a:p>
        </p:txBody>
      </p:sp>
    </p:spTree>
    <p:extLst>
      <p:ext uri="{BB962C8B-B14F-4D97-AF65-F5344CB8AC3E}">
        <p14:creationId xmlns:p14="http://schemas.microsoft.com/office/powerpoint/2010/main" val="3541839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1981118869"/>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结论输出</a:t>
            </a:r>
            <a:endParaRPr lang="en-US" dirty="0"/>
          </a:p>
        </p:txBody>
      </p:sp>
      <p:pic>
        <p:nvPicPr>
          <p:cNvPr id="2" name="Picture 1">
            <a:extLst>
              <a:ext uri="{FF2B5EF4-FFF2-40B4-BE49-F238E27FC236}">
                <a16:creationId xmlns:a16="http://schemas.microsoft.com/office/drawing/2014/main" id="{35E97077-5846-4AEB-B358-3D130895021E}"/>
              </a:ext>
            </a:extLst>
          </p:cNvPr>
          <p:cNvPicPr>
            <a:picLocks noChangeAspect="1"/>
          </p:cNvPicPr>
          <p:nvPr/>
        </p:nvPicPr>
        <p:blipFill>
          <a:blip r:embed="rId6"/>
          <a:stretch>
            <a:fillRect/>
          </a:stretch>
        </p:blipFill>
        <p:spPr>
          <a:xfrm>
            <a:off x="950603" y="1240346"/>
            <a:ext cx="10675021" cy="4377307"/>
          </a:xfrm>
          <a:prstGeom prst="rect">
            <a:avLst/>
          </a:prstGeom>
        </p:spPr>
      </p:pic>
      <p:sp>
        <p:nvSpPr>
          <p:cNvPr id="7" name="TextBox 6">
            <a:extLst>
              <a:ext uri="{FF2B5EF4-FFF2-40B4-BE49-F238E27FC236}">
                <a16:creationId xmlns:a16="http://schemas.microsoft.com/office/drawing/2014/main" id="{E60C49D4-E1A0-4179-A70B-7B0F929CA39F}"/>
              </a:ext>
            </a:extLst>
          </p:cNvPr>
          <p:cNvSpPr txBox="1"/>
          <p:nvPr/>
        </p:nvSpPr>
        <p:spPr>
          <a:xfrm>
            <a:off x="948341" y="5554977"/>
            <a:ext cx="10371414" cy="646331"/>
          </a:xfrm>
          <a:prstGeom prst="rect">
            <a:avLst/>
          </a:prstGeom>
          <a:noFill/>
        </p:spPr>
        <p:txBody>
          <a:bodyPr wrap="square">
            <a:spAutoFit/>
          </a:bodyPr>
          <a:lstStyle/>
          <a:p>
            <a:r>
              <a:rPr lang="zh-CN" altLang="en-US" dirty="0">
                <a:solidFill>
                  <a:schemeClr val="tx1"/>
                </a:solidFill>
              </a:rPr>
              <a:t>通过数据分析，建立硬件性能的数学模型，并分析与生产时间或者生产量之间的变化趋势相关性，输出可信赖的硬件故障的失效预警值</a:t>
            </a:r>
            <a:endParaRPr lang="en-US" dirty="0">
              <a:solidFill>
                <a:schemeClr val="tx1"/>
              </a:solidFill>
            </a:endParaRPr>
          </a:p>
        </p:txBody>
      </p:sp>
      <p:sp>
        <p:nvSpPr>
          <p:cNvPr id="8" name="TextBox 7">
            <a:extLst>
              <a:ext uri="{FF2B5EF4-FFF2-40B4-BE49-F238E27FC236}">
                <a16:creationId xmlns:a16="http://schemas.microsoft.com/office/drawing/2014/main" id="{C06DC546-5F65-45FC-AA58-103695E9872E}"/>
              </a:ext>
            </a:extLst>
          </p:cNvPr>
          <p:cNvSpPr txBox="1"/>
          <p:nvPr/>
        </p:nvSpPr>
        <p:spPr>
          <a:xfrm>
            <a:off x="3362871" y="2139427"/>
            <a:ext cx="2045087" cy="369332"/>
          </a:xfrm>
          <a:prstGeom prst="rect">
            <a:avLst/>
          </a:prstGeom>
          <a:noFill/>
        </p:spPr>
        <p:txBody>
          <a:bodyPr wrap="square">
            <a:spAutoFit/>
          </a:bodyPr>
          <a:lstStyle/>
          <a:p>
            <a:r>
              <a:rPr lang="zh-CN" altLang="en-US" dirty="0">
                <a:solidFill>
                  <a:schemeClr val="tx1"/>
                </a:solidFill>
              </a:rPr>
              <a:t>假想模型</a:t>
            </a:r>
            <a:endParaRPr lang="en-US" dirty="0"/>
          </a:p>
        </p:txBody>
      </p:sp>
    </p:spTree>
    <p:extLst>
      <p:ext uri="{BB962C8B-B14F-4D97-AF65-F5344CB8AC3E}">
        <p14:creationId xmlns:p14="http://schemas.microsoft.com/office/powerpoint/2010/main" val="3127347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4089484587"/>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t>总体规划</a:t>
            </a:r>
            <a:endParaRPr lang="en-US" dirty="0"/>
          </a:p>
        </p:txBody>
      </p:sp>
      <p:sp>
        <p:nvSpPr>
          <p:cNvPr id="9" name="TextBox 8">
            <a:extLst>
              <a:ext uri="{FF2B5EF4-FFF2-40B4-BE49-F238E27FC236}">
                <a16:creationId xmlns:a16="http://schemas.microsoft.com/office/drawing/2014/main" id="{61C21DC9-CB03-435D-AE23-3367C8909BE2}"/>
              </a:ext>
            </a:extLst>
          </p:cNvPr>
          <p:cNvSpPr txBox="1"/>
          <p:nvPr/>
        </p:nvSpPr>
        <p:spPr>
          <a:xfrm>
            <a:off x="518555" y="1263568"/>
            <a:ext cx="1332148" cy="400110"/>
          </a:xfrm>
          <a:prstGeom prst="rect">
            <a:avLst/>
          </a:prstGeom>
          <a:noFill/>
        </p:spPr>
        <p:txBody>
          <a:bodyPr wrap="square">
            <a:spAutoFit/>
          </a:bodyPr>
          <a:lstStyle/>
          <a:p>
            <a:r>
              <a:rPr lang="zh-CN" altLang="en-US" sz="2000" b="1" dirty="0">
                <a:highlight>
                  <a:srgbClr val="006487"/>
                </a:highlight>
              </a:rPr>
              <a:t>第一阶段</a:t>
            </a:r>
            <a:endParaRPr lang="en-US" sz="2000" b="1" dirty="0">
              <a:highlight>
                <a:srgbClr val="006487"/>
              </a:highlight>
            </a:endParaRPr>
          </a:p>
        </p:txBody>
      </p:sp>
      <p:sp>
        <p:nvSpPr>
          <p:cNvPr id="11" name="TextBox 10">
            <a:extLst>
              <a:ext uri="{FF2B5EF4-FFF2-40B4-BE49-F238E27FC236}">
                <a16:creationId xmlns:a16="http://schemas.microsoft.com/office/drawing/2014/main" id="{7602C8C0-ED12-4507-83B3-71884B7FF8A2}"/>
              </a:ext>
            </a:extLst>
          </p:cNvPr>
          <p:cNvSpPr txBox="1"/>
          <p:nvPr/>
        </p:nvSpPr>
        <p:spPr>
          <a:xfrm>
            <a:off x="518555" y="1706939"/>
            <a:ext cx="10726462" cy="2446824"/>
          </a:xfrm>
          <a:prstGeom prst="rect">
            <a:avLst/>
          </a:prstGeom>
          <a:noFill/>
        </p:spPr>
        <p:txBody>
          <a:bodyPr wrap="square">
            <a:spAutoFit/>
          </a:bodyPr>
          <a:lstStyle/>
          <a:p>
            <a:r>
              <a:rPr lang="zh-CN" altLang="en-US" b="1" dirty="0">
                <a:solidFill>
                  <a:schemeClr val="tx1"/>
                </a:solidFill>
              </a:rPr>
              <a:t>目标：</a:t>
            </a:r>
            <a:r>
              <a:rPr lang="zh-CN" altLang="en-US" dirty="0">
                <a:solidFill>
                  <a:schemeClr val="tx1"/>
                </a:solidFill>
              </a:rPr>
              <a:t>以真空值为研究对象，建立数学模型，输出真空发生器的性能的关键指标，实现预见性维护保养</a:t>
            </a:r>
            <a:endParaRPr lang="en-US" altLang="zh-CN" dirty="0">
              <a:solidFill>
                <a:schemeClr val="tx1"/>
              </a:solidFill>
            </a:endParaRPr>
          </a:p>
          <a:p>
            <a:r>
              <a:rPr lang="zh-CN" altLang="en-US" b="1" dirty="0">
                <a:solidFill>
                  <a:schemeClr val="tx1"/>
                </a:solidFill>
              </a:rPr>
              <a:t>重点： </a:t>
            </a:r>
            <a:endParaRPr lang="en-US" altLang="zh-CN" b="1" dirty="0">
              <a:solidFill>
                <a:schemeClr val="tx1"/>
              </a:solidFill>
            </a:endParaRPr>
          </a:p>
          <a:p>
            <a:pPr marL="800100" lvl="1" indent="-342900">
              <a:buFont typeface="+mj-lt"/>
              <a:buAutoNum type="arabicPeriod"/>
            </a:pPr>
            <a:r>
              <a:rPr lang="zh-CN" altLang="en-US" dirty="0">
                <a:solidFill>
                  <a:schemeClr val="tx1"/>
                </a:solidFill>
              </a:rPr>
              <a:t>在同一真空条件下，因吸嘴的口径大小不一样，建立和拟合不同吸嘴间的真空值模型</a:t>
            </a:r>
            <a:endParaRPr lang="en-US" altLang="zh-CN" dirty="0">
              <a:solidFill>
                <a:schemeClr val="tx1"/>
              </a:solidFill>
            </a:endParaRPr>
          </a:p>
          <a:p>
            <a:pPr marL="800100" lvl="1" indent="-342900">
              <a:buFont typeface="+mj-lt"/>
              <a:buAutoNum type="arabicPeriod"/>
            </a:pPr>
            <a:r>
              <a:rPr lang="zh-CN" altLang="en-US" dirty="0">
                <a:solidFill>
                  <a:schemeClr val="tx1"/>
                </a:solidFill>
              </a:rPr>
              <a:t>建立真空值随时间或者产量的衰减曲线模型</a:t>
            </a:r>
            <a:endParaRPr lang="en-US" altLang="zh-CN" dirty="0">
              <a:solidFill>
                <a:schemeClr val="tx1"/>
              </a:solidFill>
            </a:endParaRPr>
          </a:p>
          <a:p>
            <a:pPr marL="800100" lvl="1" indent="-342900">
              <a:buFont typeface="+mj-lt"/>
              <a:buAutoNum type="arabicPeriod"/>
            </a:pPr>
            <a:r>
              <a:rPr lang="zh-CN" altLang="en-US" dirty="0">
                <a:solidFill>
                  <a:schemeClr val="tx1"/>
                </a:solidFill>
              </a:rPr>
              <a:t>真空值受吸嘴和物料状态的影响，需有模型判定和排除干扰因素</a:t>
            </a:r>
            <a:endParaRPr lang="en-US" altLang="zh-CN" dirty="0">
              <a:solidFill>
                <a:schemeClr val="tx1"/>
              </a:solidFill>
            </a:endParaRPr>
          </a:p>
          <a:p>
            <a:r>
              <a:rPr lang="zh-CN" altLang="en-US" b="1" dirty="0">
                <a:solidFill>
                  <a:schemeClr val="tx1"/>
                </a:solidFill>
              </a:rPr>
              <a:t>时间： </a:t>
            </a:r>
            <a:r>
              <a:rPr lang="en-US" altLang="zh-CN" dirty="0">
                <a:solidFill>
                  <a:schemeClr val="tx1"/>
                </a:solidFill>
              </a:rPr>
              <a:t>2022</a:t>
            </a:r>
            <a:r>
              <a:rPr lang="zh-CN" altLang="en-US" dirty="0">
                <a:solidFill>
                  <a:schemeClr val="tx1"/>
                </a:solidFill>
              </a:rPr>
              <a:t>年</a:t>
            </a:r>
            <a:r>
              <a:rPr lang="en-US" altLang="zh-CN" dirty="0">
                <a:solidFill>
                  <a:schemeClr val="tx1"/>
                </a:solidFill>
              </a:rPr>
              <a:t>4</a:t>
            </a:r>
            <a:r>
              <a:rPr lang="zh-CN" altLang="en-US" dirty="0">
                <a:solidFill>
                  <a:schemeClr val="tx1"/>
                </a:solidFill>
              </a:rPr>
              <a:t>月</a:t>
            </a:r>
            <a:r>
              <a:rPr lang="en-US" altLang="zh-CN" dirty="0">
                <a:solidFill>
                  <a:schemeClr val="tx1"/>
                </a:solidFill>
              </a:rPr>
              <a:t>30 </a:t>
            </a:r>
            <a:r>
              <a:rPr lang="zh-CN" altLang="en-US" dirty="0">
                <a:solidFill>
                  <a:schemeClr val="tx1"/>
                </a:solidFill>
              </a:rPr>
              <a:t>日</a:t>
            </a:r>
            <a:endParaRPr lang="en-US" altLang="zh-CN" dirty="0">
              <a:solidFill>
                <a:schemeClr val="tx1"/>
              </a:solidFill>
            </a:endParaRPr>
          </a:p>
        </p:txBody>
      </p:sp>
      <p:sp>
        <p:nvSpPr>
          <p:cNvPr id="13" name="TextBox 12">
            <a:extLst>
              <a:ext uri="{FF2B5EF4-FFF2-40B4-BE49-F238E27FC236}">
                <a16:creationId xmlns:a16="http://schemas.microsoft.com/office/drawing/2014/main" id="{DBCB0FE4-7CCB-42CB-B2CF-5E92A2F399CF}"/>
              </a:ext>
            </a:extLst>
          </p:cNvPr>
          <p:cNvSpPr txBox="1"/>
          <p:nvPr/>
        </p:nvSpPr>
        <p:spPr>
          <a:xfrm>
            <a:off x="518555" y="4577062"/>
            <a:ext cx="1332148" cy="400110"/>
          </a:xfrm>
          <a:prstGeom prst="rect">
            <a:avLst/>
          </a:prstGeom>
          <a:noFill/>
        </p:spPr>
        <p:txBody>
          <a:bodyPr wrap="square">
            <a:spAutoFit/>
          </a:bodyPr>
          <a:lstStyle/>
          <a:p>
            <a:r>
              <a:rPr lang="zh-CN" altLang="en-US" sz="2000" b="1" dirty="0">
                <a:highlight>
                  <a:srgbClr val="006487"/>
                </a:highlight>
              </a:rPr>
              <a:t>第二阶段</a:t>
            </a:r>
            <a:endParaRPr lang="en-US" sz="2000" b="1" dirty="0">
              <a:highlight>
                <a:srgbClr val="006487"/>
              </a:highlight>
            </a:endParaRPr>
          </a:p>
        </p:txBody>
      </p:sp>
      <p:sp>
        <p:nvSpPr>
          <p:cNvPr id="14" name="TextBox 13">
            <a:extLst>
              <a:ext uri="{FF2B5EF4-FFF2-40B4-BE49-F238E27FC236}">
                <a16:creationId xmlns:a16="http://schemas.microsoft.com/office/drawing/2014/main" id="{C8D4E7C7-B42D-4388-88DB-9B1001C4E836}"/>
              </a:ext>
            </a:extLst>
          </p:cNvPr>
          <p:cNvSpPr txBox="1"/>
          <p:nvPr/>
        </p:nvSpPr>
        <p:spPr>
          <a:xfrm>
            <a:off x="518555" y="4994267"/>
            <a:ext cx="10726462" cy="1200329"/>
          </a:xfrm>
          <a:prstGeom prst="rect">
            <a:avLst/>
          </a:prstGeom>
          <a:noFill/>
        </p:spPr>
        <p:txBody>
          <a:bodyPr wrap="square">
            <a:spAutoFit/>
          </a:bodyPr>
          <a:lstStyle/>
          <a:p>
            <a:r>
              <a:rPr lang="zh-CN" altLang="en-US" b="1" dirty="0">
                <a:solidFill>
                  <a:schemeClr val="tx1"/>
                </a:solidFill>
              </a:rPr>
              <a:t>目标：</a:t>
            </a:r>
            <a:r>
              <a:rPr lang="zh-CN" altLang="en-US" dirty="0">
                <a:solidFill>
                  <a:schemeClr val="tx1"/>
                </a:solidFill>
              </a:rPr>
              <a:t>以</a:t>
            </a:r>
            <a:r>
              <a:rPr lang="en-US" altLang="zh-CN" dirty="0">
                <a:solidFill>
                  <a:schemeClr val="tx1"/>
                </a:solidFill>
              </a:rPr>
              <a:t>Z</a:t>
            </a:r>
            <a:r>
              <a:rPr lang="zh-CN" altLang="en-US" dirty="0">
                <a:solidFill>
                  <a:schemeClr val="tx1"/>
                </a:solidFill>
              </a:rPr>
              <a:t>轴和</a:t>
            </a:r>
            <a:r>
              <a:rPr lang="en-US" altLang="zh-CN" dirty="0">
                <a:solidFill>
                  <a:schemeClr val="tx1"/>
                </a:solidFill>
              </a:rPr>
              <a:t>DP</a:t>
            </a:r>
            <a:r>
              <a:rPr lang="zh-CN" altLang="en-US" dirty="0">
                <a:solidFill>
                  <a:schemeClr val="tx1"/>
                </a:solidFill>
              </a:rPr>
              <a:t>为研究对象，建立数学模型，输出轴和</a:t>
            </a:r>
            <a:r>
              <a:rPr lang="en-US" altLang="zh-CN" dirty="0">
                <a:solidFill>
                  <a:schemeClr val="tx1"/>
                </a:solidFill>
              </a:rPr>
              <a:t>ZP</a:t>
            </a:r>
            <a:r>
              <a:rPr lang="zh-CN" altLang="en-US" dirty="0">
                <a:solidFill>
                  <a:schemeClr val="tx1"/>
                </a:solidFill>
              </a:rPr>
              <a:t>的性能的关键指标，实现预见性维护保养</a:t>
            </a:r>
            <a:endParaRPr lang="en-US" altLang="zh-CN" dirty="0">
              <a:solidFill>
                <a:schemeClr val="tx1"/>
              </a:solidFill>
            </a:endParaRPr>
          </a:p>
          <a:p>
            <a:r>
              <a:rPr lang="zh-CN" altLang="en-US" b="1" dirty="0">
                <a:solidFill>
                  <a:schemeClr val="tx1"/>
                </a:solidFill>
              </a:rPr>
              <a:t>重点： </a:t>
            </a:r>
            <a:r>
              <a:rPr lang="zh-CN" altLang="en-US" dirty="0">
                <a:solidFill>
                  <a:schemeClr val="tx1"/>
                </a:solidFill>
              </a:rPr>
              <a:t>在供料器，物料，真空发生器，</a:t>
            </a:r>
            <a:r>
              <a:rPr lang="en-US" altLang="zh-CN" dirty="0">
                <a:solidFill>
                  <a:schemeClr val="tx1"/>
                </a:solidFill>
              </a:rPr>
              <a:t>Z</a:t>
            </a:r>
            <a:r>
              <a:rPr lang="zh-CN" altLang="en-US" dirty="0">
                <a:solidFill>
                  <a:schemeClr val="tx1"/>
                </a:solidFill>
              </a:rPr>
              <a:t>轴</a:t>
            </a:r>
            <a:r>
              <a:rPr lang="en-US" altLang="zh-CN" dirty="0">
                <a:solidFill>
                  <a:schemeClr val="tx1"/>
                </a:solidFill>
              </a:rPr>
              <a:t>/DP</a:t>
            </a:r>
            <a:r>
              <a:rPr lang="zh-CN" altLang="en-US" dirty="0">
                <a:solidFill>
                  <a:schemeClr val="tx1"/>
                </a:solidFill>
              </a:rPr>
              <a:t>，吸嘴的交叉影响的数据中建立数学模型</a:t>
            </a:r>
            <a:endParaRPr lang="en-US" altLang="zh-CN" dirty="0">
              <a:solidFill>
                <a:schemeClr val="tx1"/>
              </a:solidFill>
            </a:endParaRPr>
          </a:p>
          <a:p>
            <a:r>
              <a:rPr lang="zh-CN" altLang="en-US" dirty="0">
                <a:solidFill>
                  <a:schemeClr val="tx1"/>
                </a:solidFill>
              </a:rPr>
              <a:t>时间： </a:t>
            </a:r>
            <a:r>
              <a:rPr lang="en-US" altLang="zh-CN" dirty="0">
                <a:solidFill>
                  <a:schemeClr val="tx1"/>
                </a:solidFill>
              </a:rPr>
              <a:t>2022</a:t>
            </a:r>
            <a:r>
              <a:rPr lang="zh-CN" altLang="en-US" dirty="0">
                <a:solidFill>
                  <a:schemeClr val="tx1"/>
                </a:solidFill>
              </a:rPr>
              <a:t>年</a:t>
            </a:r>
            <a:r>
              <a:rPr lang="en-US" altLang="zh-CN" dirty="0">
                <a:solidFill>
                  <a:schemeClr val="tx1"/>
                </a:solidFill>
              </a:rPr>
              <a:t>9</a:t>
            </a:r>
            <a:r>
              <a:rPr lang="zh-CN" altLang="en-US" dirty="0">
                <a:solidFill>
                  <a:schemeClr val="tx1"/>
                </a:solidFill>
              </a:rPr>
              <a:t>月</a:t>
            </a:r>
            <a:r>
              <a:rPr lang="en-US" altLang="zh-CN" dirty="0">
                <a:solidFill>
                  <a:schemeClr val="tx1"/>
                </a:solidFill>
              </a:rPr>
              <a:t>30 </a:t>
            </a:r>
            <a:r>
              <a:rPr lang="zh-CN" altLang="en-US" dirty="0">
                <a:solidFill>
                  <a:schemeClr val="tx1"/>
                </a:solidFill>
              </a:rPr>
              <a:t>日</a:t>
            </a:r>
            <a:endParaRPr lang="en-US" altLang="zh-CN" dirty="0">
              <a:solidFill>
                <a:schemeClr val="tx1"/>
              </a:solidFill>
            </a:endParaRPr>
          </a:p>
        </p:txBody>
      </p:sp>
    </p:spTree>
    <p:extLst>
      <p:ext uri="{BB962C8B-B14F-4D97-AF65-F5344CB8AC3E}">
        <p14:creationId xmlns:p14="http://schemas.microsoft.com/office/powerpoint/2010/main" val="238596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a:latin typeface="Arial"/>
                <a:cs typeface="Arial"/>
              </a:rPr>
              <a:t>真空值数据解析</a:t>
            </a:r>
            <a:endParaRPr lang="zh-CN" altLang="en-US" dirty="0"/>
          </a:p>
        </p:txBody>
      </p:sp>
      <p:sp>
        <p:nvSpPr>
          <p:cNvPr id="2" name="TextBox 1">
            <a:extLst>
              <a:ext uri="{FF2B5EF4-FFF2-40B4-BE49-F238E27FC236}">
                <a16:creationId xmlns:a16="http://schemas.microsoft.com/office/drawing/2014/main" id="{8FD2F91B-0514-4244-BCC3-949D67D5B235}"/>
              </a:ext>
            </a:extLst>
          </p:cNvPr>
          <p:cNvSpPr txBox="1"/>
          <p:nvPr/>
        </p:nvSpPr>
        <p:spPr>
          <a:xfrm>
            <a:off x="582042" y="1462088"/>
            <a:ext cx="4061511" cy="2838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0"/>
              </a:spcBef>
            </a:pPr>
            <a:r>
              <a:rPr lang="zh-CN" altLang="en-US">
                <a:solidFill>
                  <a:schemeClr val="tx1"/>
                </a:solidFill>
                <a:latin typeface="Arial"/>
                <a:ea typeface="Arial Unicode MS"/>
                <a:cs typeface="Arial"/>
              </a:rPr>
              <a:t>直接从原始数据获得的数据：</a:t>
            </a:r>
          </a:p>
        </p:txBody>
      </p:sp>
      <p:sp>
        <p:nvSpPr>
          <p:cNvPr id="10" name="TextBox 9">
            <a:extLst>
              <a:ext uri="{FF2B5EF4-FFF2-40B4-BE49-F238E27FC236}">
                <a16:creationId xmlns:a16="http://schemas.microsoft.com/office/drawing/2014/main" id="{0B2F5C8C-D69F-4E3F-959E-7E231ECB8660}"/>
              </a:ext>
            </a:extLst>
          </p:cNvPr>
          <p:cNvSpPr txBox="1"/>
          <p:nvPr/>
        </p:nvSpPr>
        <p:spPr>
          <a:xfrm>
            <a:off x="581664" y="2009775"/>
            <a:ext cx="4061511" cy="100130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0"/>
              </a:spcBef>
            </a:pPr>
            <a:r>
              <a:rPr lang="zh-CN" altLang="en-US" b="1" dirty="0">
                <a:solidFill>
                  <a:schemeClr val="tx1"/>
                </a:solidFill>
                <a:latin typeface="Arial"/>
                <a:ea typeface="Arial Unicode MS"/>
                <a:cs typeface="Arial"/>
              </a:rPr>
              <a:t>PICK:</a:t>
            </a:r>
            <a:endParaRPr lang="zh-CN" altLang="en-US" dirty="0">
              <a:solidFill>
                <a:schemeClr val="tx1"/>
              </a:solidFill>
              <a:latin typeface="Arial"/>
              <a:ea typeface="Arial Unicode MS"/>
              <a:cs typeface="Arial"/>
            </a:endParaRPr>
          </a:p>
          <a:p>
            <a:r>
              <a:rPr lang="zh-CN" dirty="0">
                <a:latin typeface="Arial"/>
                <a:ea typeface="Arial Unicode MS"/>
                <a:cs typeface="Arial"/>
              </a:rPr>
              <a:t>"VacuumAbsolute": "-762",</a:t>
            </a:r>
            <a:endParaRPr lang="zh-CN" dirty="0"/>
          </a:p>
          <a:p>
            <a:pPr>
              <a:lnSpc>
                <a:spcPct val="110000"/>
              </a:lnSpc>
              <a:spcBef>
                <a:spcPts val="0"/>
              </a:spcBef>
            </a:pPr>
            <a:r>
              <a:rPr lang="zh-CN" dirty="0">
                <a:latin typeface="Arial"/>
                <a:ea typeface="Arial Unicode MS"/>
                <a:cs typeface="Arial"/>
              </a:rPr>
              <a:t>"VacuumRelative": "-762",</a:t>
            </a:r>
            <a:endParaRPr lang="zh-CN" dirty="0">
              <a:cs typeface="Arial" pitchFamily="34" charset="0"/>
            </a:endParaRPr>
          </a:p>
        </p:txBody>
      </p:sp>
      <p:sp>
        <p:nvSpPr>
          <p:cNvPr id="15" name="TextBox 14">
            <a:extLst>
              <a:ext uri="{FF2B5EF4-FFF2-40B4-BE49-F238E27FC236}">
                <a16:creationId xmlns:a16="http://schemas.microsoft.com/office/drawing/2014/main" id="{3E21F4B4-D82F-4286-A130-BF30959B68E0}"/>
              </a:ext>
            </a:extLst>
          </p:cNvPr>
          <p:cNvSpPr txBox="1"/>
          <p:nvPr/>
        </p:nvSpPr>
        <p:spPr>
          <a:xfrm>
            <a:off x="6100722" y="2009774"/>
            <a:ext cx="4061511" cy="161069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0"/>
              </a:spcBef>
            </a:pPr>
            <a:r>
              <a:rPr lang="zh-CN" altLang="en-US" b="1" dirty="0">
                <a:solidFill>
                  <a:schemeClr val="tx1"/>
                </a:solidFill>
                <a:latin typeface="Arial"/>
                <a:ea typeface="Arial Unicode MS"/>
                <a:cs typeface="Arial"/>
              </a:rPr>
              <a:t>PLACE:</a:t>
            </a:r>
          </a:p>
          <a:p>
            <a:r>
              <a:rPr lang="zh-CN" dirty="0">
                <a:latin typeface="Arial"/>
                <a:ea typeface="Arial Unicode MS"/>
                <a:cs typeface="Arial"/>
              </a:rPr>
              <a:t>"VacuumAbsolute": "-802",</a:t>
            </a:r>
            <a:endParaRPr lang="zh-CN" dirty="0"/>
          </a:p>
          <a:p>
            <a:pPr>
              <a:lnSpc>
                <a:spcPct val="110000"/>
              </a:lnSpc>
              <a:spcBef>
                <a:spcPts val="0"/>
              </a:spcBef>
            </a:pPr>
            <a:r>
              <a:rPr lang="zh-CN" dirty="0">
                <a:latin typeface="Arial"/>
                <a:ea typeface="Arial Unicode MS"/>
                <a:cs typeface="Arial"/>
              </a:rPr>
              <a:t>"VacuumRelative": "97",</a:t>
            </a:r>
          </a:p>
          <a:p>
            <a:pPr>
              <a:lnSpc>
                <a:spcPct val="110000"/>
              </a:lnSpc>
              <a:spcBef>
                <a:spcPts val="0"/>
              </a:spcBef>
            </a:pPr>
            <a:r>
              <a:rPr lang="zh-CN" dirty="0">
                <a:latin typeface="Arial"/>
                <a:ea typeface="Arial Unicode MS"/>
                <a:cs typeface="Arial"/>
              </a:rPr>
              <a:t>"HoldingCircuitPressure": "-626"</a:t>
            </a:r>
            <a:endParaRPr lang="zh-CN" dirty="0">
              <a:cs typeface="Arial" pitchFamily="34" charset="0"/>
            </a:endParaRPr>
          </a:p>
          <a:p>
            <a:pPr>
              <a:lnSpc>
                <a:spcPct val="110000"/>
              </a:lnSpc>
              <a:spcBef>
                <a:spcPts val="0"/>
              </a:spcBef>
            </a:pPr>
            <a:r>
              <a:rPr lang="en-US" altLang="zh-CN" dirty="0">
                <a:latin typeface="Arial"/>
                <a:ea typeface="Arial Unicode MS"/>
                <a:cs typeface="Arial"/>
              </a:rPr>
              <a:t>"</a:t>
            </a:r>
            <a:r>
              <a:rPr lang="en-US" altLang="zh-CN" dirty="0" err="1">
                <a:latin typeface="Arial"/>
                <a:ea typeface="Arial Unicode MS"/>
                <a:cs typeface="Arial"/>
              </a:rPr>
              <a:t>AirkissPressure</a:t>
            </a:r>
            <a:r>
              <a:rPr lang="en-US" altLang="zh-CN" dirty="0">
                <a:latin typeface="Arial"/>
                <a:ea typeface="Arial Unicode MS"/>
                <a:cs typeface="Arial"/>
              </a:rPr>
              <a:t>":</a:t>
            </a:r>
            <a:r>
              <a:rPr lang="zh-CN" dirty="0">
                <a:latin typeface="Arial"/>
                <a:ea typeface="Arial Unicode MS"/>
                <a:cs typeface="Arial"/>
              </a:rPr>
              <a:t> </a:t>
            </a:r>
            <a:r>
              <a:rPr lang="en-US" altLang="zh-CN" dirty="0">
                <a:latin typeface="Arial"/>
                <a:ea typeface="Arial Unicode MS"/>
                <a:cs typeface="Arial"/>
              </a:rPr>
              <a:t>"99"</a:t>
            </a:r>
            <a:endParaRPr lang="zh-CN" dirty="0"/>
          </a:p>
        </p:txBody>
      </p:sp>
      <p:sp>
        <p:nvSpPr>
          <p:cNvPr id="16" name="TextBox 15">
            <a:extLst>
              <a:ext uri="{FF2B5EF4-FFF2-40B4-BE49-F238E27FC236}">
                <a16:creationId xmlns:a16="http://schemas.microsoft.com/office/drawing/2014/main" id="{F63F3BB9-3FED-42A3-902F-55A2C323DBA0}"/>
              </a:ext>
            </a:extLst>
          </p:cNvPr>
          <p:cNvSpPr txBox="1"/>
          <p:nvPr/>
        </p:nvSpPr>
        <p:spPr>
          <a:xfrm>
            <a:off x="581664" y="3954462"/>
            <a:ext cx="6372526" cy="11951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10000"/>
              </a:lnSpc>
              <a:spcBef>
                <a:spcPts val="0"/>
              </a:spcBef>
            </a:pPr>
            <a:r>
              <a:rPr lang="zh-CN" altLang="en-US" dirty="0">
                <a:solidFill>
                  <a:schemeClr val="tx1"/>
                </a:solidFill>
                <a:latin typeface="Arial"/>
                <a:ea typeface="Arial Unicode MS"/>
                <a:cs typeface="Arial"/>
              </a:rPr>
              <a:t>可重复利用的数据：</a:t>
            </a:r>
            <a:endParaRPr lang="en-US" altLang="zh-CN" dirty="0">
              <a:solidFill>
                <a:schemeClr val="tx1"/>
              </a:solidFill>
            </a:endParaRPr>
          </a:p>
          <a:p>
            <a:pPr>
              <a:lnSpc>
                <a:spcPct val="110000"/>
              </a:lnSpc>
              <a:spcBef>
                <a:spcPts val="0"/>
              </a:spcBef>
            </a:pPr>
            <a:r>
              <a:rPr lang="zh-CN" dirty="0">
                <a:solidFill>
                  <a:schemeClr val="tx1"/>
                </a:solidFill>
                <a:latin typeface="Arial"/>
                <a:ea typeface="Arial Unicode MS"/>
                <a:cs typeface="Arial"/>
              </a:rPr>
              <a:t>PI</a:t>
            </a:r>
            <a:r>
              <a:rPr lang="en-US" altLang="zh-CN" dirty="0">
                <a:solidFill>
                  <a:schemeClr val="tx1"/>
                </a:solidFill>
                <a:latin typeface="Arial"/>
                <a:ea typeface="Arial Unicode MS"/>
                <a:cs typeface="Arial"/>
              </a:rPr>
              <a:t>CK</a:t>
            </a:r>
            <a:r>
              <a:rPr lang="zh-CN" dirty="0">
                <a:solidFill>
                  <a:schemeClr val="tx1"/>
                </a:solidFill>
                <a:latin typeface="Arial"/>
                <a:ea typeface="Arial Unicode MS"/>
                <a:cs typeface="Arial"/>
              </a:rPr>
              <a:t>/</a:t>
            </a:r>
            <a:r>
              <a:rPr lang="zh-CN" dirty="0">
                <a:latin typeface="Arial"/>
                <a:ea typeface="Arial Unicode MS"/>
                <a:cs typeface="Arial"/>
              </a:rPr>
              <a:t>"VacuumAbsolute" </a:t>
            </a:r>
            <a:r>
              <a:rPr lang="en-US" altLang="zh-CN" dirty="0">
                <a:latin typeface="Arial"/>
                <a:ea typeface="Arial Unicode MS"/>
                <a:cs typeface="Arial"/>
              </a:rPr>
              <a:t>-</a:t>
            </a:r>
            <a:r>
              <a:rPr lang="zh-CN" altLang="en-US" dirty="0">
                <a:latin typeface="Arial"/>
                <a:ea typeface="Arial Unicode MS"/>
                <a:cs typeface="Arial"/>
              </a:rPr>
              <a:t> </a:t>
            </a:r>
            <a:r>
              <a:rPr lang="zh-CN" altLang="en-US" dirty="0">
                <a:solidFill>
                  <a:schemeClr val="tx1"/>
                </a:solidFill>
                <a:latin typeface="Arial"/>
                <a:ea typeface="Arial Unicode MS"/>
                <a:cs typeface="Arial"/>
              </a:rPr>
              <a:t>PLACE/</a:t>
            </a:r>
            <a:r>
              <a:rPr lang="zh-CN" dirty="0">
                <a:latin typeface="Arial"/>
                <a:ea typeface="Arial Unicode MS"/>
                <a:cs typeface="Arial"/>
              </a:rPr>
              <a:t>"HoldingCircuitPressure"</a:t>
            </a:r>
            <a:endParaRPr lang="zh-CN" dirty="0"/>
          </a:p>
          <a:p>
            <a:pPr>
              <a:lnSpc>
                <a:spcPct val="110000"/>
              </a:lnSpc>
              <a:spcBef>
                <a:spcPts val="0"/>
              </a:spcBef>
            </a:pPr>
            <a:r>
              <a:rPr lang="en-US" altLang="zh-CN" dirty="0">
                <a:solidFill>
                  <a:schemeClr val="tx1"/>
                </a:solidFill>
                <a:latin typeface="Arial"/>
                <a:ea typeface="Arial Unicode MS"/>
                <a:cs typeface="Arial"/>
              </a:rPr>
              <a:t>PLACE/</a:t>
            </a:r>
            <a:r>
              <a:rPr lang="en-US" altLang="zh-CN" dirty="0">
                <a:latin typeface="Arial"/>
                <a:ea typeface="Arial Unicode MS"/>
                <a:cs typeface="Arial"/>
              </a:rPr>
              <a:t>"</a:t>
            </a:r>
            <a:r>
              <a:rPr lang="en-US" altLang="zh-CN" dirty="0" err="1">
                <a:latin typeface="Arial"/>
                <a:ea typeface="Arial Unicode MS"/>
                <a:cs typeface="Arial"/>
              </a:rPr>
              <a:t>VacuumAbsolute</a:t>
            </a:r>
            <a:r>
              <a:rPr lang="en-US" altLang="zh-CN" dirty="0">
                <a:latin typeface="Arial"/>
                <a:ea typeface="Arial Unicode MS"/>
                <a:cs typeface="Arial"/>
              </a:rPr>
              <a:t>" - </a:t>
            </a:r>
            <a:r>
              <a:rPr lang="en-US" altLang="zh-CN" dirty="0">
                <a:solidFill>
                  <a:schemeClr val="tx1"/>
                </a:solidFill>
                <a:latin typeface="Arial"/>
                <a:ea typeface="Arial Unicode MS"/>
                <a:cs typeface="Arial"/>
              </a:rPr>
              <a:t>PLACE/</a:t>
            </a:r>
            <a:r>
              <a:rPr lang="en-US" altLang="zh-CN" dirty="0">
                <a:latin typeface="Arial"/>
                <a:ea typeface="Arial Unicode MS"/>
                <a:cs typeface="Arial"/>
              </a:rPr>
              <a:t>"</a:t>
            </a:r>
            <a:r>
              <a:rPr lang="en-US" altLang="zh-CN" dirty="0" err="1">
                <a:latin typeface="Arial"/>
                <a:ea typeface="Arial Unicode MS"/>
                <a:cs typeface="Arial"/>
              </a:rPr>
              <a:t>HoldingCircuitPressure</a:t>
            </a:r>
            <a:r>
              <a:rPr lang="en-US" altLang="zh-CN" dirty="0">
                <a:latin typeface="Arial"/>
                <a:ea typeface="Arial Unicode MS"/>
                <a:cs typeface="Arial"/>
              </a:rPr>
              <a:t>"</a:t>
            </a:r>
            <a:endParaRPr lang="zh-CN" dirty="0"/>
          </a:p>
          <a:p>
            <a:pPr>
              <a:lnSpc>
                <a:spcPct val="110000"/>
              </a:lnSpc>
              <a:spcBef>
                <a:spcPts val="0"/>
              </a:spcBef>
            </a:pPr>
            <a:r>
              <a:rPr lang="zh-CN" altLang="en-US" dirty="0">
                <a:solidFill>
                  <a:schemeClr val="tx1"/>
                </a:solidFill>
                <a:latin typeface="Arial"/>
                <a:ea typeface="Arial Unicode MS"/>
                <a:cs typeface="Arial"/>
              </a:rPr>
              <a:t>PLACE/</a:t>
            </a:r>
            <a:r>
              <a:rPr lang="zh-CN" dirty="0">
                <a:latin typeface="Arial"/>
                <a:ea typeface="Arial Unicode MS"/>
                <a:cs typeface="Arial"/>
              </a:rPr>
              <a:t>"VacuumAbsolute"</a:t>
            </a:r>
            <a:r>
              <a:rPr lang="zh-CN" altLang="en-US" dirty="0">
                <a:latin typeface="Arial"/>
                <a:ea typeface="Arial Unicode MS"/>
                <a:cs typeface="Arial"/>
              </a:rPr>
              <a:t> - </a:t>
            </a:r>
            <a:r>
              <a:rPr lang="zh-CN" altLang="en-US" dirty="0">
                <a:solidFill>
                  <a:schemeClr val="tx1"/>
                </a:solidFill>
                <a:latin typeface="Arial"/>
                <a:ea typeface="Arial Unicode MS"/>
                <a:cs typeface="Arial"/>
              </a:rPr>
              <a:t>PI</a:t>
            </a:r>
            <a:r>
              <a:rPr lang="en-US" altLang="zh-CN" dirty="0">
                <a:solidFill>
                  <a:schemeClr val="tx1"/>
                </a:solidFill>
                <a:latin typeface="Arial"/>
                <a:ea typeface="Arial Unicode MS"/>
                <a:cs typeface="Arial"/>
              </a:rPr>
              <a:t>C</a:t>
            </a:r>
            <a:r>
              <a:rPr lang="en-US" altLang="en-US" dirty="0">
                <a:solidFill>
                  <a:schemeClr val="tx1"/>
                </a:solidFill>
                <a:latin typeface="Arial"/>
                <a:ea typeface="Arial Unicode MS"/>
                <a:cs typeface="Arial"/>
              </a:rPr>
              <a:t>K</a:t>
            </a:r>
            <a:r>
              <a:rPr lang="zh-CN" dirty="0">
                <a:solidFill>
                  <a:schemeClr val="tx1"/>
                </a:solidFill>
                <a:latin typeface="Arial"/>
                <a:ea typeface="Arial Unicode MS"/>
                <a:cs typeface="Arial"/>
              </a:rPr>
              <a:t>/</a:t>
            </a:r>
            <a:r>
              <a:rPr lang="zh-CN" dirty="0">
                <a:latin typeface="Arial"/>
                <a:ea typeface="Arial Unicode MS"/>
                <a:cs typeface="Arial"/>
              </a:rPr>
              <a:t>"VacuumAbsolute"</a:t>
            </a:r>
            <a:endParaRPr lang="zh-CN" altLang="en-US" dirty="0">
              <a:latin typeface="Arial"/>
              <a:ea typeface="Arial Unicode MS"/>
              <a:cs typeface="Arial"/>
            </a:endParaRPr>
          </a:p>
        </p:txBody>
      </p:sp>
    </p:spTree>
    <p:extLst>
      <p:ext uri="{BB962C8B-B14F-4D97-AF65-F5344CB8AC3E}">
        <p14:creationId xmlns:p14="http://schemas.microsoft.com/office/powerpoint/2010/main" val="2469836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677370920"/>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真空结构图</a:t>
            </a:r>
            <a:endParaRPr lang="zh-CN" altLang="en-US" dirty="0"/>
          </a:p>
        </p:txBody>
      </p:sp>
      <p:graphicFrame>
        <p:nvGraphicFramePr>
          <p:cNvPr id="5" name="Diagram 4">
            <a:extLst>
              <a:ext uri="{FF2B5EF4-FFF2-40B4-BE49-F238E27FC236}">
                <a16:creationId xmlns:a16="http://schemas.microsoft.com/office/drawing/2014/main" id="{9946A569-5FCF-4FB1-917B-8FAA8B46752A}"/>
              </a:ext>
            </a:extLst>
          </p:cNvPr>
          <p:cNvGraphicFramePr/>
          <p:nvPr>
            <p:extLst>
              <p:ext uri="{D42A27DB-BD31-4B8C-83A1-F6EECF244321}">
                <p14:modId xmlns:p14="http://schemas.microsoft.com/office/powerpoint/2010/main" val="3166893742"/>
              </p:ext>
            </p:extLst>
          </p:nvPr>
        </p:nvGraphicFramePr>
        <p:xfrm>
          <a:off x="2033058" y="718255"/>
          <a:ext cx="8132233" cy="542148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TextBox 10">
            <a:extLst>
              <a:ext uri="{FF2B5EF4-FFF2-40B4-BE49-F238E27FC236}">
                <a16:creationId xmlns:a16="http://schemas.microsoft.com/office/drawing/2014/main" id="{EE871331-3FD7-4F3F-A39B-6819CDADE5A0}"/>
              </a:ext>
            </a:extLst>
          </p:cNvPr>
          <p:cNvSpPr txBox="1"/>
          <p:nvPr/>
        </p:nvSpPr>
        <p:spPr>
          <a:xfrm>
            <a:off x="2894819" y="2060848"/>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2004</a:t>
            </a:r>
            <a:endParaRPr lang="en-US" b="1" dirty="0">
              <a:solidFill>
                <a:schemeClr val="tx1"/>
              </a:solidFill>
            </a:endParaRPr>
          </a:p>
        </p:txBody>
      </p:sp>
      <p:sp>
        <p:nvSpPr>
          <p:cNvPr id="13" name="TextBox 12">
            <a:extLst>
              <a:ext uri="{FF2B5EF4-FFF2-40B4-BE49-F238E27FC236}">
                <a16:creationId xmlns:a16="http://schemas.microsoft.com/office/drawing/2014/main" id="{70E88EF6-C416-4428-B42D-8BF7DAD88DA0}"/>
              </a:ext>
            </a:extLst>
          </p:cNvPr>
          <p:cNvSpPr txBox="1"/>
          <p:nvPr/>
        </p:nvSpPr>
        <p:spPr>
          <a:xfrm>
            <a:off x="2657512" y="3154923"/>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2004</a:t>
            </a:r>
            <a:endParaRPr lang="en-US" b="1" dirty="0">
              <a:solidFill>
                <a:schemeClr val="tx1"/>
              </a:solidFill>
            </a:endParaRPr>
          </a:p>
        </p:txBody>
      </p:sp>
      <p:sp>
        <p:nvSpPr>
          <p:cNvPr id="14" name="TextBox 13">
            <a:extLst>
              <a:ext uri="{FF2B5EF4-FFF2-40B4-BE49-F238E27FC236}">
                <a16:creationId xmlns:a16="http://schemas.microsoft.com/office/drawing/2014/main" id="{C4C7E50F-69BD-4F30-A27F-A55532ABF3E8}"/>
              </a:ext>
            </a:extLst>
          </p:cNvPr>
          <p:cNvSpPr txBox="1"/>
          <p:nvPr/>
        </p:nvSpPr>
        <p:spPr>
          <a:xfrm>
            <a:off x="3794919" y="1083747"/>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2004</a:t>
            </a:r>
            <a:endParaRPr lang="en-US" b="1" dirty="0">
              <a:solidFill>
                <a:schemeClr val="tx1"/>
              </a:solidFill>
            </a:endParaRPr>
          </a:p>
        </p:txBody>
      </p:sp>
      <p:sp>
        <p:nvSpPr>
          <p:cNvPr id="17" name="TextBox 16">
            <a:extLst>
              <a:ext uri="{FF2B5EF4-FFF2-40B4-BE49-F238E27FC236}">
                <a16:creationId xmlns:a16="http://schemas.microsoft.com/office/drawing/2014/main" id="{0CAC9CE6-7B25-4B11-BCC5-875D03F018AE}"/>
              </a:ext>
            </a:extLst>
          </p:cNvPr>
          <p:cNvSpPr txBox="1"/>
          <p:nvPr/>
        </p:nvSpPr>
        <p:spPr>
          <a:xfrm>
            <a:off x="5199075" y="533589"/>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2007</a:t>
            </a:r>
            <a:endParaRPr lang="en-US" b="1" dirty="0">
              <a:solidFill>
                <a:schemeClr val="tx1"/>
              </a:solidFill>
            </a:endParaRPr>
          </a:p>
        </p:txBody>
      </p:sp>
      <p:sp>
        <p:nvSpPr>
          <p:cNvPr id="18" name="TextBox 17">
            <a:extLst>
              <a:ext uri="{FF2B5EF4-FFF2-40B4-BE49-F238E27FC236}">
                <a16:creationId xmlns:a16="http://schemas.microsoft.com/office/drawing/2014/main" id="{947B7037-194C-49DE-AECF-0BE27159F1BE}"/>
              </a:ext>
            </a:extLst>
          </p:cNvPr>
          <p:cNvSpPr txBox="1"/>
          <p:nvPr/>
        </p:nvSpPr>
        <p:spPr>
          <a:xfrm>
            <a:off x="7221304" y="719839"/>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2007</a:t>
            </a:r>
            <a:endParaRPr lang="en-US" b="1" dirty="0">
              <a:solidFill>
                <a:schemeClr val="tx1"/>
              </a:solidFill>
            </a:endParaRPr>
          </a:p>
        </p:txBody>
      </p:sp>
      <p:sp>
        <p:nvSpPr>
          <p:cNvPr id="19" name="TextBox 18">
            <a:extLst>
              <a:ext uri="{FF2B5EF4-FFF2-40B4-BE49-F238E27FC236}">
                <a16:creationId xmlns:a16="http://schemas.microsoft.com/office/drawing/2014/main" id="{E9E4CAE5-39EB-4246-9FAB-EBA7ADDFD809}"/>
              </a:ext>
            </a:extLst>
          </p:cNvPr>
          <p:cNvSpPr txBox="1"/>
          <p:nvPr/>
        </p:nvSpPr>
        <p:spPr>
          <a:xfrm>
            <a:off x="8419467" y="4336100"/>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2033</a:t>
            </a:r>
            <a:endParaRPr lang="en-US" b="1" dirty="0">
              <a:solidFill>
                <a:schemeClr val="tx1"/>
              </a:solidFill>
            </a:endParaRPr>
          </a:p>
        </p:txBody>
      </p:sp>
      <p:sp>
        <p:nvSpPr>
          <p:cNvPr id="20" name="TextBox 19">
            <a:extLst>
              <a:ext uri="{FF2B5EF4-FFF2-40B4-BE49-F238E27FC236}">
                <a16:creationId xmlns:a16="http://schemas.microsoft.com/office/drawing/2014/main" id="{4214D053-457D-4BCD-B241-2D247E3F428F}"/>
              </a:ext>
            </a:extLst>
          </p:cNvPr>
          <p:cNvSpPr txBox="1"/>
          <p:nvPr/>
        </p:nvSpPr>
        <p:spPr>
          <a:xfrm>
            <a:off x="8761424" y="3244333"/>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2033</a:t>
            </a:r>
            <a:endParaRPr lang="en-US" b="1" dirty="0">
              <a:solidFill>
                <a:schemeClr val="tx1"/>
              </a:solidFill>
            </a:endParaRPr>
          </a:p>
        </p:txBody>
      </p:sp>
      <p:sp>
        <p:nvSpPr>
          <p:cNvPr id="21" name="TextBox 20">
            <a:extLst>
              <a:ext uri="{FF2B5EF4-FFF2-40B4-BE49-F238E27FC236}">
                <a16:creationId xmlns:a16="http://schemas.microsoft.com/office/drawing/2014/main" id="{615F7832-1A85-4B48-8B2A-0AAAE3ABD22B}"/>
              </a:ext>
            </a:extLst>
          </p:cNvPr>
          <p:cNvSpPr txBox="1"/>
          <p:nvPr/>
        </p:nvSpPr>
        <p:spPr>
          <a:xfrm>
            <a:off x="8419467" y="1977454"/>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2007</a:t>
            </a:r>
            <a:endParaRPr lang="en-US" b="1" dirty="0">
              <a:solidFill>
                <a:schemeClr val="tx1"/>
              </a:solidFill>
            </a:endParaRPr>
          </a:p>
        </p:txBody>
      </p:sp>
      <p:sp>
        <p:nvSpPr>
          <p:cNvPr id="22" name="TextBox 21">
            <a:extLst>
              <a:ext uri="{FF2B5EF4-FFF2-40B4-BE49-F238E27FC236}">
                <a16:creationId xmlns:a16="http://schemas.microsoft.com/office/drawing/2014/main" id="{192964FC-79D3-4F30-8A59-9373A9EFDBAC}"/>
              </a:ext>
            </a:extLst>
          </p:cNvPr>
          <p:cNvSpPr txBox="1"/>
          <p:nvPr/>
        </p:nvSpPr>
        <p:spPr>
          <a:xfrm>
            <a:off x="2824369" y="4462667"/>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2004</a:t>
            </a:r>
            <a:endParaRPr lang="en-US" b="1" dirty="0">
              <a:solidFill>
                <a:schemeClr val="tx1"/>
              </a:solidFill>
            </a:endParaRPr>
          </a:p>
        </p:txBody>
      </p:sp>
      <p:sp>
        <p:nvSpPr>
          <p:cNvPr id="23" name="TextBox 22">
            <a:extLst>
              <a:ext uri="{FF2B5EF4-FFF2-40B4-BE49-F238E27FC236}">
                <a16:creationId xmlns:a16="http://schemas.microsoft.com/office/drawing/2014/main" id="{863A683B-7B5C-4166-B49F-026BBE3607DB}"/>
              </a:ext>
            </a:extLst>
          </p:cNvPr>
          <p:cNvSpPr txBox="1"/>
          <p:nvPr/>
        </p:nvSpPr>
        <p:spPr>
          <a:xfrm>
            <a:off x="7467327" y="5517232"/>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2038</a:t>
            </a:r>
            <a:endParaRPr lang="en-US" b="1" dirty="0">
              <a:solidFill>
                <a:schemeClr val="tx1"/>
              </a:solidFill>
            </a:endParaRPr>
          </a:p>
        </p:txBody>
      </p:sp>
      <p:sp>
        <p:nvSpPr>
          <p:cNvPr id="24" name="TextBox 23">
            <a:extLst>
              <a:ext uri="{FF2B5EF4-FFF2-40B4-BE49-F238E27FC236}">
                <a16:creationId xmlns:a16="http://schemas.microsoft.com/office/drawing/2014/main" id="{3A5EC1AF-3F47-4E6F-9248-311E3BAF1C59}"/>
              </a:ext>
            </a:extLst>
          </p:cNvPr>
          <p:cNvSpPr txBox="1"/>
          <p:nvPr/>
        </p:nvSpPr>
        <p:spPr>
          <a:xfrm>
            <a:off x="5811143" y="6139744"/>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2035</a:t>
            </a:r>
            <a:endParaRPr lang="en-US" b="1" dirty="0">
              <a:solidFill>
                <a:schemeClr val="tx1"/>
              </a:solidFill>
            </a:endParaRPr>
          </a:p>
        </p:txBody>
      </p:sp>
      <p:sp>
        <p:nvSpPr>
          <p:cNvPr id="25" name="TextBox 24">
            <a:extLst>
              <a:ext uri="{FF2B5EF4-FFF2-40B4-BE49-F238E27FC236}">
                <a16:creationId xmlns:a16="http://schemas.microsoft.com/office/drawing/2014/main" id="{C74AD821-574A-4435-939F-51DFFF846951}"/>
              </a:ext>
            </a:extLst>
          </p:cNvPr>
          <p:cNvSpPr txBox="1"/>
          <p:nvPr/>
        </p:nvSpPr>
        <p:spPr>
          <a:xfrm>
            <a:off x="3970779" y="5756255"/>
            <a:ext cx="779414" cy="369332"/>
          </a:xfrm>
          <a:prstGeom prst="rect">
            <a:avLst/>
          </a:prstGeom>
          <a:noFill/>
        </p:spPr>
        <p:txBody>
          <a:bodyPr wrap="square">
            <a:spAutoFit/>
          </a:bodyPr>
          <a:lstStyle/>
          <a:p>
            <a:pPr algn="ctr"/>
            <a:r>
              <a:rPr lang="en-US" altLang="zh-CN" b="1" dirty="0">
                <a:solidFill>
                  <a:schemeClr val="tx1"/>
                </a:solidFill>
                <a:latin typeface="Arial"/>
                <a:ea typeface="Arial Unicode MS"/>
                <a:cs typeface="Arial"/>
              </a:rPr>
              <a:t>2035</a:t>
            </a:r>
            <a:endParaRPr lang="en-US" b="1" dirty="0">
              <a:solidFill>
                <a:schemeClr val="tx1"/>
              </a:solidFill>
            </a:endParaRPr>
          </a:p>
        </p:txBody>
      </p:sp>
      <p:sp>
        <p:nvSpPr>
          <p:cNvPr id="7" name="Oval 6">
            <a:extLst>
              <a:ext uri="{FF2B5EF4-FFF2-40B4-BE49-F238E27FC236}">
                <a16:creationId xmlns:a16="http://schemas.microsoft.com/office/drawing/2014/main" id="{C71B4BDC-BD73-4808-B616-11DB0ECEB906}"/>
              </a:ext>
            </a:extLst>
          </p:cNvPr>
          <p:cNvSpPr/>
          <p:nvPr/>
        </p:nvSpPr>
        <p:spPr bwMode="auto">
          <a:xfrm>
            <a:off x="4750193" y="2046453"/>
            <a:ext cx="2743200" cy="2743200"/>
          </a:xfrm>
          <a:prstGeom prst="ellipse">
            <a:avLst/>
          </a:prstGeom>
          <a:noFill/>
          <a:ln w="76200"/>
        </p:spPr>
        <p:style>
          <a:lnRef idx="2">
            <a:schemeClr val="accent5"/>
          </a:lnRef>
          <a:fillRef idx="1">
            <a:schemeClr val="lt1"/>
          </a:fillRef>
          <a:effectRef idx="0">
            <a:schemeClr val="accent5"/>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dirty="0">
              <a:solidFill>
                <a:schemeClr val="tx1"/>
              </a:solidFill>
              <a:latin typeface="+mn-lt"/>
              <a:ea typeface="Arial Unicode MS" panose="020B0604020202020204" pitchFamily="34" charset="-128"/>
              <a:cs typeface="Arial Unicode MS" panose="020B0604020202020204" pitchFamily="34" charset="-128"/>
            </a:endParaRPr>
          </a:p>
        </p:txBody>
      </p:sp>
      <p:cxnSp>
        <p:nvCxnSpPr>
          <p:cNvPr id="9" name="Connector: Elbow 8">
            <a:extLst>
              <a:ext uri="{FF2B5EF4-FFF2-40B4-BE49-F238E27FC236}">
                <a16:creationId xmlns:a16="http://schemas.microsoft.com/office/drawing/2014/main" id="{CF35A50D-75F3-47EB-A99F-C73EB266ACCB}"/>
              </a:ext>
            </a:extLst>
          </p:cNvPr>
          <p:cNvCxnSpPr/>
          <p:nvPr/>
        </p:nvCxnSpPr>
        <p:spPr bwMode="auto">
          <a:xfrm>
            <a:off x="7395319" y="3966768"/>
            <a:ext cx="3492388" cy="254320"/>
          </a:xfrm>
          <a:prstGeom prst="bentConnector3">
            <a:avLst>
              <a:gd name="adj1" fmla="val 44265"/>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CCEA7430-8FB5-47A1-A6CC-A04302FC7A9C}"/>
              </a:ext>
            </a:extLst>
          </p:cNvPr>
          <p:cNvSpPr txBox="1"/>
          <p:nvPr/>
        </p:nvSpPr>
        <p:spPr>
          <a:xfrm>
            <a:off x="8569353" y="3851756"/>
            <a:ext cx="2743200" cy="369332"/>
          </a:xfrm>
          <a:prstGeom prst="rect">
            <a:avLst/>
          </a:prstGeom>
          <a:noFill/>
        </p:spPr>
        <p:txBody>
          <a:bodyPr wrap="square">
            <a:spAutoFit/>
          </a:bodyPr>
          <a:lstStyle/>
          <a:p>
            <a:pPr algn="ctr"/>
            <a:r>
              <a:rPr lang="en-US" altLang="zh-CN" dirty="0">
                <a:solidFill>
                  <a:schemeClr val="tx1"/>
                </a:solidFill>
                <a:latin typeface="Arial"/>
                <a:ea typeface="Arial Unicode MS"/>
                <a:cs typeface="Arial"/>
              </a:rPr>
              <a:t>Holding circuit</a:t>
            </a:r>
            <a:endParaRPr lang="en-US" dirty="0">
              <a:solidFill>
                <a:schemeClr val="tx1"/>
              </a:solidFill>
            </a:endParaRPr>
          </a:p>
        </p:txBody>
      </p:sp>
    </p:spTree>
    <p:extLst>
      <p:ext uri="{BB962C8B-B14F-4D97-AF65-F5344CB8AC3E}">
        <p14:creationId xmlns:p14="http://schemas.microsoft.com/office/powerpoint/2010/main" val="2773874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264235401"/>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真空失效模式</a:t>
            </a:r>
            <a:endParaRPr lang="zh-CN" altLang="en-US" dirty="0"/>
          </a:p>
        </p:txBody>
      </p:sp>
      <p:sp>
        <p:nvSpPr>
          <p:cNvPr id="2" name="Rectangle 1">
            <a:extLst>
              <a:ext uri="{FF2B5EF4-FFF2-40B4-BE49-F238E27FC236}">
                <a16:creationId xmlns:a16="http://schemas.microsoft.com/office/drawing/2014/main" id="{61413F8F-6AD0-402C-B19C-8EAAB9DBFD85}"/>
              </a:ext>
            </a:extLst>
          </p:cNvPr>
          <p:cNvSpPr/>
          <p:nvPr/>
        </p:nvSpPr>
        <p:spPr bwMode="auto">
          <a:xfrm>
            <a:off x="1346647" y="1341648"/>
            <a:ext cx="4356484" cy="4644516"/>
          </a:xfrm>
          <a:prstGeom prst="rect">
            <a:avLst/>
          </a:prstGeom>
          <a:solidFill>
            <a:srgbClr val="92D050">
              <a:alpha val="50000"/>
            </a:srgbClr>
          </a:solid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zh-CN" altLang="en-US" sz="2800" b="1" dirty="0">
                <a:solidFill>
                  <a:schemeClr val="tx1"/>
                </a:solidFill>
                <a:latin typeface="+mj-lt"/>
                <a:cs typeface="Arial"/>
              </a:rPr>
              <a:t>失效模式</a:t>
            </a:r>
            <a:r>
              <a:rPr lang="en-US" altLang="zh-CN" sz="2800" b="1" dirty="0">
                <a:solidFill>
                  <a:schemeClr val="tx1"/>
                </a:solidFill>
                <a:latin typeface="+mj-lt"/>
                <a:cs typeface="Arial"/>
              </a:rPr>
              <a:t>1</a:t>
            </a:r>
            <a:r>
              <a:rPr lang="zh-CN" altLang="en-US" sz="2800" b="1" dirty="0">
                <a:solidFill>
                  <a:schemeClr val="tx1"/>
                </a:solidFill>
                <a:latin typeface="+mj-lt"/>
                <a:cs typeface="Arial"/>
              </a:rPr>
              <a:t>：</a:t>
            </a:r>
            <a:r>
              <a:rPr lang="zh-CN" altLang="en-US" sz="2800" b="1" dirty="0">
                <a:solidFill>
                  <a:schemeClr val="tx1"/>
                </a:solidFill>
                <a:latin typeface="+mj-lt"/>
                <a:ea typeface="Arial Unicode MS" panose="020B0604020202020204" pitchFamily="34" charset="-128"/>
                <a:cs typeface="Arial"/>
              </a:rPr>
              <a:t>真空值低</a:t>
            </a:r>
            <a:endParaRPr lang="en-US" altLang="zh-CN" sz="2800" b="1" dirty="0">
              <a:solidFill>
                <a:schemeClr val="tx1"/>
              </a:solidFill>
              <a:latin typeface="+mj-lt"/>
              <a:ea typeface="Arial Unicode MS" panose="020B0604020202020204" pitchFamily="34" charset="-128"/>
              <a:cs typeface="Arial"/>
            </a:endParaRPr>
          </a:p>
          <a:p>
            <a:pPr>
              <a:lnSpc>
                <a:spcPct val="110000"/>
              </a:lnSpc>
              <a:spcBef>
                <a:spcPct val="0"/>
              </a:spcBef>
              <a:buFont typeface="Wingdings" charset="0"/>
              <a:buNone/>
            </a:pPr>
            <a:endParaRPr lang="en-US" dirty="0">
              <a:solidFill>
                <a:schemeClr val="tx1"/>
              </a:solidFill>
              <a:latin typeface="Arial"/>
              <a:ea typeface="Arial Unicode MS" panose="020B0604020202020204" pitchFamily="34" charset="-128"/>
              <a:cs typeface="Arial"/>
            </a:endParaRPr>
          </a:p>
          <a:p>
            <a:pPr>
              <a:lnSpc>
                <a:spcPct val="110000"/>
              </a:lnSpc>
              <a:spcBef>
                <a:spcPct val="0"/>
              </a:spcBef>
              <a:buFont typeface="Wingdings" charset="0"/>
              <a:buNone/>
            </a:pPr>
            <a:r>
              <a:rPr lang="zh-CN" altLang="en-US" dirty="0">
                <a:solidFill>
                  <a:schemeClr val="tx1"/>
                </a:solidFill>
                <a:latin typeface="Arial"/>
                <a:ea typeface="Arial Unicode MS" panose="020B0604020202020204" pitchFamily="34" charset="-128"/>
                <a:cs typeface="Arial"/>
              </a:rPr>
              <a:t>观测参数：</a:t>
            </a:r>
            <a:endParaRPr lang="en-US" altLang="zh-CN" dirty="0">
              <a:solidFill>
                <a:schemeClr val="tx1"/>
              </a:solidFill>
              <a:latin typeface="Arial"/>
              <a:ea typeface="Arial Unicode MS" panose="020B0604020202020204" pitchFamily="34" charset="-128"/>
              <a:cs typeface="Arial"/>
            </a:endParaRPr>
          </a:p>
          <a:p>
            <a:r>
              <a:rPr lang="zh-CN" dirty="0">
                <a:latin typeface="Arial"/>
                <a:ea typeface="Arial Unicode MS"/>
                <a:cs typeface="Arial"/>
              </a:rPr>
              <a:t>"VacuumAbsolute": "-762",</a:t>
            </a:r>
            <a:endParaRPr lang="zh-CN" dirty="0"/>
          </a:p>
          <a:p>
            <a:pPr>
              <a:lnSpc>
                <a:spcPct val="110000"/>
              </a:lnSpc>
              <a:spcBef>
                <a:spcPts val="0"/>
              </a:spcBef>
            </a:pPr>
            <a:r>
              <a:rPr lang="zh-CN" dirty="0">
                <a:latin typeface="Arial"/>
                <a:ea typeface="Arial Unicode MS"/>
                <a:cs typeface="Arial"/>
              </a:rPr>
              <a:t>"VacuumRelative": "-762",</a:t>
            </a:r>
            <a:endParaRPr lang="en-US" altLang="zh-CN" dirty="0">
              <a:latin typeface="Arial"/>
              <a:ea typeface="Arial Unicode MS"/>
              <a:cs typeface="Arial"/>
            </a:endParaRPr>
          </a:p>
          <a:p>
            <a:r>
              <a:rPr lang="zh-CN" dirty="0">
                <a:latin typeface="Arial"/>
                <a:ea typeface="Arial Unicode MS"/>
                <a:cs typeface="Arial"/>
              </a:rPr>
              <a:t>"VacuumAbsolute": "-802",</a:t>
            </a:r>
            <a:endParaRPr lang="zh-CN" dirty="0"/>
          </a:p>
          <a:p>
            <a:pPr>
              <a:lnSpc>
                <a:spcPct val="110000"/>
              </a:lnSpc>
              <a:spcBef>
                <a:spcPts val="0"/>
              </a:spcBef>
            </a:pPr>
            <a:r>
              <a:rPr lang="zh-CN" dirty="0">
                <a:latin typeface="Arial"/>
                <a:ea typeface="Arial Unicode MS"/>
                <a:cs typeface="Arial"/>
              </a:rPr>
              <a:t>"VacuumRelative": "97",</a:t>
            </a:r>
          </a:p>
          <a:p>
            <a:pPr>
              <a:lnSpc>
                <a:spcPct val="110000"/>
              </a:lnSpc>
              <a:spcBef>
                <a:spcPts val="0"/>
              </a:spcBef>
            </a:pPr>
            <a:r>
              <a:rPr lang="zh-CN" altLang="en-US" dirty="0">
                <a:solidFill>
                  <a:schemeClr val="tx1"/>
                </a:solidFill>
                <a:cs typeface="Arial" pitchFamily="34" charset="0"/>
              </a:rPr>
              <a:t>干扰因素：</a:t>
            </a:r>
            <a:endParaRPr lang="en-US" altLang="zh-CN" dirty="0">
              <a:solidFill>
                <a:schemeClr val="tx1"/>
              </a:solidFill>
              <a:cs typeface="Arial" pitchFamily="34" charset="0"/>
            </a:endParaRPr>
          </a:p>
          <a:p>
            <a:pPr>
              <a:lnSpc>
                <a:spcPct val="110000"/>
              </a:lnSpc>
              <a:spcBef>
                <a:spcPct val="0"/>
              </a:spcBef>
              <a:buFont typeface="Wingdings" charset="0"/>
              <a:buNone/>
            </a:pPr>
            <a:r>
              <a:rPr lang="zh-CN" altLang="en-US" dirty="0">
                <a:latin typeface="Arial"/>
                <a:cs typeface="Arial"/>
              </a:rPr>
              <a:t>管路阻塞</a:t>
            </a:r>
            <a:endParaRPr lang="en-US" dirty="0">
              <a:latin typeface="Arial"/>
              <a:ea typeface="Arial Unicode MS"/>
              <a:cs typeface="Arial"/>
            </a:endParaRPr>
          </a:p>
          <a:p>
            <a:pPr>
              <a:lnSpc>
                <a:spcPct val="110000"/>
              </a:lnSpc>
              <a:spcBef>
                <a:spcPct val="0"/>
              </a:spcBef>
              <a:buFont typeface="Wingdings" charset="0"/>
              <a:buNone/>
            </a:pPr>
            <a:r>
              <a:rPr lang="zh-CN" altLang="en-US" dirty="0">
                <a:latin typeface="Arial"/>
                <a:cs typeface="Arial"/>
              </a:rPr>
              <a:t>吸嘴阻塞</a:t>
            </a:r>
            <a:endParaRPr lang="en-US" dirty="0">
              <a:latin typeface="Arial"/>
              <a:ea typeface="Arial Unicode MS"/>
              <a:cs typeface="Arial"/>
            </a:endParaRPr>
          </a:p>
          <a:p>
            <a:pPr>
              <a:lnSpc>
                <a:spcPct val="110000"/>
              </a:lnSpc>
              <a:spcBef>
                <a:spcPct val="0"/>
              </a:spcBef>
              <a:buFont typeface="Wingdings" charset="0"/>
              <a:buNone/>
            </a:pPr>
            <a:r>
              <a:rPr lang="zh-CN" altLang="en-US" dirty="0">
                <a:latin typeface="Arial"/>
                <a:ea typeface="Arial Unicode MS"/>
                <a:cs typeface="Arial"/>
              </a:rPr>
              <a:t>元件偏移</a:t>
            </a:r>
            <a:endParaRPr lang="en-US" dirty="0">
              <a:latin typeface="Arial"/>
              <a:ea typeface="Arial Unicode MS"/>
              <a:cs typeface="Arial"/>
            </a:endParaRPr>
          </a:p>
        </p:txBody>
      </p:sp>
      <p:sp>
        <p:nvSpPr>
          <p:cNvPr id="26" name="Rectangle 25">
            <a:extLst>
              <a:ext uri="{FF2B5EF4-FFF2-40B4-BE49-F238E27FC236}">
                <a16:creationId xmlns:a16="http://schemas.microsoft.com/office/drawing/2014/main" id="{487F9FBB-3D4B-4F90-8AF4-854E75F4FAAE}"/>
              </a:ext>
            </a:extLst>
          </p:cNvPr>
          <p:cNvSpPr/>
          <p:nvPr/>
        </p:nvSpPr>
        <p:spPr bwMode="auto">
          <a:xfrm>
            <a:off x="6783251" y="1340768"/>
            <a:ext cx="4356484" cy="4644515"/>
          </a:xfrm>
          <a:prstGeom prst="rect">
            <a:avLst/>
          </a:prstGeom>
          <a:solidFill>
            <a:srgbClr val="92D050">
              <a:alpha val="50000"/>
            </a:srgbClr>
          </a:solid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zh-CN" altLang="en-US" sz="2800" b="1" dirty="0">
                <a:solidFill>
                  <a:schemeClr val="tx1"/>
                </a:solidFill>
                <a:latin typeface="+mj-lt"/>
                <a:cs typeface="Arial"/>
              </a:rPr>
              <a:t>失效模式</a:t>
            </a:r>
            <a:r>
              <a:rPr lang="en-US" altLang="zh-CN" sz="2800" b="1" dirty="0">
                <a:solidFill>
                  <a:schemeClr val="tx1"/>
                </a:solidFill>
                <a:latin typeface="+mj-lt"/>
                <a:cs typeface="Arial"/>
              </a:rPr>
              <a:t>2</a:t>
            </a:r>
            <a:r>
              <a:rPr lang="zh-CN" altLang="en-US" sz="2800" b="1" dirty="0">
                <a:solidFill>
                  <a:schemeClr val="tx1"/>
                </a:solidFill>
                <a:latin typeface="+mj-lt"/>
                <a:cs typeface="Arial"/>
              </a:rPr>
              <a:t>：</a:t>
            </a:r>
            <a:r>
              <a:rPr lang="zh-CN" altLang="en-US" sz="2800" b="1" dirty="0">
                <a:solidFill>
                  <a:schemeClr val="tx1"/>
                </a:solidFill>
                <a:latin typeface="+mj-lt"/>
                <a:ea typeface="Arial Unicode MS" panose="020B0604020202020204" pitchFamily="34" charset="-128"/>
                <a:cs typeface="Arial"/>
              </a:rPr>
              <a:t>真空开关失效</a:t>
            </a:r>
            <a:endParaRPr lang="en-US" sz="2800" dirty="0">
              <a:solidFill>
                <a:schemeClr val="tx1"/>
              </a:solidFill>
              <a:latin typeface="+mj-lt"/>
              <a:ea typeface="Arial Unicode MS" panose="020B0604020202020204" pitchFamily="34" charset="-128"/>
              <a:cs typeface="Arial Unicode MS" panose="020B0604020202020204" pitchFamily="34" charset="-128"/>
            </a:endParaRPr>
          </a:p>
          <a:p>
            <a:pPr algn="ctr">
              <a:lnSpc>
                <a:spcPct val="110000"/>
              </a:lnSpc>
              <a:spcBef>
                <a:spcPct val="0"/>
              </a:spcBef>
              <a:buFont typeface="Wingdings" charset="0"/>
              <a:buNone/>
            </a:pPr>
            <a:endParaRPr lang="en-US" dirty="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ct val="0"/>
              </a:spcBef>
              <a:buFont typeface="Wingdings" charset="0"/>
              <a:buNone/>
            </a:pPr>
            <a:r>
              <a:rPr lang="zh-CN" altLang="en-US" dirty="0">
                <a:solidFill>
                  <a:schemeClr val="tx1"/>
                </a:solidFill>
                <a:latin typeface="Arial"/>
                <a:ea typeface="Arial Unicode MS" panose="020B0604020202020204" pitchFamily="34" charset="-128"/>
                <a:cs typeface="Arial"/>
              </a:rPr>
              <a:t>观测参数：</a:t>
            </a:r>
            <a:endParaRPr lang="en-US" altLang="zh-CN" dirty="0">
              <a:solidFill>
                <a:schemeClr val="tx1"/>
              </a:solidFill>
              <a:latin typeface="Arial"/>
              <a:ea typeface="Arial Unicode MS" panose="020B0604020202020204" pitchFamily="34" charset="-128"/>
              <a:cs typeface="Arial"/>
            </a:endParaRPr>
          </a:p>
          <a:p>
            <a:pPr>
              <a:lnSpc>
                <a:spcPct val="110000"/>
              </a:lnSpc>
              <a:spcBef>
                <a:spcPts val="0"/>
              </a:spcBef>
            </a:pPr>
            <a:r>
              <a:rPr lang="zh-CN" altLang="en-US" dirty="0">
                <a:latin typeface="Arial"/>
                <a:cs typeface="Arial"/>
              </a:rPr>
              <a:t>PLACE/</a:t>
            </a:r>
            <a:r>
              <a:rPr lang="en-US" altLang="zh-CN" dirty="0">
                <a:latin typeface="Arial"/>
                <a:ea typeface="Arial Unicode MS"/>
                <a:cs typeface="Arial"/>
              </a:rPr>
              <a:t>"</a:t>
            </a:r>
            <a:r>
              <a:rPr lang="en-US" altLang="zh-CN" dirty="0" err="1">
                <a:latin typeface="Arial"/>
                <a:ea typeface="Arial Unicode MS"/>
                <a:cs typeface="Arial"/>
              </a:rPr>
              <a:t>VacuumAbsolute</a:t>
            </a:r>
            <a:r>
              <a:rPr lang="en-US" altLang="zh-CN" dirty="0">
                <a:latin typeface="Arial"/>
                <a:ea typeface="Arial Unicode MS"/>
                <a:cs typeface="Arial"/>
              </a:rPr>
              <a:t>"</a:t>
            </a:r>
            <a:r>
              <a:rPr lang="zh-CN" altLang="en-US" dirty="0">
                <a:latin typeface="Arial"/>
                <a:cs typeface="Arial"/>
              </a:rPr>
              <a:t> - PI</a:t>
            </a:r>
            <a:r>
              <a:rPr lang="en-US" altLang="zh-CN" dirty="0">
                <a:latin typeface="Arial"/>
                <a:ea typeface="Arial Unicode MS"/>
                <a:cs typeface="Arial"/>
              </a:rPr>
              <a:t>C</a:t>
            </a:r>
            <a:r>
              <a:rPr lang="en-US" altLang="en-US" dirty="0">
                <a:latin typeface="Arial"/>
                <a:ea typeface="Arial Unicode MS"/>
                <a:cs typeface="Arial"/>
              </a:rPr>
              <a:t>K</a:t>
            </a:r>
            <a:r>
              <a:rPr lang="en-US" altLang="zh-CN" dirty="0">
                <a:latin typeface="Arial"/>
                <a:ea typeface="Arial Unicode MS"/>
                <a:cs typeface="Arial"/>
              </a:rPr>
              <a:t>/"Vacu</a:t>
            </a:r>
            <a:r>
              <a:rPr lang="zh-CN" dirty="0">
                <a:latin typeface="Arial"/>
                <a:ea typeface="Arial Unicode MS"/>
                <a:cs typeface="Arial"/>
              </a:rPr>
              <a:t>umAbsolute"</a:t>
            </a:r>
            <a:endParaRPr lang="zh-CN" altLang="en-US" dirty="0">
              <a:latin typeface="Arial"/>
              <a:ea typeface="Arial Unicode MS"/>
              <a:cs typeface="Arial"/>
            </a:endParaRPr>
          </a:p>
          <a:p>
            <a:pPr>
              <a:lnSpc>
                <a:spcPct val="110000"/>
              </a:lnSpc>
              <a:spcBef>
                <a:spcPts val="0"/>
              </a:spcBef>
            </a:pPr>
            <a:r>
              <a:rPr lang="en-US" altLang="zh-CN" dirty="0">
                <a:latin typeface="Arial"/>
                <a:ea typeface="Arial Unicode MS"/>
                <a:cs typeface="Arial"/>
              </a:rPr>
              <a:t>Place result:”0”</a:t>
            </a:r>
          </a:p>
          <a:p>
            <a:pPr>
              <a:lnSpc>
                <a:spcPct val="110000"/>
              </a:lnSpc>
              <a:spcBef>
                <a:spcPts val="0"/>
              </a:spcBef>
            </a:pPr>
            <a:endParaRPr lang="en-US" altLang="zh-CN" dirty="0">
              <a:solidFill>
                <a:schemeClr val="tx1"/>
              </a:solidFill>
              <a:cs typeface="Arial" pitchFamily="34" charset="0"/>
            </a:endParaRPr>
          </a:p>
          <a:p>
            <a:pPr>
              <a:lnSpc>
                <a:spcPct val="110000"/>
              </a:lnSpc>
              <a:spcBef>
                <a:spcPts val="0"/>
              </a:spcBef>
            </a:pPr>
            <a:endParaRPr lang="en-US" altLang="zh-CN" dirty="0">
              <a:solidFill>
                <a:schemeClr val="tx1"/>
              </a:solidFill>
              <a:cs typeface="Arial" pitchFamily="34" charset="0"/>
            </a:endParaRPr>
          </a:p>
          <a:p>
            <a:pPr>
              <a:lnSpc>
                <a:spcPct val="110000"/>
              </a:lnSpc>
              <a:spcBef>
                <a:spcPts val="0"/>
              </a:spcBef>
            </a:pPr>
            <a:r>
              <a:rPr lang="zh-CN" altLang="en-US" dirty="0">
                <a:solidFill>
                  <a:schemeClr val="tx1"/>
                </a:solidFill>
                <a:cs typeface="Arial" pitchFamily="34" charset="0"/>
              </a:rPr>
              <a:t>干扰因素：</a:t>
            </a:r>
          </a:p>
          <a:p>
            <a:pPr>
              <a:lnSpc>
                <a:spcPct val="110000"/>
              </a:lnSpc>
              <a:spcBef>
                <a:spcPct val="0"/>
              </a:spcBef>
              <a:buFont typeface="Wingdings" charset="0"/>
              <a:buNone/>
            </a:pPr>
            <a:r>
              <a:rPr lang="zh-CN" altLang="en-US" dirty="0">
                <a:latin typeface="Arial"/>
                <a:ea typeface="Arial Unicode MS"/>
                <a:cs typeface="Arial"/>
              </a:rPr>
              <a:t>置件顺序</a:t>
            </a:r>
            <a:endParaRPr lang="en-US" altLang="zh-CN" dirty="0">
              <a:latin typeface="Arial"/>
              <a:ea typeface="Arial Unicode MS"/>
              <a:cs typeface="Arial"/>
            </a:endParaRPr>
          </a:p>
          <a:p>
            <a:pPr>
              <a:lnSpc>
                <a:spcPct val="110000"/>
              </a:lnSpc>
              <a:spcBef>
                <a:spcPct val="0"/>
              </a:spcBef>
              <a:buFont typeface="Wingdings" charset="0"/>
              <a:buNone/>
            </a:pPr>
            <a:r>
              <a:rPr lang="zh-CN" altLang="en-US" dirty="0">
                <a:latin typeface="Arial"/>
                <a:ea typeface="Arial Unicode MS"/>
                <a:cs typeface="Arial"/>
              </a:rPr>
              <a:t>吸嘴选型</a:t>
            </a:r>
            <a:endParaRPr lang="en-US" altLang="zh-CN" dirty="0">
              <a:latin typeface="Arial"/>
              <a:ea typeface="Arial Unicode MS"/>
              <a:cs typeface="Arial"/>
            </a:endParaRPr>
          </a:p>
          <a:p>
            <a:pPr>
              <a:lnSpc>
                <a:spcPct val="110000"/>
              </a:lnSpc>
              <a:spcBef>
                <a:spcPct val="0"/>
              </a:spcBef>
              <a:buFont typeface="Wingdings" charset="0"/>
              <a:buNone/>
            </a:pPr>
            <a:r>
              <a:rPr lang="zh-CN" altLang="en-US" dirty="0">
                <a:latin typeface="Arial"/>
                <a:ea typeface="Arial Unicode MS"/>
                <a:cs typeface="Arial"/>
              </a:rPr>
              <a:t>元件参数（高度）</a:t>
            </a:r>
            <a:endParaRPr lang="en-US" dirty="0">
              <a:latin typeface="Arial"/>
              <a:ea typeface="Arial Unicode MS"/>
              <a:cs typeface="Arial"/>
            </a:endParaRPr>
          </a:p>
        </p:txBody>
      </p:sp>
    </p:spTree>
    <p:extLst>
      <p:ext uri="{BB962C8B-B14F-4D97-AF65-F5344CB8AC3E}">
        <p14:creationId xmlns:p14="http://schemas.microsoft.com/office/powerpoint/2010/main" val="599994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真空值</a:t>
            </a:r>
            <a:endParaRPr lang="zh-CN" altLang="en-US" dirty="0"/>
          </a:p>
        </p:txBody>
      </p:sp>
      <p:pic>
        <p:nvPicPr>
          <p:cNvPr id="5" name="Picture 4">
            <a:extLst>
              <a:ext uri="{FF2B5EF4-FFF2-40B4-BE49-F238E27FC236}">
                <a16:creationId xmlns:a16="http://schemas.microsoft.com/office/drawing/2014/main" id="{9FC0F3F1-E6C0-4006-A5FE-C7869EF630B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58615" y="1458009"/>
            <a:ext cx="4740041" cy="2670662"/>
          </a:xfrm>
          <a:prstGeom prst="rect">
            <a:avLst/>
          </a:prstGeom>
          <a:noFill/>
          <a:ln>
            <a:noFill/>
          </a:ln>
        </p:spPr>
      </p:pic>
      <p:sp>
        <p:nvSpPr>
          <p:cNvPr id="7" name="TextBox 6">
            <a:extLst>
              <a:ext uri="{FF2B5EF4-FFF2-40B4-BE49-F238E27FC236}">
                <a16:creationId xmlns:a16="http://schemas.microsoft.com/office/drawing/2014/main" id="{BE691598-8C33-496D-9914-B9087A7C1FE2}"/>
              </a:ext>
            </a:extLst>
          </p:cNvPr>
          <p:cNvSpPr txBox="1"/>
          <p:nvPr/>
        </p:nvSpPr>
        <p:spPr>
          <a:xfrm>
            <a:off x="6301992" y="4473116"/>
            <a:ext cx="5004556" cy="1340239"/>
          </a:xfrm>
          <a:prstGeom prst="rect">
            <a:avLst/>
          </a:prstGeom>
          <a:noFill/>
        </p:spPr>
        <p:txBody>
          <a:bodyPr wrap="square">
            <a:spAutoFit/>
          </a:bodyPr>
          <a:lstStyle/>
          <a:p>
            <a:pPr marL="0" marR="0">
              <a:lnSpc>
                <a:spcPct val="107000"/>
              </a:lnSpc>
              <a:spcBef>
                <a:spcPts val="0"/>
              </a:spcBef>
              <a:spcAft>
                <a:spcPts val="800"/>
              </a:spcAft>
            </a:pPr>
            <a:r>
              <a:rPr 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从图形上观测到</a:t>
            </a:r>
            <a:r>
              <a:rPr lang="en-US"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9</a:t>
            </a:r>
            <a:r>
              <a:rPr 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月底估计为该周期的维护时间点</a:t>
            </a:r>
            <a:endParaRPr lang="en-US" alt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07000"/>
              </a:lnSpc>
              <a:spcBef>
                <a:spcPts val="0"/>
              </a:spcBef>
              <a:spcAft>
                <a:spcPts val="800"/>
              </a:spcAft>
            </a:pPr>
            <a:r>
              <a:rPr 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（事件终点）</a:t>
            </a:r>
            <a:endParaRPr lang="en-US"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a:t>
            </a:r>
            <a:r>
              <a:rPr 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所有测量值和特征值以每日计算均值降采样后预测距离维护终点还有多少天（</a:t>
            </a:r>
            <a:r>
              <a:rPr lang="en-US"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RUL</a:t>
            </a:r>
            <a:r>
              <a:rPr lang="zh-CN"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）拟合衰退曲线模型</a:t>
            </a:r>
            <a:endParaRPr lang="en-US" sz="16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8" name="Picture 7">
            <a:extLst>
              <a:ext uri="{FF2B5EF4-FFF2-40B4-BE49-F238E27FC236}">
                <a16:creationId xmlns:a16="http://schemas.microsoft.com/office/drawing/2014/main" id="{B363C65E-4DDA-44AE-9834-113384345E8B}"/>
              </a:ext>
            </a:extLst>
          </p:cNvPr>
          <p:cNvPicPr>
            <a:picLocks noChangeAspect="1"/>
          </p:cNvPicPr>
          <p:nvPr/>
        </p:nvPicPr>
        <p:blipFill>
          <a:blip r:embed="rId7"/>
          <a:stretch>
            <a:fillRect/>
          </a:stretch>
        </p:blipFill>
        <p:spPr>
          <a:xfrm>
            <a:off x="1058551" y="4265183"/>
            <a:ext cx="4740041" cy="2192269"/>
          </a:xfrm>
          <a:prstGeom prst="rect">
            <a:avLst/>
          </a:prstGeom>
        </p:spPr>
      </p:pic>
      <p:sp>
        <p:nvSpPr>
          <p:cNvPr id="10" name="TextBox 9">
            <a:extLst>
              <a:ext uri="{FF2B5EF4-FFF2-40B4-BE49-F238E27FC236}">
                <a16:creationId xmlns:a16="http://schemas.microsoft.com/office/drawing/2014/main" id="{39865737-8678-4A23-AA86-3052CA540863}"/>
              </a:ext>
            </a:extLst>
          </p:cNvPr>
          <p:cNvSpPr txBox="1"/>
          <p:nvPr/>
        </p:nvSpPr>
        <p:spPr>
          <a:xfrm>
            <a:off x="6301992" y="2279709"/>
            <a:ext cx="5099361" cy="974177"/>
          </a:xfrm>
          <a:prstGeom prst="rect">
            <a:avLst/>
          </a:prstGeom>
          <a:noFill/>
        </p:spPr>
        <p:txBody>
          <a:bodyPr wrap="square">
            <a:spAutoFit/>
          </a:bodyPr>
          <a:lstStyle>
            <a:defPPr>
              <a:defRPr lang="de-DE"/>
            </a:defPPr>
            <a:lvl1pPr marL="0" marR="0">
              <a:lnSpc>
                <a:spcPct val="107000"/>
              </a:lnSpc>
              <a:spcBef>
                <a:spcPts val="0"/>
              </a:spcBef>
              <a:spcAft>
                <a:spcPts val="800"/>
              </a:spcAft>
              <a:defRPr sz="1600">
                <a:solidFill>
                  <a:schemeClr val="tx1"/>
                </a:solidFill>
                <a:effectLst/>
                <a:latin typeface="Calibri" panose="020F0502020204030204" pitchFamily="34" charset="0"/>
                <a:ea typeface="DengXian" panose="02010600030101010101" pitchFamily="2" charset="-122"/>
                <a:cs typeface="Times New Roman" panose="02020603050405020304" pitchFamily="18" charset="0"/>
              </a:defRPr>
            </a:lvl1pPr>
          </a:lstStyle>
          <a:p>
            <a:r>
              <a:rPr lang="zh-CN" altLang="en-US" dirty="0"/>
              <a:t>数据：使用</a:t>
            </a:r>
            <a:r>
              <a:rPr lang="en-US" dirty="0"/>
              <a:t>Line5 </a:t>
            </a:r>
            <a:r>
              <a:rPr lang="zh-CN" altLang="en-US" dirty="0"/>
              <a:t>不同吸头的真空发生器真空值测量数据</a:t>
            </a:r>
            <a:endParaRPr lang="en-US" dirty="0"/>
          </a:p>
          <a:p>
            <a:r>
              <a:rPr lang="zh-CN" altLang="en-US" dirty="0"/>
              <a:t>事件终点：以吸头的真空值衰退曲线终点设定</a:t>
            </a:r>
            <a:endParaRPr lang="en-US" dirty="0"/>
          </a:p>
        </p:txBody>
      </p:sp>
    </p:spTree>
    <p:extLst>
      <p:ext uri="{BB962C8B-B14F-4D97-AF65-F5344CB8AC3E}">
        <p14:creationId xmlns:p14="http://schemas.microsoft.com/office/powerpoint/2010/main" val="3559409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80968303"/>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真空值模型</a:t>
            </a:r>
            <a:r>
              <a:rPr lang="en-US" altLang="zh-CN" dirty="0">
                <a:latin typeface="Arial"/>
                <a:cs typeface="Arial"/>
              </a:rPr>
              <a:t>1</a:t>
            </a:r>
            <a:endParaRPr lang="zh-CN" altLang="en-US" dirty="0"/>
          </a:p>
        </p:txBody>
      </p:sp>
      <p:pic>
        <p:nvPicPr>
          <p:cNvPr id="5" name="Picture 4">
            <a:extLst>
              <a:ext uri="{FF2B5EF4-FFF2-40B4-BE49-F238E27FC236}">
                <a16:creationId xmlns:a16="http://schemas.microsoft.com/office/drawing/2014/main" id="{092FF3F7-D6E6-46A9-B9D9-A97F86B3ABE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54558" y="1916832"/>
            <a:ext cx="5450715" cy="2715895"/>
          </a:xfrm>
          <a:prstGeom prst="rect">
            <a:avLst/>
          </a:prstGeom>
          <a:noFill/>
          <a:ln>
            <a:noFill/>
          </a:ln>
        </p:spPr>
      </p:pic>
      <p:sp>
        <p:nvSpPr>
          <p:cNvPr id="7" name="TextBox 6">
            <a:extLst>
              <a:ext uri="{FF2B5EF4-FFF2-40B4-BE49-F238E27FC236}">
                <a16:creationId xmlns:a16="http://schemas.microsoft.com/office/drawing/2014/main" id="{0FEF3117-E0F6-4288-BB5A-89393BDBBD06}"/>
              </a:ext>
            </a:extLst>
          </p:cNvPr>
          <p:cNvSpPr txBox="1"/>
          <p:nvPr/>
        </p:nvSpPr>
        <p:spPr>
          <a:xfrm>
            <a:off x="590563" y="4995375"/>
            <a:ext cx="11175032" cy="376129"/>
          </a:xfrm>
          <a:prstGeom prst="rect">
            <a:avLst/>
          </a:prstGeom>
          <a:noFill/>
        </p:spPr>
        <p:txBody>
          <a:bodyPr wrap="square">
            <a:spAutoFit/>
          </a:bodyPr>
          <a:lstStyle/>
          <a:p>
            <a:pPr marL="0" marR="0">
              <a:lnSpc>
                <a:spcPct val="107000"/>
              </a:lnSpc>
              <a:spcBef>
                <a:spcPts val="0"/>
              </a:spcBef>
              <a:spcAft>
                <a:spcPts val="800"/>
              </a:spcAft>
            </a:pP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使用 </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pick.va-</a:t>
            </a:r>
            <a:r>
              <a:rPr lang="en-US" sz="1800" dirty="0" err="1">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place_hcp</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特征拟合</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RUL</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，使用线性回归模型训练</a:t>
            </a:r>
            <a:r>
              <a:rPr lang="zh-CN" altLang="en-US" dirty="0">
                <a:solidFill>
                  <a:schemeClr val="tx1"/>
                </a:solidFill>
                <a:latin typeface="Calibri" panose="020F0502020204030204" pitchFamily="34" charset="0"/>
                <a:ea typeface="DengXian" panose="02010600030101010101" pitchFamily="2" charset="-122"/>
                <a:cs typeface="Times New Roman" panose="02020603050405020304" pitchFamily="18" charset="0"/>
              </a:rPr>
              <a:t>， </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该模型训练数据的真实值与实际值</a:t>
            </a:r>
            <a:endPar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8" name="Picture 7">
            <a:extLst>
              <a:ext uri="{FF2B5EF4-FFF2-40B4-BE49-F238E27FC236}">
                <a16:creationId xmlns:a16="http://schemas.microsoft.com/office/drawing/2014/main" id="{FF31D6AF-16D0-4AE1-9D19-591791A0F5B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279195" y="1916832"/>
            <a:ext cx="5486400" cy="2715895"/>
          </a:xfrm>
          <a:prstGeom prst="rect">
            <a:avLst/>
          </a:prstGeom>
          <a:noFill/>
          <a:ln>
            <a:noFill/>
          </a:ln>
        </p:spPr>
      </p:pic>
    </p:spTree>
    <p:extLst>
      <p:ext uri="{BB962C8B-B14F-4D97-AF65-F5344CB8AC3E}">
        <p14:creationId xmlns:p14="http://schemas.microsoft.com/office/powerpoint/2010/main" val="2394141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328588541"/>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真空值模型</a:t>
            </a:r>
            <a:r>
              <a:rPr lang="en-US" altLang="zh-CN" dirty="0">
                <a:latin typeface="Arial"/>
                <a:cs typeface="Arial"/>
              </a:rPr>
              <a:t>2</a:t>
            </a:r>
            <a:endParaRPr lang="zh-CN" altLang="en-US" dirty="0"/>
          </a:p>
        </p:txBody>
      </p:sp>
      <p:pic>
        <p:nvPicPr>
          <p:cNvPr id="9" name="Picture 8">
            <a:extLst>
              <a:ext uri="{FF2B5EF4-FFF2-40B4-BE49-F238E27FC236}">
                <a16:creationId xmlns:a16="http://schemas.microsoft.com/office/drawing/2014/main" id="{7E09A420-3340-4CCB-A3EF-CA31A89DA45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66527" y="1952836"/>
            <a:ext cx="5486400" cy="2739390"/>
          </a:xfrm>
          <a:prstGeom prst="rect">
            <a:avLst/>
          </a:prstGeom>
          <a:noFill/>
          <a:ln>
            <a:noFill/>
          </a:ln>
        </p:spPr>
      </p:pic>
      <p:sp>
        <p:nvSpPr>
          <p:cNvPr id="10" name="TextBox 9">
            <a:extLst>
              <a:ext uri="{FF2B5EF4-FFF2-40B4-BE49-F238E27FC236}">
                <a16:creationId xmlns:a16="http://schemas.microsoft.com/office/drawing/2014/main" id="{0D4DB31C-7497-4C1B-8C90-D404E0FE34C9}"/>
              </a:ext>
            </a:extLst>
          </p:cNvPr>
          <p:cNvSpPr txBox="1"/>
          <p:nvPr/>
        </p:nvSpPr>
        <p:spPr>
          <a:xfrm>
            <a:off x="518554" y="4869160"/>
            <a:ext cx="11092599" cy="672492"/>
          </a:xfrm>
          <a:prstGeom prst="rect">
            <a:avLst/>
          </a:prstGeom>
          <a:noFill/>
        </p:spPr>
        <p:txBody>
          <a:bodyPr wrap="square">
            <a:spAutoFit/>
          </a:bodyPr>
          <a:lstStyle>
            <a:defPPr>
              <a:defRPr lang="de-DE"/>
            </a:defPPr>
            <a:lvl1pPr marL="0" marR="0">
              <a:lnSpc>
                <a:spcPct val="107000"/>
              </a:lnSpc>
              <a:spcBef>
                <a:spcPts val="0"/>
              </a:spcBef>
              <a:spcAft>
                <a:spcPts val="800"/>
              </a:spcAft>
              <a:defRPr sz="1800">
                <a:solidFill>
                  <a:schemeClr val="tx1"/>
                </a:solidFill>
                <a:effectLst/>
                <a:latin typeface="Calibri" panose="020F0502020204030204" pitchFamily="34" charset="0"/>
                <a:ea typeface="DengXian" panose="02010600030101010101" pitchFamily="2" charset="-122"/>
                <a:cs typeface="Times New Roman" panose="02020603050405020304" pitchFamily="18" charset="0"/>
              </a:defRPr>
            </a:lvl1pPr>
          </a:lstStyle>
          <a:p>
            <a:r>
              <a:rPr lang="zh-CN" altLang="en-US" dirty="0"/>
              <a:t>使用 </a:t>
            </a:r>
            <a:r>
              <a:rPr lang="en-US" dirty="0"/>
              <a:t>'pick.va-</a:t>
            </a:r>
            <a:r>
              <a:rPr lang="en-US" dirty="0" err="1"/>
              <a:t>place_hcp</a:t>
            </a:r>
            <a:r>
              <a:rPr lang="en-US" dirty="0"/>
              <a:t>', '</a:t>
            </a:r>
            <a:r>
              <a:rPr lang="en-US" dirty="0" err="1"/>
              <a:t>pick.vacuumabsolute</a:t>
            </a:r>
            <a:r>
              <a:rPr lang="en-US" dirty="0"/>
              <a:t>', '</a:t>
            </a:r>
            <a:r>
              <a:rPr lang="en-US" dirty="0" err="1"/>
              <a:t>place.holdingcircuitpressure</a:t>
            </a:r>
            <a:r>
              <a:rPr lang="en-US" dirty="0"/>
              <a:t>', '</a:t>
            </a:r>
            <a:r>
              <a:rPr lang="en-US" dirty="0" err="1"/>
              <a:t>place.airkisspressure</a:t>
            </a:r>
            <a:r>
              <a:rPr lang="en-US" dirty="0"/>
              <a:t>', '</a:t>
            </a:r>
            <a:r>
              <a:rPr lang="en-US" dirty="0" err="1"/>
              <a:t>place.vacuumabsolute</a:t>
            </a:r>
            <a:r>
              <a:rPr lang="en-US" dirty="0"/>
              <a:t>', '</a:t>
            </a:r>
            <a:r>
              <a:rPr lang="en-US" dirty="0" err="1"/>
              <a:t>place.vacuumrelative</a:t>
            </a:r>
            <a:r>
              <a:rPr lang="en-US" dirty="0"/>
              <a:t>' </a:t>
            </a:r>
            <a:r>
              <a:rPr lang="zh-CN" altLang="en-US" dirty="0"/>
              <a:t>等特征 预测</a:t>
            </a:r>
            <a:r>
              <a:rPr lang="en-US" dirty="0"/>
              <a:t>RUL</a:t>
            </a:r>
            <a:r>
              <a:rPr lang="zh-CN" altLang="en-US" dirty="0"/>
              <a:t>，使用</a:t>
            </a:r>
            <a:r>
              <a:rPr lang="en-US" dirty="0" err="1"/>
              <a:t>XGBoost</a:t>
            </a:r>
            <a:r>
              <a:rPr lang="zh-CN" altLang="en-US" dirty="0"/>
              <a:t>训练</a:t>
            </a:r>
            <a:endParaRPr lang="en-US" dirty="0"/>
          </a:p>
        </p:txBody>
      </p:sp>
      <p:pic>
        <p:nvPicPr>
          <p:cNvPr id="11" name="Picture 10">
            <a:extLst>
              <a:ext uri="{FF2B5EF4-FFF2-40B4-BE49-F238E27FC236}">
                <a16:creationId xmlns:a16="http://schemas.microsoft.com/office/drawing/2014/main" id="{11EDD98F-00C2-4E33-991A-87EFB00724C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124754" y="1948840"/>
            <a:ext cx="5486400" cy="2739390"/>
          </a:xfrm>
          <a:prstGeom prst="rect">
            <a:avLst/>
          </a:prstGeom>
          <a:noFill/>
          <a:ln>
            <a:noFill/>
          </a:ln>
        </p:spPr>
      </p:pic>
    </p:spTree>
    <p:extLst>
      <p:ext uri="{BB962C8B-B14F-4D97-AF65-F5344CB8AC3E}">
        <p14:creationId xmlns:p14="http://schemas.microsoft.com/office/powerpoint/2010/main" val="2909766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p:custDataLst>
              <p:tags r:id="rId1"/>
            </p:custDataLst>
            <p:extLst>
              <p:ext uri="{D42A27DB-BD31-4B8C-83A1-F6EECF244321}">
                <p14:modId xmlns:p14="http://schemas.microsoft.com/office/powerpoint/2010/main" val="244834926"/>
              </p:ext>
            </p:extLst>
          </p:nvPr>
        </p:nvGraphicFramePr>
        <p:xfrm>
          <a:off x="1590" y="1592"/>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k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2"/>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spcBef>
                <a:spcPct val="0"/>
              </a:spcBef>
              <a:buFont typeface="Wingdings" charset="0"/>
              <a:buNone/>
            </a:pPr>
            <a:endParaRPr lang="en-US" sz="2200" b="1" dirty="0">
              <a:solidFill>
                <a:schemeClr val="tx1"/>
              </a:solidFill>
              <a:ea typeface="+mj-ea"/>
              <a:cs typeface="Arial" panose="020B0604020202020204" pitchFamily="34" charset="0"/>
              <a:sym typeface="Arial" panose="020B0604020202020204" pitchFamily="34" charset="0"/>
            </a:endParaRPr>
          </a:p>
        </p:txBody>
      </p:sp>
      <p:sp>
        <p:nvSpPr>
          <p:cNvPr id="12" name="Title 11">
            <a:extLst>
              <a:ext uri="{FF2B5EF4-FFF2-40B4-BE49-F238E27FC236}">
                <a16:creationId xmlns:a16="http://schemas.microsoft.com/office/drawing/2014/main" id="{F40FC3FE-B06B-4939-9085-CC24AE47B16A}"/>
              </a:ext>
            </a:extLst>
          </p:cNvPr>
          <p:cNvSpPr>
            <a:spLocks noGrp="1"/>
          </p:cNvSpPr>
          <p:nvPr>
            <p:ph type="title"/>
          </p:nvPr>
        </p:nvSpPr>
        <p:spPr/>
        <p:txBody>
          <a:bodyPr vert="horz"/>
          <a:lstStyle/>
          <a:p>
            <a:r>
              <a:rPr lang="zh-CN" altLang="en-US" dirty="0">
                <a:latin typeface="Arial"/>
                <a:cs typeface="Arial"/>
              </a:rPr>
              <a:t>数据验证</a:t>
            </a:r>
            <a:endParaRPr lang="zh-CN" altLang="en-US" dirty="0"/>
          </a:p>
        </p:txBody>
      </p:sp>
      <p:pic>
        <p:nvPicPr>
          <p:cNvPr id="8" name="Picture 7">
            <a:extLst>
              <a:ext uri="{FF2B5EF4-FFF2-40B4-BE49-F238E27FC236}">
                <a16:creationId xmlns:a16="http://schemas.microsoft.com/office/drawing/2014/main" id="{7D44BCD2-B2FD-4571-8D54-966F5DED569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70583" y="1916832"/>
            <a:ext cx="5486400" cy="2724785"/>
          </a:xfrm>
          <a:prstGeom prst="rect">
            <a:avLst/>
          </a:prstGeom>
          <a:noFill/>
          <a:ln>
            <a:noFill/>
          </a:ln>
        </p:spPr>
      </p:pic>
      <p:sp>
        <p:nvSpPr>
          <p:cNvPr id="13" name="TextBox 12">
            <a:extLst>
              <a:ext uri="{FF2B5EF4-FFF2-40B4-BE49-F238E27FC236}">
                <a16:creationId xmlns:a16="http://schemas.microsoft.com/office/drawing/2014/main" id="{8CFF56B8-0B70-4918-B0C2-8AC7F2A171E3}"/>
              </a:ext>
            </a:extLst>
          </p:cNvPr>
          <p:cNvSpPr txBox="1"/>
          <p:nvPr/>
        </p:nvSpPr>
        <p:spPr>
          <a:xfrm>
            <a:off x="1094619" y="4913907"/>
            <a:ext cx="5162364" cy="775084"/>
          </a:xfrm>
          <a:prstGeom prst="rect">
            <a:avLst/>
          </a:prstGeom>
          <a:noFill/>
        </p:spPr>
        <p:txBody>
          <a:bodyPr wrap="square">
            <a:spAutoFit/>
          </a:bodyPr>
          <a:lstStyle/>
          <a:p>
            <a:pPr marL="0" marR="0">
              <a:lnSpc>
                <a:spcPct val="107000"/>
              </a:lnSpc>
              <a:spcBef>
                <a:spcPts val="0"/>
              </a:spcBef>
              <a:spcAft>
                <a:spcPts val="800"/>
              </a:spcAft>
            </a:pPr>
            <a:r>
              <a:rPr lang="zh-CN" alt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模型</a:t>
            </a:r>
            <a:r>
              <a:rPr lang="en-US" alt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1</a:t>
            </a:r>
            <a:r>
              <a:rPr lang="zh-CN" alt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endParaRPr lang="en-US" alt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2004</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吸头</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gantry1</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数据训练，</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gantry2</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验证</a:t>
            </a:r>
            <a:endPar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4" name="Picture 13">
            <a:extLst>
              <a:ext uri="{FF2B5EF4-FFF2-40B4-BE49-F238E27FC236}">
                <a16:creationId xmlns:a16="http://schemas.microsoft.com/office/drawing/2014/main" id="{7197B1A8-FAD8-41AA-9188-1D354CCC4D3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351203" y="1951303"/>
            <a:ext cx="5486400" cy="2724785"/>
          </a:xfrm>
          <a:prstGeom prst="rect">
            <a:avLst/>
          </a:prstGeom>
          <a:noFill/>
          <a:ln>
            <a:noFill/>
          </a:ln>
        </p:spPr>
      </p:pic>
      <p:sp>
        <p:nvSpPr>
          <p:cNvPr id="15" name="TextBox 14">
            <a:extLst>
              <a:ext uri="{FF2B5EF4-FFF2-40B4-BE49-F238E27FC236}">
                <a16:creationId xmlns:a16="http://schemas.microsoft.com/office/drawing/2014/main" id="{5B39B909-33E3-4956-B7AD-C28C8F2180FF}"/>
              </a:ext>
            </a:extLst>
          </p:cNvPr>
          <p:cNvSpPr txBox="1"/>
          <p:nvPr/>
        </p:nvSpPr>
        <p:spPr>
          <a:xfrm>
            <a:off x="6513221" y="4913907"/>
            <a:ext cx="5162364" cy="775084"/>
          </a:xfrm>
          <a:prstGeom prst="rect">
            <a:avLst/>
          </a:prstGeom>
          <a:noFill/>
        </p:spPr>
        <p:txBody>
          <a:bodyPr wrap="square">
            <a:spAutoFit/>
          </a:bodyPr>
          <a:lstStyle/>
          <a:p>
            <a:pPr marL="0" marR="0">
              <a:lnSpc>
                <a:spcPct val="107000"/>
              </a:lnSpc>
              <a:spcBef>
                <a:spcPts val="0"/>
              </a:spcBef>
              <a:spcAft>
                <a:spcPts val="800"/>
              </a:spcAft>
            </a:pPr>
            <a:r>
              <a:rPr lang="zh-CN" alt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模型</a:t>
            </a:r>
            <a:r>
              <a:rPr lang="en-US" altLang="zh-CN" dirty="0">
                <a:solidFill>
                  <a:schemeClr val="tx1"/>
                </a:solidFill>
                <a:latin typeface="Calibri" panose="020F0502020204030204" pitchFamily="34" charset="0"/>
                <a:ea typeface="DengXian" panose="02010600030101010101" pitchFamily="2" charset="-122"/>
                <a:cs typeface="Times New Roman" panose="02020603050405020304" pitchFamily="18" charset="0"/>
              </a:rPr>
              <a:t>2</a:t>
            </a:r>
            <a:r>
              <a:rPr lang="zh-CN" alt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a:t>
            </a:r>
            <a:endParaRPr lang="en-US" alt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2004</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吸头</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 gantry1</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数据训练，</a:t>
            </a:r>
            <a:r>
              <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gantry2</a:t>
            </a:r>
            <a:r>
              <a:rPr lang="zh-CN"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验证</a:t>
            </a:r>
            <a:endParaRPr lang="en-US"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6620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E64EC097-C60C-4B83-A46F-1E5D3491B32A}"/>
              </a:ext>
            </a:extLst>
          </p:cNvPr>
          <p:cNvGraphicFramePr>
            <a:graphicFrameLocks noChangeAspect="1"/>
          </p:cNvGraphicFramePr>
          <p:nvPr>
            <p:custDataLst>
              <p:tags r:id="rId1"/>
            </p:custDataLst>
            <p:extLst>
              <p:ext uri="{D42A27DB-BD31-4B8C-83A1-F6EECF244321}">
                <p14:modId xmlns:p14="http://schemas.microsoft.com/office/powerpoint/2010/main" val="844194559"/>
              </p:ext>
            </p:extLst>
          </p:nvPr>
        </p:nvGraphicFramePr>
        <p:xfrm>
          <a:off x="4763" y="1588"/>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6" name="Objekt 5" hidden="1">
                        <a:extLst>
                          <a:ext uri="{FF2B5EF4-FFF2-40B4-BE49-F238E27FC236}">
                            <a16:creationId xmlns:a16="http://schemas.microsoft.com/office/drawing/2014/main" id="{E64EC097-C60C-4B83-A46F-1E5D3491B32A}"/>
                          </a:ext>
                        </a:extLst>
                      </p:cNvPr>
                      <p:cNvPicPr/>
                      <p:nvPr/>
                    </p:nvPicPr>
                    <p:blipFill>
                      <a:blip r:embed="rId5"/>
                      <a:stretch>
                        <a:fillRect/>
                      </a:stretch>
                    </p:blipFill>
                    <p:spPr>
                      <a:xfrm>
                        <a:off x="4763" y="1588"/>
                        <a:ext cx="1588" cy="1588"/>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64AA63EC-780B-42B0-B00A-744EFBFCA1EB}"/>
              </a:ext>
            </a:extLst>
          </p:cNvPr>
          <p:cNvSpPr/>
          <p:nvPr>
            <p:custDataLst>
              <p:tags r:id="rId2"/>
            </p:custDataLst>
          </p:nvPr>
        </p:nvSpPr>
        <p:spPr bwMode="gray">
          <a:xfrm>
            <a:off x="3175"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t" anchorCtr="0">
            <a:noAutofit/>
          </a:bodyPr>
          <a:lstStyle/>
          <a:p>
            <a:endParaRPr lang="de-DE" sz="8000" b="1">
              <a:latin typeface="Arial" panose="020B0604020202020204" pitchFamily="34" charset="0"/>
              <a:ea typeface="+mj-ea"/>
              <a:cs typeface="+mj-cs"/>
              <a:sym typeface="Arial" panose="020B0604020202020204" pitchFamily="34" charset="0"/>
            </a:endParaRPr>
          </a:p>
        </p:txBody>
      </p:sp>
      <p:sp>
        <p:nvSpPr>
          <p:cNvPr id="5" name="Titel 4">
            <a:extLst>
              <a:ext uri="{FF2B5EF4-FFF2-40B4-BE49-F238E27FC236}">
                <a16:creationId xmlns:a16="http://schemas.microsoft.com/office/drawing/2014/main" id="{4F1CFAAA-35E0-4CD6-B93B-6ECBF17C3B27}"/>
              </a:ext>
            </a:extLst>
          </p:cNvPr>
          <p:cNvSpPr>
            <a:spLocks noGrp="1"/>
          </p:cNvSpPr>
          <p:nvPr>
            <p:ph type="title"/>
          </p:nvPr>
        </p:nvSpPr>
        <p:spPr bwMode="gray">
          <a:xfrm>
            <a:off x="1091359" y="2763700"/>
            <a:ext cx="10015635" cy="1192483"/>
          </a:xfrm>
          <a:noFill/>
        </p:spPr>
        <p:txBody>
          <a:bodyPr vert="horz"/>
          <a:lstStyle/>
          <a:p>
            <a:r>
              <a:rPr lang="en-US" dirty="0">
                <a:solidFill>
                  <a:schemeClr val="accent2"/>
                </a:solidFill>
              </a:rPr>
              <a:t>S</a:t>
            </a:r>
            <a:r>
              <a:rPr lang="en-US" altLang="zh-CN" sz="5000" dirty="0">
                <a:solidFill>
                  <a:schemeClr val="tx1"/>
                </a:solidFill>
              </a:rPr>
              <a:t>mart</a:t>
            </a:r>
            <a:r>
              <a:rPr lang="en-US" altLang="zh-CN" sz="5400" dirty="0"/>
              <a:t> </a:t>
            </a:r>
            <a:r>
              <a:rPr lang="en-US" altLang="zh-CN" dirty="0">
                <a:solidFill>
                  <a:schemeClr val="accent2"/>
                </a:solidFill>
              </a:rPr>
              <a:t>E</a:t>
            </a:r>
            <a:r>
              <a:rPr lang="en-US" altLang="zh-CN" sz="5000" dirty="0">
                <a:solidFill>
                  <a:schemeClr val="tx1"/>
                </a:solidFill>
              </a:rPr>
              <a:t>nterprise</a:t>
            </a:r>
            <a:r>
              <a:rPr lang="en-US" altLang="zh-CN" sz="5400" dirty="0">
                <a:solidFill>
                  <a:schemeClr val="tx1"/>
                </a:solidFill>
              </a:rPr>
              <a:t>,</a:t>
            </a:r>
            <a:r>
              <a:rPr lang="en-US" altLang="zh-CN" sz="5400" dirty="0">
                <a:solidFill>
                  <a:srgbClr val="CCCCD4"/>
                </a:solidFill>
              </a:rPr>
              <a:t> </a:t>
            </a:r>
            <a:r>
              <a:rPr lang="en-US" altLang="zh-CN" dirty="0">
                <a:solidFill>
                  <a:schemeClr val="accent2"/>
                </a:solidFill>
              </a:rPr>
              <a:t>W</a:t>
            </a:r>
            <a:r>
              <a:rPr lang="en-US" altLang="zh-CN" sz="5000" dirty="0">
                <a:solidFill>
                  <a:schemeClr val="tx1"/>
                </a:solidFill>
              </a:rPr>
              <a:t>e</a:t>
            </a:r>
            <a:r>
              <a:rPr lang="zh-CN" altLang="en-US" sz="5400" dirty="0"/>
              <a:t> </a:t>
            </a:r>
            <a:r>
              <a:rPr lang="en-US" altLang="zh-CN" dirty="0">
                <a:solidFill>
                  <a:schemeClr val="accent2"/>
                </a:solidFill>
              </a:rPr>
              <a:t>C</a:t>
            </a:r>
            <a:r>
              <a:rPr lang="en-US" altLang="zh-CN" sz="5000" dirty="0">
                <a:solidFill>
                  <a:schemeClr val="tx1"/>
                </a:solidFill>
              </a:rPr>
              <a:t>reate!</a:t>
            </a:r>
            <a:endParaRPr lang="en-US" sz="5000" dirty="0"/>
          </a:p>
        </p:txBody>
      </p:sp>
      <p:sp>
        <p:nvSpPr>
          <p:cNvPr id="3" name="Fußzeilenplatzhalter 2">
            <a:extLst>
              <a:ext uri="{FF2B5EF4-FFF2-40B4-BE49-F238E27FC236}">
                <a16:creationId xmlns:a16="http://schemas.microsoft.com/office/drawing/2014/main" id="{38FFAC8A-CFE5-43F9-ADB1-7DC31222CB3F}"/>
              </a:ext>
            </a:extLst>
          </p:cNvPr>
          <p:cNvSpPr>
            <a:spLocks noGrp="1"/>
          </p:cNvSpPr>
          <p:nvPr>
            <p:ph type="ftr" sz="quarter" idx="10"/>
          </p:nvPr>
        </p:nvSpPr>
        <p:spPr bwMode="gray"/>
        <p:txBody>
          <a:bodyPr/>
          <a:lstStyle/>
          <a:p>
            <a:r>
              <a:rPr lang="en-US"/>
              <a:t>Unrestricted | © Siemens 2020 | November 2020</a:t>
            </a:r>
          </a:p>
        </p:txBody>
      </p:sp>
      <p:sp>
        <p:nvSpPr>
          <p:cNvPr id="4" name="Foliennummernplatzhalter 3">
            <a:extLst>
              <a:ext uri="{FF2B5EF4-FFF2-40B4-BE49-F238E27FC236}">
                <a16:creationId xmlns:a16="http://schemas.microsoft.com/office/drawing/2014/main" id="{2DC0A10D-E1C4-45A4-8945-123991EC2659}"/>
              </a:ext>
            </a:extLst>
          </p:cNvPr>
          <p:cNvSpPr>
            <a:spLocks noGrp="1"/>
          </p:cNvSpPr>
          <p:nvPr>
            <p:ph type="sldNum" sz="quarter" idx="11"/>
          </p:nvPr>
        </p:nvSpPr>
        <p:spPr bwMode="gray"/>
        <p:txBody>
          <a:bodyPr/>
          <a:lstStyle/>
          <a:p>
            <a:r>
              <a:rPr lang="en-US"/>
              <a:t>Page </a:t>
            </a:r>
            <a:fld id="{15EBE321-CBB1-4E91-BD14-37C8D44326FB}" type="slidenum">
              <a:rPr lang="en-US" smtClean="0"/>
              <a:pPr/>
              <a:t>17</a:t>
            </a:fld>
            <a:endParaRPr lang="en-US"/>
          </a:p>
        </p:txBody>
      </p:sp>
    </p:spTree>
    <p:extLst>
      <p:ext uri="{BB962C8B-B14F-4D97-AF65-F5344CB8AC3E}">
        <p14:creationId xmlns:p14="http://schemas.microsoft.com/office/powerpoint/2010/main" val="153231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100"/>
                                  </p:iterate>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DT_VERSION" val="4.1.2.0"/>
  <p:tag name="CDT_CREATORVERSION" val="4.1.2.0"/>
  <p:tag name="CDT_TEMPLATEVERSION" val="2.0.0"/>
  <p:tag name="CDT_FONTSET" val="Arial"/>
  <p:tag name="CDT_CUSTOMER" val="Siemens_2016_16x9"/>
  <p:tag name="CDT_CUSTOMER_NAME" val="Siemens AG (Corporate Design Update 2016)"/>
  <p:tag name="CDT_LANGUAGE" val="1033"/>
  <p:tag name="THINKCELLPRESENTATIONDONOTDELETE" val="&lt;?xml version=&quot;1.0&quot; encoding=&quot;UTF-16&quot; standalone=&quot;yes&quot;?&gt;&lt;root reqver=&quot;25060&quot;&gt;&lt;version val=&quot;28444&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bNumberIsYear val=&quot;0&quot;/&gt;&lt;m_strFormatTime&gt;%Y&lt;/m_strFormatTime&gt;&lt;m_yearfmt&gt;&lt;begin val=&quot;0&quot;/&gt;&lt;end val=&quot;0&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d.&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2&quot;&gt;&lt;elem m_fUsage=&quot;9.90136096095434048436E+00&quot;&gt;&lt;m_msothmcolidx val=&quot;0&quot;/&gt;&lt;m_rgb r=&quot;23&quot; g=&quot;F6&quot; b=&quot;2D&quot;/&gt;&lt;m_nBrightness endver=&quot;26206&quot; val=&quot;0&quot;/&gt;&lt;/elem&gt;&lt;elem m_fUsage=&quot;4.71012869724624916312E-02&quot;&gt;&lt;m_msothmcolidx val=&quot;0&quot;/&gt;&lt;m_rgb r=&quot;18&quot; g=&quot;F3&quot; b=&quot;28&quot;/&gt;&lt;m_nBrightness endver=&quot;26206&quot; val=&quot;0&quot;/&gt;&lt;/elem&gt;&lt;/m_vecMRU&gt;&lt;/m_mruColor&gt;&lt;m_eweekdayFirstOfWeek val=&quot;1&quot;/&gt;&lt;m_eweekdayFirstOfWorkweek val=&quot;2&quot;/&gt;&lt;m_eweekdayFirstOfWeekend val=&quot;7&quot;/&gt;&lt;/CPresentation&gt;&lt;/root&gt;"/>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MBAQEBAQEBAQEBAQEBAQIAAAAAAAAAAwAAAAMAAAAA/////wQASwwAAAAAAAAAAAAAIAD///////////////8AAAD///////////////8DAAAAAgD///////////////////////////////////////////////////////////////////////////////////////////////////////////////////////////////////////////////////////////////////////////////////////////////////////////////////////////////////////////////////////////////////////////////////////////////////////////////////////////////////////////////////////////////////////////////////////////////////////////////////////////////////////////////////////////////////////////////////////////////////////////////8BACAA////////////////AAAO////////AwAAAAMA////////////////////////////////////////////////////////////////////////////////////////////////////////////////////////////////////////////////////////////////////////////////////////////////////////////////////////////////////////////////////////////////////////////////////////////////////////////////////////////////////////////////////////////////////////////////////////////////////////////////////////////////////////////////////////////////////////////////////////////////////////////////////////AgABAP///////wQAAAACABAAC62IcEyrzlVAqrYr5+aYTf0FAAAAAAADAAAAAAADAAAAAwADAAEA////////BAAAAAMAEAALCmO8vZjx8k2pHC6xgExLWw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AgMAAAAAAAAAAAAACAB////////////////AAAA////////////////BAAAAAMA////////BAAAAAMA////////BAAAAAMA////////////////////////////////////////////////////////////////////////////////////////////////////////////////////////////////////////////////////////////////////////////////////////////////////////////////////////////////////////////////////////////////////////////////////////////////////////////////////////////////////////////////////////////////////////////////////////////////////////////////////////////////////////////////////////////////////////////////AQAgAf///////////////wAADv///////wQAAAACAP///////////////////////////////////////////////////////////////////////////////////////////////////////////////////////////////////////////////////////////////////////////////////////////////////////////////////////////////////////////////////////////////////////////////////////////////////////////////////////////////////////////////////////////////////////////////////////////////////////////////////////////////////////////////////////////////////////////////////////////////////////////////////////wIAAgEDAAAAAgD///////8aAAZMaW5rZWRTaGFwZXNEYXRhUHJvcGVydHlfMAUAAAAAAAQAAAADAAQAAAABAAQAAAADAP///////wMAAwEDAAAAAwD///////8lAAZMaW5rZWRTaGFwZVByZXNlbnRhdGlvblNldHRpbmdzRGF0YV8wBQAAAAEABAAAAAAABAAAAAIABAAAAAAABAAAAAI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3DgAAAAAAAAAAAAD/////gwCDAAAABV9pZAAQAAAABK2IcEyrzlVAqrYr5+aYTf0DRGF0YQAbAAAABExpbmtlZFNoYXBlRGF0YQAFAAAAAAACTmFtZQAZAAAATGlua2VkU2hhcGVzRGF0YVByb3BlcnR5ABBWZXJzaW9uAAAAAAAJTGFzdFdyaXRlAO8yhi1+AQAAAAEA/////50AnQAAAAVfaWQAEAAAAAQKY7y9mPHyTakcLrGATEtbA0RhdGEAKgAAAAhQcmVzZW50YXRpb25TY2FubmVkRm9yTGlua2VkU2hhcGVzAAEAAk5hbWUAJAAAAExpbmtlZFNoYXBlUHJlc2VudGF0aW9uU2V0dGluZ3NEYXRhABBWZXJzaW9uAAAAAAAJTGFzdFdyaXRlABQzhi1+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UNDO_REDO_REVISION" val="6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7EpuU0QTRxHYa1ftnmm82g"/>
</p:tagLst>
</file>

<file path=ppt/tags/tag4.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DELETE_ONEVENT_NEWPRES" val="False"/>
  <p:tag name="CDT_PROT" val="2"/>
  <p:tag name="CDT_PROT_TOP" val="0"/>
  <p:tag name="CDT_PROT_LEFT" val="0"/>
  <p:tag name="CDT_PROT_WIDTH" val="960,5"/>
  <p:tag name="CDT_PROT_HEIGHT" val="99,87504"/>
</p:tagLst>
</file>

<file path=ppt/tags/tag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326,7-960,5"/>
  <p:tag name="CDT_MASTERSHAPE2" val="11:0-0-326,7-960,5"/>
  <p:tag name="CDT_MASTERSHAPE3" val="57350:326,7-26,62496-68,50504-933,8749"/>
  <p:tag name="CDT_MASTERSHAPE4" val="57351:295,7487-26,62496-30,95134-933,8749"/>
  <p:tag name="CDT_MASTERSHAPE5" val="12:0-480,25-0,1250394-0,1250394"/>
  <p:tag name="CDT_MASTERSHAPE6" val="13:0-49,37504-76,20732-136,063"/>
  <p:tag name="CDT_MASTERSHAPE7" val="14:485,5-0-34-960,5"/>
  <p:tag name="CDT_MASTERSHAPE8" val="10:485,5-695,75-34-264,75"/>
</p:tagLst>
</file>

<file path=ppt/tags/tag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406,08-960,5"/>
  <p:tag name="CDT_MASTERSHAPE2" val="13:0-0-406,08-960,5"/>
  <p:tag name="CDT_MASTERSHAPE3" val="57350:337,575-26,62496-68,50504-933,8749"/>
  <p:tag name="CDT_MASTERSHAPE4" val="57351:406,08-26,62496-30,95134-933,8749"/>
  <p:tag name="CDT_MASTERSHAPE5" val="11:0-480,25-0,1250394-0,1250394"/>
  <p:tag name="CDT_MASTERSHAPE6" val="14:0-49,37504-76,20732-136,063"/>
  <p:tag name="CDT_MASTERSHAPE7" val="15:485,5-0-34-960,5"/>
  <p:tag name="CDT_MASTERSHAPE8" val="12:485,5-695,75-34-264,75"/>
</p:tagLst>
</file>

<file path=ppt/tags/tag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190,6199-26,62496-99,70441-933,8749"/>
  <p:tag name="CDT_MASTERSHAPE4" val="11:0-480,25-0,1250394-0,1250394"/>
  <p:tag name="CDT_MASTERSHAPE5" val="12:0-49,37504-76,20732-136,063"/>
  <p:tag name="CDT_MASTERSHAPE6" val="15:485,5-0-34-960,5"/>
  <p:tag name="CDT_MASTERSHAPE7" val="57351:190,62-26,62504-30,95134-933,8749"/>
  <p:tag name="CDT_MASTERSHAPE8" val="13:485,5-695,75-34-264,75"/>
</p:tagLst>
</file>

<file path=ppt/tags/tag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235,2668-26,62496-99,70441-933,8749"/>
  <p:tag name="CDT_MASTERSHAPE4" val="11:0-480,25-0,1250394-0,1250394"/>
  <p:tag name="CDT_MASTERSHAPE5" val="13:0-49,37504-76,20732-136,063"/>
  <p:tag name="CDT_MASTERSHAPE6" val="15:485,5-0-34-960,5"/>
  <p:tag name="CDT_MASTERSHAPE7" val="57351:304-26,62504-30,95134-933,8749"/>
  <p:tag name="CDT_MASTERSHAPE8" val="12:485,5-695,75-34-264,75"/>
</p:tagLst>
</file>

<file path=ppt/tags/tag1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326,75-960,5"/>
  <p:tag name="CDT_MASTERSHAPE2" val="57350:326,7-26,62504-68,50504-933,8749"/>
  <p:tag name="CDT_MASTERSHAPE3" val="57351:295,7487-26,62504-30,95134-933,8749"/>
  <p:tag name="CDT_MASTERSHAPE4" val="6:0-480,25-0,1250394-0,1250394"/>
  <p:tag name="CDT_MASTERSHAPE5" val="8:0-809,1249-63,37504-113,375"/>
</p:tagLst>
</file>

<file path=ppt/tags/tag1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406,5005-960,5"/>
  <p:tag name="CDT_MASTERSHAPE2" val="57350:337,575-26,62504-68,50504-933,8749"/>
  <p:tag name="CDT_MASTERSHAPE3" val="57351:406,08-26,62504-30,95134-933,8749"/>
  <p:tag name="CDT_MASTERSHAPE4" val="6:0-480,25-0,1250394-0,1250394"/>
  <p:tag name="CDT_MASTERSHAPE5" val="9:0-809,1249-63,37504-113,375"/>
</p:tagLst>
</file>

<file path=ppt/tags/tag1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5:111,25-366,85-374,25-593,65"/>
  <p:tag name="CDT_MASTERSHAPE2" val="13:111,25-366,8501-374,25-593,6499"/>
  <p:tag name="CDT_MASTERSHAPE3" val="2:0-0-99,87504-960,5"/>
  <p:tag name="CDT_MASTERSHAPE4" val="11:111,25-0-374,25-355,51"/>
</p:tagLst>
</file>

<file path=ppt/tags/tag1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13:111,25-49,37504-374,25-306,1349"/>
  <p:tag name="CDT_MASTERSHAPE3" val="5:111,25-366,85-374,25-593,65"/>
</p:tagLst>
</file>

<file path=ppt/tags/tag1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Lst>
</file>

<file path=ppt/tags/tag1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Lst>
</file>

<file path=ppt/tags/tag1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Lst>
</file>

<file path=ppt/tags/tag1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430,875"/>
  <p:tag name="CDT_MASTERSHAPE3" val="4:111,25-491,625-374,25-430,875"/>
</p:tagLst>
</file>

<file path=ppt/tags/tag1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Lst>
</file>

<file path=ppt/tags/tag1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83,5"/>
  <p:tag name="CDT_MASTERSHAPE3" val="13:111,25-344,125-374,25-283,4646"/>
  <p:tag name="CDT_MASTERSHAPE4" val="12:111,25-639,0355-374,25-283,4646"/>
</p:tagLst>
</file>

<file path=ppt/tags/tag2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430,875"/>
  <p:tag name="CDT_MASTERSHAPE3" val="4:111,25-491,625-181,375-430,875"/>
  <p:tag name="CDT_MASTERSHAPE4" val="5:304-49,37504-181,5-430,875"/>
  <p:tag name="CDT_MASTERSHAPE5" val="6:304-491,625-181,5-430,875"/>
</p:tagLst>
</file>

<file path=ppt/tags/tag2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5:111,25-820,4528-374,25-102,0472"/>
</p:tagLst>
</file>

<file path=ppt/tags/tag2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 name="CDT_MASTERSHAPE3" val="5:111,25-820,4528-374,25-102,0472"/>
</p:tagLst>
</file>

<file path=ppt/tags/tag2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 name="CDT_MASTERSHAPE3" val="6:111,25-820,4528-374,25-102,0472"/>
</p:tagLst>
</file>

<file path=ppt/tags/tag2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317,4803"/>
  <p:tag name="CDT_MASTERSHAPE3" val="13:111,25-378,2697-374,25-317,4803"/>
  <p:tag name="CDT_MASTERSHAPE4" val="6:111,25-820,4528-374,25-102,0472"/>
</p:tagLst>
</file>

<file path=ppt/tags/tag2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04,0945"/>
  <p:tag name="CDT_MASTERSHAPE3" val="13:111,25-264,7559-374,25-215,4941"/>
  <p:tag name="CDT_MASTERSHAPE4" val="12:111,25-491,625-374,25-204,125"/>
  <p:tag name="CDT_MASTERSHAPE5" val="7:111,25-820,4528-374,25-102,0472"/>
</p:tagLst>
</file>

<file path=ppt/tags/tag2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 name="CDT_MASTERSHAPE4" val="6:111,25-820,4528-374,25-102,0472"/>
</p:tagLst>
</file>

<file path=ppt/tags/tag2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317,4803"/>
  <p:tag name="CDT_MASTERSHAPE3" val="13:111,25-378,2696-181,375-317,4803"/>
  <p:tag name="CDT_MASTERSHAPE4" val="12:304-49,37504-181,5-317,4803"/>
  <p:tag name="CDT_MASTERSHAPE5" val="15:304-378,2697-181,5-317,4803"/>
  <p:tag name="CDT_MASTERSHAPE6" val="10:111,25-820,4528-374,25-102,0472"/>
</p:tagLst>
</file>

<file path=ppt/tags/tag2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99,87504-960,5"/>
  <p:tag name="CDT_MASTERSHAPE2" val="3078:0-0-99,87504-960,5"/>
  <p:tag name="CDT_MASTERSHAPE3" val="3079:111,25-49,37504-374,25-646,3749"/>
  <p:tag name="CDT_MASTERSHAPE4" val="10:0-809,1142-63,50622-113,3858"/>
  <p:tag name="CDT_MASTERSHAPE5" val="16:485,5-0-34-960,5"/>
  <p:tag name="CDT_MASTERSHAPE6" val="17:519,5-0-20,5-309,6244"/>
  <p:tag name="CDT_MASTERSHAPE7" val="18:519,5-0-20,5-138,9988"/>
  <p:tag name="CDT_MASTERSHAPE8" val="19:519,5-298,2492-20,5-662,2507"/>
  <p:tag name="CDT_MASTERSHAPE9" val="20:0-480,25-0,1250394-0,1250394"/>
  <p:tag name="CDT_MASTERSHAPE10" val="3072:0-0-0-0"/>
  <p:tag name="CDT_MASTERSHAPE11" val="3073:0-0-0-0"/>
  <p:tag name="CDT_MASTERSHAPE12" val="3074:0-0-0-0"/>
  <p:tag name="CDT_MASTERSHAPE13" val="3075:0-0-0-0"/>
  <p:tag name="CDT_MASTERSHAPE14" val="3076:0-0-0-0"/>
  <p:tag name="CDT_MASTERSHAPE15" val="3077:0-0-0-0"/>
  <p:tag name="CDT_MASTERSHAPE16" val="3080:0-0-0-0"/>
  <p:tag name="CDT_MASTERSHAPE17" val="3081:0-0-0-0"/>
  <p:tag name="CDT_MASTERSHAPE18" val="3082:0-0-0-0"/>
  <p:tag name="CDT_MASTERSHAPE19" val="3083:0-0-0-0"/>
  <p:tag name="CDT_MASTERSHAPE20" val="3084:0-0-0-0"/>
  <p:tag name="CDT_MASTERSHAPE21" val="3085:0-0-0-0"/>
  <p:tag name="CDT_MASTERSHAPE22" val="3086:0-0-0-0"/>
  <p:tag name="CDT_MASTERSHAPE23" val="3087:0-0-0-0"/>
  <p:tag name="CDT_MASTERSHAPE24" val="3088:0-0-0-0"/>
  <p:tag name="CDT_MASTERSHAPE25" val="3089:0-0-0-0"/>
  <p:tag name="CDT_MASTERSHAPE26" val="3090:0-0-0-0"/>
  <p:tag name="CDT_MASTERSHAPE27" val="3091:0-0-0-0"/>
  <p:tag name="CDT_MASTERSHAPE28" val="3092:0-0-0-0"/>
  <p:tag name="CDT_MASTERSHAPE29" val="3093:0-0-0-0"/>
  <p:tag name="CDT_MASTERSHAPE30" val="3094:0-0-0-0"/>
  <p:tag name="CDT_MASTERSHAPE31" val="3095:0-0-0-0"/>
  <p:tag name="CDT_MASTERSHAPE32" val="3096:0-0-0-0"/>
</p:tagLst>
</file>

<file path=ppt/tags/tag2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4"/>
  <p:tag name="CDT_TARGETSHAPE_NEW" val="1"/>
  <p:tag name="CDT_PROT" val="3"/>
  <p:tag name="CDT_PROT_TOP" val="485,5"/>
  <p:tag name="CDT_PROT_LEFT" val="0"/>
  <p:tag name="CDT_PROT_WIDTH" val="960,5"/>
  <p:tag name="CDT_PROT_HEIGHT" val="34"/>
</p:tagLst>
</file>

<file path=ppt/tags/tag3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5"/>
  <p:tag name="CDT_TARGETSHAPE_NEW" val="7"/>
  <p:tag name="CDT_PROT" val="3"/>
  <p:tag name="CDT_PROT_TOP" val="519,5"/>
  <p:tag name="CDT_PROT_LEFT" val="0"/>
  <p:tag name="CDT_PROT_WIDTH" val="138,9988"/>
  <p:tag name="CDT_PROT_HEIGHT" val="20,5"/>
</p:tagLst>
</file>

<file path=ppt/tags/tag31.xml><?xml version="1.0" encoding="utf-8"?>
<p:tagLst xmlns:a="http://schemas.openxmlformats.org/drawingml/2006/main" xmlns:r="http://schemas.openxmlformats.org/officeDocument/2006/relationships" xmlns:p="http://schemas.openxmlformats.org/presentationml/2006/main">
  <p:tag name="CDT_AUTODIALOG" val="1"/>
  <p:tag name="CDT_FILLFIXED" val="True"/>
  <p:tag name="CDT_LINEFIXED" val="True"/>
  <p:tag name="CDT_FILLUNVISIBLE" val="True"/>
  <p:tag name="CDT_LINEUNVISIBLE" val="True"/>
  <p:tag name="CDT_EXTCOL" val="True"/>
  <p:tag name="CDT_COLTX_NEW" val="25"/>
  <p:tag name="CDT_TARGETSHAPE_NEW" val="9"/>
  <p:tag name="CDT_PROT" val="3"/>
  <p:tag name="CDT_PROT_TOP" val="519,5"/>
  <p:tag name="CDT_PROT_LEFT" val="298,2492"/>
  <p:tag name="CDT_PROT_WIDTH" val="662,2507"/>
  <p:tag name="CDT_PROT_HEIGHT" val="20,5"/>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4.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36.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37.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532,9134"/>
  <p:tag name="CDT_PROT_HEIGHT" val="374,25"/>
</p:tagLst>
</file>

<file path=ppt/tags/tag38.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3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4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FM0tjfpnSe6oYnV6sJvmG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q9AFxCZWqUq3rzX3KvSMtw"/>
</p:tagLst>
</file>

<file path=ppt/theme/theme1.xml><?xml version="1.0" encoding="utf-8"?>
<a:theme xmlns:a="http://schemas.openxmlformats.org/drawingml/2006/main" name="Siemens 2016 – 16:9">
  <a:themeElements>
    <a:clrScheme name="Siemens">
      <a:dk1>
        <a:srgbClr val="000000"/>
      </a:dk1>
      <a:lt1>
        <a:srgbClr val="FFFFFF"/>
      </a:lt1>
      <a:dk2>
        <a:srgbClr val="000000"/>
      </a:dk2>
      <a:lt2>
        <a:srgbClr val="ADBECB"/>
      </a:lt2>
      <a:accent1>
        <a:srgbClr val="879BAA"/>
      </a:accent1>
      <a:accent2>
        <a:srgbClr val="BECDD7"/>
      </a:accent2>
      <a:accent3>
        <a:srgbClr val="EB780A"/>
      </a:accent3>
      <a:accent4>
        <a:srgbClr val="641946"/>
      </a:accent4>
      <a:accent5>
        <a:srgbClr val="005F87"/>
      </a:accent5>
      <a:accent6>
        <a:srgbClr val="647D2D"/>
      </a:accent6>
      <a:hlink>
        <a:srgbClr val="EB780A"/>
      </a:hlink>
      <a:folHlink>
        <a:srgbClr val="641946"/>
      </a:folHlink>
    </a:clrScheme>
    <a:fontScheme name="Sieme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wrap="square" lIns="108000" tIns="54000" rIns="108000" bIns="54000" numCol="1" spcCol="72000" rtlCol="0" anchor="ctr">
        <a:noAutofit/>
      </a:bodyPr>
      <a:lstStyle>
        <a:defPPr algn="ctr">
          <a:lnSpc>
            <a:spcPct val="110000"/>
          </a:lnSpc>
          <a:spcBef>
            <a:spcPct val="0"/>
          </a:spcBef>
          <a:buFont typeface="Wingdings" charset="0"/>
          <a:buNone/>
          <a:defRPr sz="1800" dirty="0" smtClean="0">
            <a:solidFill>
              <a:schemeClr val="tx1"/>
            </a:solidFill>
            <a:latin typeface="+mn-lt"/>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de-DE" sz="2400" b="0" i="0" u="none" strike="noStrike" cap="none" normalizeH="0" baseline="0">
            <a:ln>
              <a:noFill/>
            </a:ln>
            <a:solidFill>
              <a:srgbClr val="000000"/>
            </a:solidFill>
            <a:effectLst/>
            <a:latin typeface="Arial" charset="0"/>
            <a:ea typeface="ヒラギノ角ゴ Pro W3" charset="0"/>
          </a:defRPr>
        </a:defPPr>
      </a:lstStyle>
    </a:lnDef>
    <a:txDef>
      <a:spPr>
        <a:noFill/>
      </a:spPr>
      <a:bodyPr wrap="square" lIns="0" tIns="0" rIns="0" bIns="0" rtlCol="0">
        <a:noAutofit/>
      </a:bodyPr>
      <a:lstStyle>
        <a:defPPr>
          <a:lnSpc>
            <a:spcPct val="110000"/>
          </a:lnSpc>
          <a:spcBef>
            <a:spcPts val="0"/>
          </a:spcBef>
          <a:defRPr sz="1200" dirty="0" smtClean="0">
            <a:solidFill>
              <a:schemeClr val="tx1"/>
            </a:solidFill>
            <a:latin typeface="+mn-lt"/>
            <a:ea typeface="Arial Unicode MS" panose="020B0604020202020204" pitchFamily="34" charset="-128"/>
            <a:cs typeface="Arial Unicode MS" panose="020B0604020202020204" pitchFamily="34" charset="-128"/>
          </a:defRPr>
        </a:defPPr>
      </a:lstStyle>
    </a:tx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p4ppTags>
  <Name>One object (large) + Navigation</Name>
  <PpLayout>32</PpLayout>
  <Index>17</Index>
</p4ppTags>
</file>

<file path=customXml/item3.xml><?xml version="1.0" encoding="utf-8"?>
<p4ppTags>
  <Name>Two columns + Navigation</Name>
  <PpLayout>32</PpLayout>
  <Index>19</Index>
</p4ppTags>
</file>

<file path=customXml/item4.xml><?xml version="1.0" encoding="utf-8"?>
<p4ppTags>
  <Name>Free Content + Navigation</Name>
  <PpLayout>32</PpLayout>
  <Index>16</Index>
</p4ppTags>
</file>

<file path=customXml/item5.xml><?xml version="1.0" encoding="utf-8"?>
<p4ppTags/>
</file>

<file path=customXml/item6.xml><?xml version="1.0" encoding="utf-8"?>
<p4ppTags>
  <Name>One object (small)</Name>
  <PpLayout>16</PpLayout>
  <Index>11</Index>
</p4ppTags>
</file>

<file path=customXml/item7.xml><?xml version="1.0" encoding="utf-8"?>
<p4ppTags>
  <Name>Two rows</Name>
  <PpLayout>32</PpLayout>
  <Index>13</Index>
</p4ppTags>
</file>

<file path=customXml/item8.xml><?xml version="1.0" encoding="utf-8"?>
<p4ppTags>
  <Name>Free Content</Name>
  <PpLayout>11</PpLayout>
  <Index>9</Index>
</p4ppTags>
</file>

<file path=customXml/item9.xml><?xml version="1.0" encoding="utf-8"?>
<p4ppTags>
  <Name>Four objects</Name>
  <PpLayout>24</PpLayout>
  <Index>15</Index>
</p4ppTags>
</file>

<file path=customXml/item10.xml><?xml version="1.0" encoding="utf-8"?>
<p4ppTags>
  <Name>Three columns</Name>
  <PpLayout>32</PpLayout>
  <Index>14</Index>
</p4ppTags>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ct:contentTypeSchema xmlns:ct="http://schemas.microsoft.com/office/2006/metadata/contentType" xmlns:ma="http://schemas.microsoft.com/office/2006/metadata/properties/metaAttributes" ct:_="" ma:_="" ma:contentTypeName="Document" ma:contentTypeID="0x0101008904EC2382A26D4581406DE6B9B2BCA8" ma:contentTypeVersion="6" ma:contentTypeDescription="Create a new document." ma:contentTypeScope="" ma:versionID="7a0b6089bd2b2c2781842cc66fded288">
  <xsd:schema xmlns:xsd="http://www.w3.org/2001/XMLSchema" xmlns:xs="http://www.w3.org/2001/XMLSchema" xmlns:p="http://schemas.microsoft.com/office/2006/metadata/properties" xmlns:ns2="e8d06f74-f9fb-4fe2-91f1-1d8df2c2612b" targetNamespace="http://schemas.microsoft.com/office/2006/metadata/properties" ma:root="true" ma:fieldsID="974161291f5daf85671570a4802e95ba" ns2:_="">
    <xsd:import namespace="e8d06f74-f9fb-4fe2-91f1-1d8df2c2612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d06f74-f9fb-4fe2-91f1-1d8df2c261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p4ppTags>
  <Name>Two rows + Navigation</Name>
  <PpLayout>32</PpLayout>
  <Index>21</Index>
</p4ppTags>
</file>

<file path=customXml/item14.xml><?xml version="1.0" encoding="utf-8"?>
<p4ppTags>
  <Name>Two columns</Name>
  <PpLayout>29</PpLayout>
  <Index>12</Index>
</p4ppTags>
</file>

<file path=customXml/item15.xml><?xml version="1.0" encoding="utf-8"?>
<p4ppTags>
  <Name>One object (large)</Name>
  <PpLayout>16</PpLayout>
  <Index>10</Index>
</p4ppTags>
</file>

<file path=customXml/itemProps1.xml><?xml version="1.0" encoding="utf-8"?>
<ds:datastoreItem xmlns:ds="http://schemas.openxmlformats.org/officeDocument/2006/customXml" ds:itemID="{1EDDD017-6717-469E-AAD9-FA73D16214A2}">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e8d06f74-f9fb-4fe2-91f1-1d8df2c2612b"/>
    <ds:schemaRef ds:uri="http://www.w3.org/XML/1998/namespace"/>
    <ds:schemaRef ds:uri="http://purl.org/dc/dcmitype/"/>
  </ds:schemaRefs>
</ds:datastoreItem>
</file>

<file path=customXml/itemProps2.xml><?xml version="1.0" encoding="utf-8"?>
<ds:datastoreItem xmlns:ds="http://schemas.openxmlformats.org/officeDocument/2006/customXml" ds:itemID="{B27F640E-84DF-4F97-BC70-D045F1E6594F}">
  <ds:schemaRefs/>
</ds:datastoreItem>
</file>

<file path=customXml/itemProps3.xml><?xml version="1.0" encoding="utf-8"?>
<ds:datastoreItem xmlns:ds="http://schemas.openxmlformats.org/officeDocument/2006/customXml" ds:itemID="{D7BABA95-BFFE-422B-8591-3271669EEA88}">
  <ds:schemaRefs/>
</ds:datastoreItem>
</file>

<file path=customXml/itemProps4.xml><?xml version="1.0" encoding="utf-8"?>
<ds:datastoreItem xmlns:ds="http://schemas.openxmlformats.org/officeDocument/2006/customXml" ds:itemID="{7CC5F709-E74B-4E5F-A728-923D5062EBEF}">
  <ds:schemaRefs/>
</ds:datastoreItem>
</file>

<file path=customXml/itemProps5.xml><?xml version="1.0" encoding="utf-8"?>
<ds:datastoreItem xmlns:ds="http://schemas.openxmlformats.org/officeDocument/2006/customXml" ds:itemID="{572FBA73-6DBF-45DA-8282-9342320CFAB0}">
  <ds:schemaRefs/>
</ds:datastoreItem>
</file>

<file path=customXml/itemProps6.xml><?xml version="1.0" encoding="utf-8"?>
<ds:datastoreItem xmlns:ds="http://schemas.openxmlformats.org/officeDocument/2006/customXml" ds:itemID="{1618AA06-B22E-4D19-9680-0D7830426729}">
  <ds:schemaRefs/>
</ds:datastoreItem>
</file>

<file path=customXml/itemProps7.xml><?xml version="1.0" encoding="utf-8"?>
<ds:datastoreItem xmlns:ds="http://schemas.openxmlformats.org/officeDocument/2006/customXml" ds:itemID="{38AB8DE4-FD9B-4166-BEC3-3F1753596133}">
  <ds:schemaRefs/>
</ds:datastoreItem>
</file>

<file path=customXml/itemProps8.xml><?xml version="1.0" encoding="utf-8"?>
<ds:datastoreItem xmlns:ds="http://schemas.openxmlformats.org/officeDocument/2006/customXml" ds:itemID="{D8097D0C-BE3E-4AEC-9593-65CFCCB19297}">
  <ds:schemaRefs/>
</ds:datastoreItem>
</file>

<file path=customXml/itemProps9.xml><?xml version="1.0" encoding="utf-8"?>
<ds:datastoreItem xmlns:ds="http://schemas.openxmlformats.org/officeDocument/2006/customXml" ds:itemID="{1581BFFB-B4CE-47A8-BE77-DC1339B1E5A7}">
  <ds:schemaRefs/>
</ds:datastoreItem>
</file>

<file path=customXml/itemProps10.xml><?xml version="1.0" encoding="utf-8"?>
<ds:datastoreItem xmlns:ds="http://schemas.openxmlformats.org/officeDocument/2006/customXml" ds:itemID="{15CF3461-70D1-4B54-AFAB-DAFDA0A238CD}">
  <ds:schemaRefs/>
</ds:datastoreItem>
</file>

<file path=customXml/itemProps11.xml><?xml version="1.0" encoding="utf-8"?>
<ds:datastoreItem xmlns:ds="http://schemas.openxmlformats.org/officeDocument/2006/customXml" ds:itemID="{BE0248C7-8B40-4E46-9611-7F52C351730D}">
  <ds:schemaRefs>
    <ds:schemaRef ds:uri="http://schemas.microsoft.com/sharepoint/v3/contenttype/forms"/>
  </ds:schemaRefs>
</ds:datastoreItem>
</file>

<file path=customXml/itemProps12.xml><?xml version="1.0" encoding="utf-8"?>
<ds:datastoreItem xmlns:ds="http://schemas.openxmlformats.org/officeDocument/2006/customXml" ds:itemID="{62CAF324-77BC-42B5-868F-91B0C2809A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d06f74-f9fb-4fe2-91f1-1d8df2c261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3.xml><?xml version="1.0" encoding="utf-8"?>
<ds:datastoreItem xmlns:ds="http://schemas.openxmlformats.org/officeDocument/2006/customXml" ds:itemID="{6C79E4F8-DCFB-483C-880A-AEEC6AAFC838}">
  <ds:schemaRefs/>
</ds:datastoreItem>
</file>

<file path=customXml/itemProps14.xml><?xml version="1.0" encoding="utf-8"?>
<ds:datastoreItem xmlns:ds="http://schemas.openxmlformats.org/officeDocument/2006/customXml" ds:itemID="{1666F4C2-68F5-4840-A44A-1A646C0925A1}">
  <ds:schemaRefs/>
</ds:datastoreItem>
</file>

<file path=customXml/itemProps15.xml><?xml version="1.0" encoding="utf-8"?>
<ds:datastoreItem xmlns:ds="http://schemas.openxmlformats.org/officeDocument/2006/customXml" ds:itemID="{80661B8B-A327-44F9-823B-4D9EE0B3EC78}">
  <ds:schemaRefs/>
</ds:datastoreItem>
</file>

<file path=docProps/app.xml><?xml version="1.0" encoding="utf-8"?>
<Properties xmlns="http://schemas.openxmlformats.org/officeDocument/2006/extended-properties" xmlns:vt="http://schemas.openxmlformats.org/officeDocument/2006/docPropsVTypes">
  <Template>SIM_PPT_2007_16x9_DEU_V2_0_0_BASIC.pptx</Template>
  <TotalTime>4510</TotalTime>
  <Words>1555</Words>
  <Application>Microsoft Office PowerPoint</Application>
  <PresentationFormat>Custom</PresentationFormat>
  <Paragraphs>144</Paragraphs>
  <Slides>17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2" baseType="lpstr">
      <vt:lpstr>Arial</vt:lpstr>
      <vt:lpstr>Calibri</vt:lpstr>
      <vt:lpstr>Wingdings</vt:lpstr>
      <vt:lpstr>Siemens 2016 – 16:9</vt:lpstr>
      <vt:lpstr>think-cell Slide</vt:lpstr>
      <vt:lpstr>SIPLACE data analysis request</vt:lpstr>
      <vt:lpstr>项目背景</vt:lpstr>
      <vt:lpstr>研究对象</vt:lpstr>
      <vt:lpstr>核心数据输入</vt:lpstr>
      <vt:lpstr>数据存放</vt:lpstr>
      <vt:lpstr>基本形态</vt:lpstr>
      <vt:lpstr>其他可以利用的数据</vt:lpstr>
      <vt:lpstr>结论输出</vt:lpstr>
      <vt:lpstr>总体规划</vt:lpstr>
      <vt:lpstr>真空值数据解析</vt:lpstr>
      <vt:lpstr>真空结构图</vt:lpstr>
      <vt:lpstr>真空失效模式</vt:lpstr>
      <vt:lpstr>真空值</vt:lpstr>
      <vt:lpstr>真空值模型1</vt:lpstr>
      <vt:lpstr>真空值模型2</vt:lpstr>
      <vt:lpstr>数据验证</vt:lpstr>
      <vt:lpstr>Smart Enterprise, We Create!</vt:lpstr>
    </vt:vector>
  </TitlesOfParts>
  <Company>SIEMENS AG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Siemens On-stage PowerPoint-Template</dc:title>
  <dc:creator>Xie, Hong - Iris (CC AP RC-CN SB)</dc:creator>
  <cp:keywords>C_Restricted</cp:keywords>
  <cp:lastModifiedBy>Gui, Qian Hong (DI FA MF SEWC PU ENG1)</cp:lastModifiedBy>
  <cp:revision>777</cp:revision>
  <cp:lastPrinted>2020-01-03T03:40:35Z</cp:lastPrinted>
  <dcterms:created xsi:type="dcterms:W3CDTF">2006-04-07T10:01:45Z</dcterms:created>
  <dcterms:modified xsi:type="dcterms:W3CDTF">2022-10-19T04:39:35Z</dcterms:modified>
  <dc:language>English</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Release date">
    <vt:lpwstr>February 2017</vt:lpwstr>
  </property>
  <property fmtid="{D5CDD505-2E9C-101B-9397-08002B2CF9AE}" pid="4" name="Office version">
    <vt:lpwstr>2007 and higher</vt:lpwstr>
  </property>
  <property fmtid="{D5CDD505-2E9C-101B-9397-08002B2CF9AE}" pid="5" name="Release version">
    <vt:lpwstr>1.1</vt:lpwstr>
  </property>
  <property fmtid="{D5CDD505-2E9C-101B-9397-08002B2CF9AE}" pid="6" name="Document Confidentiality">
    <vt:lpwstr>Restricted</vt:lpwstr>
  </property>
  <property fmtid="{D5CDD505-2E9C-101B-9397-08002B2CF9AE}" pid="7" name="_NewReviewCycle">
    <vt:lpwstr/>
  </property>
  <property fmtid="{D5CDD505-2E9C-101B-9397-08002B2CF9AE}" pid="8" name="ContentTypeId">
    <vt:lpwstr>0x0101008904EC2382A26D4581406DE6B9B2BCA8</vt:lpwstr>
  </property>
  <property fmtid="{D5CDD505-2E9C-101B-9397-08002B2CF9AE}" pid="9" name="MSIP_Label_a59b6cd5-d141-4a33-8bf1-0ca04484304f_Enabled">
    <vt:lpwstr>true</vt:lpwstr>
  </property>
  <property fmtid="{D5CDD505-2E9C-101B-9397-08002B2CF9AE}" pid="10" name="MSIP_Label_a59b6cd5-d141-4a33-8bf1-0ca04484304f_SetDate">
    <vt:lpwstr>2022-04-26T08:04:50Z</vt:lpwstr>
  </property>
  <property fmtid="{D5CDD505-2E9C-101B-9397-08002B2CF9AE}" pid="11" name="MSIP_Label_a59b6cd5-d141-4a33-8bf1-0ca04484304f_Method">
    <vt:lpwstr>Standard</vt:lpwstr>
  </property>
  <property fmtid="{D5CDD505-2E9C-101B-9397-08002B2CF9AE}" pid="12" name="MSIP_Label_a59b6cd5-d141-4a33-8bf1-0ca04484304f_Name">
    <vt:lpwstr>restricted-default</vt:lpwstr>
  </property>
  <property fmtid="{D5CDD505-2E9C-101B-9397-08002B2CF9AE}" pid="13" name="MSIP_Label_a59b6cd5-d141-4a33-8bf1-0ca04484304f_SiteId">
    <vt:lpwstr>38ae3bcd-9579-4fd4-adda-b42e1495d55a</vt:lpwstr>
  </property>
  <property fmtid="{D5CDD505-2E9C-101B-9397-08002B2CF9AE}" pid="14" name="MSIP_Label_a59b6cd5-d141-4a33-8bf1-0ca04484304f_ActionId">
    <vt:lpwstr>74654e3a-c58f-4d48-8b35-af339700f106</vt:lpwstr>
  </property>
  <property fmtid="{D5CDD505-2E9C-101B-9397-08002B2CF9AE}" pid="15" name="MSIP_Label_a59b6cd5-d141-4a33-8bf1-0ca04484304f_ContentBits">
    <vt:lpwstr>0</vt:lpwstr>
  </property>
  <property fmtid="{D5CDD505-2E9C-101B-9397-08002B2CF9AE}" pid="16" name="Document_Confidentiality">
    <vt:lpwstr>Restricted</vt:lpwstr>
  </property>
</Properties>
</file>