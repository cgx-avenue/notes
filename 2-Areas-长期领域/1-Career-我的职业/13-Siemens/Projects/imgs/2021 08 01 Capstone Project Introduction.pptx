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3.xml" ContentType="application/vnd.openxmlformats-officedocument.theme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4.xml" ContentType="application/vnd.openxmlformats-officedocument.theme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theme/theme5.xml" ContentType="application/vnd.openxmlformats-officedocument.theme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theme/theme6.xml" ContentType="application/vnd.openxmlformats-officedocument.theme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theme/theme7.xml" ContentType="application/vnd.openxmlformats-officedocument.theme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heme/theme8.xml" ContentType="application/vnd.openxmlformats-officedocument.theme+xml"/>
  <Override PartName="/ppt/theme/theme9.xml" ContentType="application/vnd.openxmlformats-officedocument.theme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notesSlides/notesSlide1.xml" ContentType="application/vnd.openxmlformats-officedocument.presentationml.notesSlide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83" r:id="rId2"/>
    <p:sldMasterId id="2147483715" r:id="rId3"/>
    <p:sldMasterId id="2147483749" r:id="rId4"/>
    <p:sldMasterId id="2147483802" r:id="rId5"/>
    <p:sldMasterId id="2147483855" r:id="rId6"/>
    <p:sldMasterId id="2147483908" r:id="rId7"/>
  </p:sldMasterIdLst>
  <p:notesMasterIdLst>
    <p:notesMasterId r:id="rId11"/>
  </p:notesMasterIdLst>
  <p:handoutMasterIdLst>
    <p:handoutMasterId r:id="rId12"/>
  </p:handoutMasterIdLst>
  <p:sldIdLst>
    <p:sldId id="636" r:id="rId8"/>
    <p:sldId id="935" r:id="rId9"/>
    <p:sldId id="937" r:id="rId10"/>
  </p:sldIdLst>
  <p:sldSz cx="12198350" cy="6858000"/>
  <p:notesSz cx="9926638" cy="6797675"/>
  <p:custDataLst>
    <p:tags r:id="rId13"/>
  </p:custDataLst>
  <p:defaultTextStyle>
    <a:defPPr>
      <a:defRPr lang="de-DE"/>
    </a:defPPr>
    <a:lvl1pPr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anose="020B0604020202020204" pitchFamily="34" charset="0"/>
        <a:ea typeface="MS PGothic" panose="020B0600070205080204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anose="020B0604020202020204" pitchFamily="34" charset="0"/>
        <a:ea typeface="MS PGothic" panose="020B0600070205080204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anose="020B0604020202020204" pitchFamily="34" charset="0"/>
        <a:ea typeface="MS PGothic" panose="020B0600070205080204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anose="020B0604020202020204" pitchFamily="34" charset="0"/>
        <a:ea typeface="MS PGothic" panose="020B0600070205080204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ern="1200">
        <a:solidFill>
          <a:schemeClr val="bg2"/>
        </a:solidFill>
        <a:latin typeface="Arial" panose="020B0604020202020204" pitchFamily="34" charset="0"/>
        <a:ea typeface="MS PGothic" panose="020B0600070205080204" charset="-128"/>
        <a:cs typeface="+mn-cs"/>
      </a:defRPr>
    </a:lvl5pPr>
    <a:lvl6pPr marL="2286000" algn="l" defTabSz="914400" rtl="0" eaLnBrk="1" latinLnBrk="0" hangingPunct="1">
      <a:defRPr kern="1200">
        <a:solidFill>
          <a:schemeClr val="bg2"/>
        </a:solidFill>
        <a:latin typeface="Arial" panose="020B0604020202020204" pitchFamily="34" charset="0"/>
        <a:ea typeface="MS PGothic" panose="020B0600070205080204" charset="-128"/>
        <a:cs typeface="+mn-cs"/>
      </a:defRPr>
    </a:lvl6pPr>
    <a:lvl7pPr marL="2743200" algn="l" defTabSz="914400" rtl="0" eaLnBrk="1" latinLnBrk="0" hangingPunct="1">
      <a:defRPr kern="1200">
        <a:solidFill>
          <a:schemeClr val="bg2"/>
        </a:solidFill>
        <a:latin typeface="Arial" panose="020B0604020202020204" pitchFamily="34" charset="0"/>
        <a:ea typeface="MS PGothic" panose="020B0600070205080204" charset="-128"/>
        <a:cs typeface="+mn-cs"/>
      </a:defRPr>
    </a:lvl7pPr>
    <a:lvl8pPr marL="3200400" algn="l" defTabSz="914400" rtl="0" eaLnBrk="1" latinLnBrk="0" hangingPunct="1">
      <a:defRPr kern="1200">
        <a:solidFill>
          <a:schemeClr val="bg2"/>
        </a:solidFill>
        <a:latin typeface="Arial" panose="020B0604020202020204" pitchFamily="34" charset="0"/>
        <a:ea typeface="MS PGothic" panose="020B0600070205080204" charset="-128"/>
        <a:cs typeface="+mn-cs"/>
      </a:defRPr>
    </a:lvl8pPr>
    <a:lvl9pPr marL="3657600" algn="l" defTabSz="914400" rtl="0" eaLnBrk="1" latinLnBrk="0" hangingPunct="1">
      <a:defRPr kern="1200">
        <a:solidFill>
          <a:schemeClr val="bg2"/>
        </a:solidFill>
        <a:latin typeface="Arial" panose="020B0604020202020204" pitchFamily="34" charset="0"/>
        <a:ea typeface="MS PGothic" panose="020B060007020508020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">
          <p15:clr>
            <a:srgbClr val="A4A3A4"/>
          </p15:clr>
        </p15:guide>
        <p15:guide id="2" pos="365">
          <p15:clr>
            <a:srgbClr val="A4A3A4"/>
          </p15:clr>
        </p15:guide>
        <p15:guide id="3" pos="3952">
          <p15:clr>
            <a:srgbClr val="A4A3A4"/>
          </p15:clr>
        </p15:guide>
        <p15:guide id="4" pos="4077">
          <p15:clr>
            <a:srgbClr val="A4A3A4"/>
          </p15:clr>
        </p15:guide>
        <p15:guide id="5" pos="7380">
          <p15:clr>
            <a:srgbClr val="A4A3A4"/>
          </p15:clr>
        </p15:guide>
        <p15:guide id="6" pos="5537">
          <p15:clr>
            <a:srgbClr val="A4A3A4"/>
          </p15:clr>
        </p15:guide>
        <p15:guide id="7" orient="horz" pos="3959">
          <p15:clr>
            <a:srgbClr val="A4A3A4"/>
          </p15:clr>
        </p15:guide>
        <p15:guide id="8" orient="horz" pos="654">
          <p15:clr>
            <a:srgbClr val="A4A3A4"/>
          </p15:clr>
        </p15:guide>
        <p15:guide id="9" orient="horz" pos="2454">
          <p15:clr>
            <a:srgbClr val="A4A3A4"/>
          </p15:clr>
        </p15:guide>
        <p15:guide id="10" orient="horz" pos="89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189" userDrawn="1">
          <p15:clr>
            <a:srgbClr val="A4A3A4"/>
          </p15:clr>
        </p15:guide>
        <p15:guide id="3" orient="horz" pos="2950" userDrawn="1">
          <p15:clr>
            <a:srgbClr val="A4A3A4"/>
          </p15:clr>
        </p15:guide>
        <p15:guide id="4" pos="2121" userDrawn="1">
          <p15:clr>
            <a:srgbClr val="A4A3A4"/>
          </p15:clr>
        </p15:guide>
        <p15:guide id="5" orient="horz" pos="2863" userDrawn="1">
          <p15:clr>
            <a:srgbClr val="A4A3A4"/>
          </p15:clr>
        </p15:guide>
        <p15:guide id="6" orient="horz" pos="449" userDrawn="1">
          <p15:clr>
            <a:srgbClr val="A4A3A4"/>
          </p15:clr>
        </p15:guide>
        <p15:guide id="7" orient="horz" pos="5631" userDrawn="1">
          <p15:clr>
            <a:srgbClr val="A4A3A4"/>
          </p15:clr>
        </p15:guide>
        <p15:guide id="8" orient="horz" pos="2770" userDrawn="1">
          <p15:clr>
            <a:srgbClr val="A4A3A4"/>
          </p15:clr>
        </p15:guide>
        <p15:guide id="9" pos="4291" userDrawn="1">
          <p15:clr>
            <a:srgbClr val="A4A3A4"/>
          </p15:clr>
        </p15:guide>
        <p15:guide id="10" pos="110" userDrawn="1">
          <p15:clr>
            <a:srgbClr val="A4A3A4"/>
          </p15:clr>
        </p15:guide>
        <p15:guide id="11" orient="horz" pos="2189" userDrawn="1">
          <p15:clr>
            <a:srgbClr val="A4A3A4"/>
          </p15:clr>
        </p15:guide>
        <p15:guide id="12" orient="horz" pos="2116" userDrawn="1">
          <p15:clr>
            <a:srgbClr val="A4A3A4"/>
          </p15:clr>
        </p15:guide>
        <p15:guide id="13" orient="horz" pos="1822" userDrawn="1">
          <p15:clr>
            <a:srgbClr val="A4A3A4"/>
          </p15:clr>
        </p15:guide>
        <p15:guide id="14" orient="horz" pos="328" userDrawn="1">
          <p15:clr>
            <a:srgbClr val="A4A3A4"/>
          </p15:clr>
        </p15:guide>
        <p15:guide id="15" orient="horz" pos="3925" userDrawn="1">
          <p15:clr>
            <a:srgbClr val="A4A3A4"/>
          </p15:clr>
        </p15:guide>
        <p15:guide id="16" orient="horz" pos="1729" userDrawn="1">
          <p15:clr>
            <a:srgbClr val="A4A3A4"/>
          </p15:clr>
        </p15:guide>
        <p15:guide id="17" pos="3318" userDrawn="1">
          <p15:clr>
            <a:srgbClr val="A4A3A4"/>
          </p15:clr>
        </p15:guide>
        <p15:guide id="18" pos="3216" userDrawn="1">
          <p15:clr>
            <a:srgbClr val="A4A3A4"/>
          </p15:clr>
        </p15:guide>
        <p15:guide id="19" pos="6006" userDrawn="1">
          <p15:clr>
            <a:srgbClr val="A4A3A4"/>
          </p15:clr>
        </p15:guide>
        <p15:guide id="20" pos="29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, Yue (RC-CN CM EI CNT)" initials="HY(CEC" lastIdx="65" clrIdx="0"/>
  <p:cmAuthor id="2" name="Chen, Hong Yu (RC-CN CM EI CNT)" initials="CHY(CEC" lastIdx="62" clrIdx="1"/>
  <p:cmAuthor id="3" name="Duan, Fred (CC AP RC-CN EI)" initials="DF(ARE" lastIdx="44" clrIdx="2"/>
  <p:cmAuthor id="4" name="Yan, Xiao Yu (RC-CN CM EI ELC)" initials="YXY(CEE" lastIdx="1" clrIdx="3">
    <p:extLst>
      <p:ext uri="{19B8F6BF-5375-455C-9EA6-DF929625EA0E}">
        <p15:presenceInfo xmlns:p15="http://schemas.microsoft.com/office/powerpoint/2012/main" userId="S::xiaoyu.yan@siemens.com::dd08a945-72d5-45bf-aae9-f8a85fd65e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6E"/>
    <a:srgbClr val="1496C0"/>
    <a:srgbClr val="009999"/>
    <a:srgbClr val="32A0A0"/>
    <a:srgbClr val="41AAAA"/>
    <a:srgbClr val="A5E1E1"/>
    <a:srgbClr val="B2C2CE"/>
    <a:srgbClr val="C6D2DB"/>
    <a:srgbClr val="3C464B"/>
    <a:srgbClr val="024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7" autoAdjust="0"/>
    <p:restoredTop sz="93372" autoAdjust="0"/>
  </p:normalViewPr>
  <p:slideViewPr>
    <p:cSldViewPr snapToObjects="1" showGuides="1">
      <p:cViewPr varScale="1">
        <p:scale>
          <a:sx n="62" d="100"/>
          <a:sy n="62" d="100"/>
        </p:scale>
        <p:origin x="748" y="52"/>
      </p:cViewPr>
      <p:guideLst>
        <p:guide orient="horz" pos="221"/>
        <p:guide pos="365"/>
        <p:guide pos="3952"/>
        <p:guide pos="4077"/>
        <p:guide pos="7380"/>
        <p:guide pos="5537"/>
        <p:guide orient="horz" pos="3959"/>
        <p:guide orient="horz" pos="654"/>
        <p:guide orient="horz" pos="2454"/>
        <p:guide orient="horz" pos="8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>
        <p:scale>
          <a:sx n="60" d="100"/>
          <a:sy n="60" d="100"/>
        </p:scale>
        <p:origin x="-4326" y="-1062"/>
      </p:cViewPr>
      <p:guideLst>
        <p:guide orient="horz" pos="3222"/>
        <p:guide pos="2189"/>
        <p:guide orient="horz" pos="2950"/>
        <p:guide pos="2121"/>
        <p:guide orient="horz" pos="2863"/>
        <p:guide orient="horz" pos="449"/>
        <p:guide orient="horz" pos="5631"/>
        <p:guide orient="horz" pos="2770"/>
        <p:guide pos="4291"/>
        <p:guide pos="110"/>
        <p:guide orient="horz" pos="2189"/>
        <p:guide orient="horz" pos="2116"/>
        <p:guide orient="horz" pos="1822"/>
        <p:guide orient="horz" pos="328"/>
        <p:guide orient="horz" pos="3925"/>
        <p:guide orient="horz" pos="1729"/>
        <p:guide pos="3318"/>
        <p:guide pos="3216"/>
        <p:guide pos="6006"/>
        <p:guide pos="297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1"/>
            <a:ext cx="4543790" cy="3669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251920" tIns="143954" rIns="251920" bIns="143954" numCol="1" anchor="t" anchorCtr="0" compatLnSpc="1"/>
          <a:lstStyle>
            <a:lvl1pPr defTabSz="899509">
              <a:spcBef>
                <a:spcPct val="0"/>
              </a:spcBef>
              <a:defRPr sz="1100">
                <a:solidFill>
                  <a:schemeClr val="bg1"/>
                </a:solidFill>
                <a:latin typeface="Siemens Sans" panose="02020500000000000000" pitchFamily="2" charset="0"/>
              </a:defRPr>
            </a:lvl1pPr>
          </a:lstStyle>
          <a:p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82851" y="1"/>
            <a:ext cx="4543789" cy="3669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251920" tIns="143954" rIns="251920" bIns="143954" numCol="1" anchor="t" anchorCtr="0" compatLnSpc="1"/>
          <a:lstStyle>
            <a:lvl1pPr algn="r" defTabSz="899509">
              <a:spcBef>
                <a:spcPct val="0"/>
              </a:spcBef>
              <a:defRPr sz="1100">
                <a:solidFill>
                  <a:schemeClr val="bg1"/>
                </a:solidFill>
                <a:latin typeface="Siemens Sans" panose="02020500000000000000" pitchFamily="2" charset="0"/>
              </a:defRPr>
            </a:lvl1pPr>
          </a:lstStyle>
          <a:p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6430748"/>
            <a:ext cx="4543790" cy="3669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251920" tIns="143954" rIns="251920" bIns="143954" numCol="1" anchor="b" anchorCtr="0" compatLnSpc="1"/>
          <a:lstStyle>
            <a:lvl1pPr defTabSz="899509">
              <a:spcBef>
                <a:spcPct val="0"/>
              </a:spcBef>
              <a:defRPr sz="1100">
                <a:solidFill>
                  <a:schemeClr val="tx1"/>
                </a:solidFill>
                <a:latin typeface="Siemens Sans" panose="02020500000000000000" pitchFamily="2" charset="0"/>
              </a:defRPr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382851" y="6430748"/>
            <a:ext cx="4543789" cy="3669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251920" tIns="143954" rIns="251920" bIns="143954" numCol="1" anchor="b" anchorCtr="0" compatLnSpc="1"/>
          <a:lstStyle>
            <a:lvl1pPr algn="r" defTabSz="899509">
              <a:spcBef>
                <a:spcPct val="0"/>
              </a:spcBef>
              <a:defRPr sz="1100">
                <a:solidFill>
                  <a:schemeClr val="tx1"/>
                </a:solidFill>
                <a:latin typeface="Siemens Sans" panose="02020500000000000000" pitchFamily="2" charset="0"/>
              </a:defRPr>
            </a:lvl1pPr>
          </a:lstStyle>
          <a:p>
            <a:r>
              <a:rPr lang="de-DE" dirty="0">
                <a:latin typeface="Arial" panose="020B0604020202020204" pitchFamily="34" charset="0"/>
              </a:rPr>
              <a:t>Handout </a:t>
            </a:r>
            <a:fld id="{BFC713D8-7968-482B-A79F-9C586FE5053A}" type="slidenum">
              <a:rPr lang="de-DE" dirty="0" smtClean="0">
                <a:latin typeface="Arial" panose="020B0604020202020204" pitchFamily="34" charset="0"/>
              </a:rPr>
              <a:t>‹#›</a:t>
            </a:fld>
            <a:endParaRPr lang="de-D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179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1"/>
            <a:ext cx="4543790" cy="3669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251920" tIns="143954" rIns="251920" bIns="143954" numCol="1" anchor="t" anchorCtr="0" compatLnSpc="1"/>
          <a:lstStyle>
            <a:lvl1pPr defTabSz="899509">
              <a:spcBef>
                <a:spcPct val="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82850" y="1"/>
            <a:ext cx="4541571" cy="3669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251920" tIns="143954" rIns="251920" bIns="143954" numCol="1" anchor="t" anchorCtr="0" compatLnSpc="1"/>
          <a:lstStyle>
            <a:lvl1pPr algn="r" defTabSz="899509">
              <a:spcBef>
                <a:spcPct val="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78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30500" y="520700"/>
            <a:ext cx="4443413" cy="2498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6848" y="3203249"/>
            <a:ext cx="9172948" cy="30324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6430747"/>
            <a:ext cx="4543790" cy="3658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251920" tIns="143954" rIns="251920" bIns="143954" numCol="1" anchor="b" anchorCtr="0" compatLnSpc="1"/>
          <a:lstStyle>
            <a:lvl1pPr defTabSz="899509">
              <a:spcBef>
                <a:spcPct val="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382850" y="6430747"/>
            <a:ext cx="4541571" cy="3658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251920" tIns="143954" rIns="251920" bIns="143954" numCol="1" anchor="b" anchorCtr="0" compatLnSpc="1"/>
          <a:lstStyle>
            <a:lvl1pPr algn="r" defTabSz="899509">
              <a:spcBef>
                <a:spcPct val="0"/>
              </a:spcBef>
              <a:defRPr sz="1100">
                <a:solidFill>
                  <a:schemeClr val="tx1"/>
                </a:solidFill>
                <a:latin typeface="Siemens Sans" panose="02020500000000000000" pitchFamily="2" charset="0"/>
              </a:defRPr>
            </a:lvl1pPr>
          </a:lstStyle>
          <a:p>
            <a:r>
              <a:rPr lang="de-DE" dirty="0">
                <a:latin typeface="Arial" panose="020B0604020202020204" pitchFamily="34" charset="0"/>
              </a:rPr>
              <a:t>Notes </a:t>
            </a:r>
            <a:fld id="{AD141568-5488-4AC9-B82D-9F5CE1225E2A}" type="slidenum">
              <a:rPr lang="de-DE" dirty="0" smtClean="0">
                <a:latin typeface="Arial" panose="020B0604020202020204" pitchFamily="34" charset="0"/>
              </a:rPr>
              <a:t>‹#›</a:t>
            </a:fld>
            <a:endParaRPr lang="de-D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7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eaLnBrk="0" fontAlgn="base" hangingPunct="0">
      <a:spcBef>
        <a:spcPts val="0"/>
      </a:spcBef>
      <a:spcAft>
        <a:spcPts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Arial" panose="020B0604020202020204" pitchFamily="34" charset="0"/>
      </a:defRPr>
    </a:lvl1pPr>
    <a:lvl2pPr marL="125730" indent="-125730" algn="l" rtl="0" eaLnBrk="0" fontAlgn="base" hangingPunct="0">
      <a:spcBef>
        <a:spcPts val="0"/>
      </a:spcBef>
      <a:spcAft>
        <a:spcPts val="0"/>
      </a:spcAft>
      <a:buClr>
        <a:srgbClr val="879BAA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Arial" panose="020B0604020202020204" pitchFamily="34" charset="0"/>
      </a:defRPr>
    </a:lvl2pPr>
    <a:lvl3pPr marL="252095" indent="-125730" algn="l" rtl="0" eaLnBrk="0" fontAlgn="base" hangingPunct="0">
      <a:spcBef>
        <a:spcPts val="0"/>
      </a:spcBef>
      <a:spcAft>
        <a:spcPts val="0"/>
      </a:spcAft>
      <a:buClr>
        <a:srgbClr val="879BAA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Arial" panose="020B0604020202020204" pitchFamily="34" charset="0"/>
      </a:defRPr>
    </a:lvl3pPr>
    <a:lvl4pPr marL="377825" indent="-125730" algn="l" rtl="0" eaLnBrk="0" fontAlgn="base" hangingPunct="0">
      <a:spcBef>
        <a:spcPts val="0"/>
      </a:spcBef>
      <a:spcAft>
        <a:spcPts val="0"/>
      </a:spcAft>
      <a:buClr>
        <a:srgbClr val="879BAA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Arial" panose="020B0604020202020204" pitchFamily="34" charset="0"/>
      </a:defRPr>
    </a:lvl4pPr>
    <a:lvl5pPr marL="504190" indent="-125730" algn="l" rtl="0" eaLnBrk="0" fontAlgn="base" hangingPunct="0">
      <a:spcBef>
        <a:spcPts val="0"/>
      </a:spcBef>
      <a:spcAft>
        <a:spcPts val="0"/>
      </a:spcAft>
      <a:buClr>
        <a:srgbClr val="879BAA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Arial" panose="020B0604020202020204" pitchFamily="34" charset="0"/>
      </a:defRPr>
    </a:lvl5pPr>
    <a:lvl6pPr marL="504190" indent="-125730" algn="l" defTabSz="457200" rtl="0" eaLnBrk="1" latinLnBrk="0" hangingPunct="1">
      <a:spcBef>
        <a:spcPts val="0"/>
      </a:spcBef>
      <a:spcAft>
        <a:spcPts val="0"/>
      </a:spcAft>
      <a:buClr>
        <a:srgbClr val="BECDD7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504190" indent="-125730" algn="l" defTabSz="457200" rtl="0" eaLnBrk="1" latinLnBrk="0" hangingPunct="1">
      <a:spcBef>
        <a:spcPts val="0"/>
      </a:spcBef>
      <a:spcAft>
        <a:spcPts val="0"/>
      </a:spcAft>
      <a:buClr>
        <a:srgbClr val="BECDD7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504190" indent="-125730" algn="l" defTabSz="457200" rtl="0" eaLnBrk="1" latinLnBrk="0" hangingPunct="1">
      <a:spcBef>
        <a:spcPts val="0"/>
      </a:spcBef>
      <a:spcAft>
        <a:spcPts val="0"/>
      </a:spcAft>
      <a:buClr>
        <a:srgbClr val="BECDD7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504190" indent="-125730" algn="l" defTabSz="457200" rtl="0" eaLnBrk="1" latinLnBrk="0" hangingPunct="1">
      <a:spcBef>
        <a:spcPts val="0"/>
      </a:spcBef>
      <a:spcAft>
        <a:spcPts val="0"/>
      </a:spcAft>
      <a:buClr>
        <a:srgbClr val="BECDD7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463" y="730250"/>
            <a:ext cx="6500812" cy="3654425"/>
          </a:xfrm>
          <a:noFill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471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463" y="730250"/>
            <a:ext cx="6500812" cy="3654425"/>
          </a:xfrm>
          <a:noFill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br>
              <a:rPr lang="en-US" sz="1200" dirty="0"/>
            </a:br>
            <a:endParaRPr lang="en-US" sz="1200" dirty="0"/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18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4" Type="http://schemas.openxmlformats.org/officeDocument/2006/relationships/image" Target="../media/image3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4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9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5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94.xml"/><Relationship Id="rId7" Type="http://schemas.openxmlformats.org/officeDocument/2006/relationships/image" Target="../media/image4.emf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5.xml"/><Relationship Id="rId9" Type="http://schemas.openxmlformats.org/officeDocument/2006/relationships/image" Target="../media/image6.w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4" Type="http://schemas.openxmlformats.org/officeDocument/2006/relationships/image" Target="../media/image3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4" Type="http://schemas.openxmlformats.org/officeDocument/2006/relationships/image" Target="../media/image3.jpe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7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4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7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8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4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9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4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4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7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76.xml"/><Relationship Id="rId4" Type="http://schemas.openxmlformats.org/officeDocument/2006/relationships/tags" Target="../tags/tag17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80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tags" Target="../tags/tag183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4" Type="http://schemas.openxmlformats.org/officeDocument/2006/relationships/image" Target="../media/image7.jpe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9.xml"/><Relationship Id="rId1" Type="http://schemas.openxmlformats.org/officeDocument/2006/relationships/tags" Target="../tags/tag228.xml"/><Relationship Id="rId4" Type="http://schemas.openxmlformats.org/officeDocument/2006/relationships/image" Target="../media/image7.jpe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4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6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7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4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254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258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4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tags" Target="../tags/tag264.xml"/><Relationship Id="rId4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" Type="http://schemas.openxmlformats.org/officeDocument/2006/relationships/tags" Target="../tags/tag267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270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75.xml"/><Relationship Id="rId4" Type="http://schemas.openxmlformats.org/officeDocument/2006/relationships/tags" Target="../tags/tag274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279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tags" Target="../tags/tag28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4" Type="http://schemas.openxmlformats.org/officeDocument/2006/relationships/tags" Target="../tags/tag28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sv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sv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svg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svg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svg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svg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svg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0.svg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svg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3.svg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svg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svg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0.svg"/></Relationships>
</file>

<file path=ppt/slideLayouts/_rels/slideLayout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3.svg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3.svg"/></Relationships>
</file>

<file path=ppt/slideLayouts/_rels/slideLayout2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6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svg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6.svg"/></Relationships>
</file>

<file path=ppt/slideLayouts/_rels/slideLayout2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9.svg"/></Relationships>
</file>

<file path=ppt/slideLayouts/_rels/slideLayout2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0.svg"/></Relationships>
</file>

<file path=ppt/slideLayouts/_rels/slideLayout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2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2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3.svg"/></Relationships>
</file>

<file path=ppt/slideLayouts/_rels/slideLayout2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3.svg"/></Relationships>
</file>

<file path=ppt/slideLayouts/_rels/slideLayout2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2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2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2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2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2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7.xml"/></Relationships>
</file>

<file path=ppt/slideLayouts/_rels/slideLayout3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3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rafik 59"/>
          <p:cNvPicPr>
            <a:picLocks noChangeAspect="1"/>
          </p:cNvPicPr>
          <p:nvPr userDrawn="1"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462181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sp>
        <p:nvSpPr>
          <p:cNvPr id="9" name="Textplatzhalter 57343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7063" y="59076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905" indent="0">
              <a:buNone/>
              <a:defRPr/>
            </a:lvl2pPr>
          </a:lstStyle>
          <a:p>
            <a:pPr lvl="0"/>
            <a:r>
              <a:rPr lang="en-US" noProof="0" dirty="0"/>
              <a:t>Please insert URL</a:t>
            </a:r>
          </a:p>
        </p:txBody>
      </p:sp>
      <p:sp>
        <p:nvSpPr>
          <p:cNvPr id="10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2" y="5907600"/>
            <a:ext cx="3311525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905" indent="0">
              <a:buNone/>
              <a:defRPr/>
            </a:lvl2pPr>
          </a:lstStyle>
          <a:p>
            <a:pPr lvl="0"/>
            <a:r>
              <a:rPr lang="en-US" noProof="0"/>
              <a:t>Please insert Unrestrictedity note</a:t>
            </a:r>
            <a:endParaRPr lang="en-US" noProof="0" dirty="0"/>
          </a:p>
        </p:txBody>
      </p:sp>
      <p:grpSp>
        <p:nvGrpSpPr>
          <p:cNvPr id="83" name="Gruppieren 82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4" name="Gerade Verbindung 83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5" name="Gerade Verbindung 104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lor fi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462181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sp>
        <p:nvSpPr>
          <p:cNvPr id="8" name="Textplatzhalter 57343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7063" y="59076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905" indent="0">
              <a:buNone/>
              <a:defRPr/>
            </a:lvl2pPr>
          </a:lstStyle>
          <a:p>
            <a:pPr lvl="0"/>
            <a:r>
              <a:rPr lang="en-US" noProof="0" dirty="0"/>
              <a:t>Please insert URL</a:t>
            </a:r>
          </a:p>
        </p:txBody>
      </p:sp>
      <p:sp>
        <p:nvSpPr>
          <p:cNvPr id="11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2" y="5907600"/>
            <a:ext cx="3311525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905" indent="0">
              <a:buNone/>
              <a:defRPr/>
            </a:lvl2pPr>
          </a:lstStyle>
          <a:p>
            <a:pPr lvl="0"/>
            <a:r>
              <a:rPr lang="en-US" noProof="0"/>
              <a:t>Please insert Unrestrictedity note</a:t>
            </a:r>
            <a:endParaRPr lang="en-US" noProof="0" dirty="0"/>
          </a:p>
        </p:txBody>
      </p:sp>
      <p:grpSp>
        <p:nvGrpSpPr>
          <p:cNvPr id="82" name="Gruppieren 81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3" name="Gerade Verbindung 8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rafik 57"/>
          <p:cNvPicPr>
            <a:picLocks noChangeAspect="1"/>
          </p:cNvPicPr>
          <p:nvPr userDrawn="1"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891286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grpSp>
        <p:nvGrpSpPr>
          <p:cNvPr id="82" name="Gruppieren 81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3" name="Gerade Verbindung 8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color fi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891600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grpSp>
        <p:nvGrpSpPr>
          <p:cNvPr id="80" name="Gruppieren 79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1" name="Gerade Verbindung 80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Gerade Verbindung 81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Dynamic Petrol">
    <p:bg>
      <p:bgPr>
        <a:gradFill>
          <a:gsLst>
            <a:gs pos="83000">
              <a:srgbClr val="0099B0">
                <a:alpha val="85000"/>
              </a:srgbClr>
            </a:gs>
            <a:gs pos="50000">
              <a:srgbClr val="009999">
                <a:alpha val="85000"/>
              </a:srgbClr>
            </a:gs>
            <a:gs pos="0">
              <a:srgbClr val="50BEBE">
                <a:alpha val="85000"/>
              </a:srgbClr>
            </a:gs>
            <a:gs pos="100000">
              <a:srgbClr val="0099CB">
                <a:alpha val="85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sp>
        <p:nvSpPr>
          <p:cNvPr id="30" name="cdtRectangle 115 Id57350"/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 bwMode="auto">
          <a:xfrm>
            <a:off x="627063" y="3891600"/>
            <a:ext cx="6480000" cy="2340314"/>
          </a:xfrm>
          <a:noFill/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81" name="Gruppieren 80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2" name="Gerade Verbindung 81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Blue light">
    <p:bg>
      <p:bgPr>
        <a:solidFill>
          <a:srgbClr val="50B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sp>
        <p:nvSpPr>
          <p:cNvPr id="34" name="cdtRectangle 115 Id57350"/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 bwMode="auto">
          <a:xfrm>
            <a:off x="627063" y="3891600"/>
            <a:ext cx="6480000" cy="2340314"/>
          </a:xfrm>
          <a:noFill/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81" name="Gruppieren 80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2" name="Gerade Verbindung 81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4" name="cdtText Placeholder 12 Id13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658996" y="1439999"/>
            <a:ext cx="7539354" cy="4752000"/>
          </a:xfrm>
          <a:solidFill>
            <a:srgbClr val="D7D7CD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680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en-US" noProof="0" dirty="0"/>
              <a:t>Click to edit the toc / contact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active chapter</a:t>
            </a:r>
          </a:p>
          <a:p>
            <a:pPr lvl="3"/>
            <a:r>
              <a:rPr lang="en-US" noProof="0" dirty="0"/>
              <a:t>subchapter</a:t>
            </a:r>
          </a:p>
          <a:p>
            <a:pPr lvl="4"/>
            <a:r>
              <a:rPr lang="en-US" noProof="0" dirty="0"/>
              <a:t>active subchapter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5"/>
          </p:nvPr>
        </p:nvSpPr>
        <p:spPr>
          <a:xfrm>
            <a:off x="0" y="1439999"/>
            <a:ext cx="45144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ndex" preserve="1" userDrawn="1">
  <p:cSld name="Text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3" name="cdtText Placeholder 12 Id13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627063" y="1443038"/>
            <a:ext cx="3887914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dtTextplatzhalter 12 Id5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 bwMode="auto">
          <a:xfrm>
            <a:off x="4658995" y="1440000"/>
            <a:ext cx="7539355" cy="4752000"/>
          </a:xfrm>
          <a:solidFill>
            <a:srgbClr val="D7D7CD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680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en-US" noProof="0" dirty="0"/>
              <a:t>Click to edit the toc / contact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active chapter</a:t>
            </a:r>
          </a:p>
          <a:p>
            <a:pPr lvl="3"/>
            <a:r>
              <a:rPr lang="en-US" noProof="0" dirty="0"/>
              <a:t>subchapter</a:t>
            </a:r>
          </a:p>
          <a:p>
            <a:pPr lvl="4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>
          <a:xfrm>
            <a:off x="0" y="1440000"/>
            <a:ext cx="122040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 bwMode="auto">
          <a:xfrm>
            <a:off x="0" y="0"/>
            <a:ext cx="12198350" cy="1439999"/>
          </a:xfrm>
          <a:prstGeom prst="rect">
            <a:avLst/>
          </a:prstGeom>
          <a:solidFill>
            <a:srgbClr val="FFFFFF"/>
          </a:solidFill>
          <a:ln w="127">
            <a:solidFill>
              <a:srgbClr val="FFFFFF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de-DE" sz="1800" noProof="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>
          <a:xfrm>
            <a:off x="0" y="-2784"/>
            <a:ext cx="12196800" cy="6858000"/>
          </a:xfrm>
          <a:noFill/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grpSp>
        <p:nvGrpSpPr>
          <p:cNvPr id="6" name="Gruppieren 5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7" name="Gerade Verbindung 6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 Verbindung 7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Gerade Verbindung 8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 Verbindung 9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 Verbindung 10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 Verbindung 11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12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Gerade Verbindung 13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 Verbindung 14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Gerade Verbindung 15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Gerade Verbindung 16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 Verbindung 17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Gerade Verbindung 18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19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 Verbindung 20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21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22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23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Gerade Verbindung 24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Gerade Verbindung 25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Gerade Verbindung 26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Gerade Verbindung 27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area Dynamic Petro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0" y="0"/>
            <a:ext cx="12198350" cy="6861907"/>
            <a:chOff x="0" y="0"/>
            <a:chExt cx="12198350" cy="6861907"/>
          </a:xfrm>
        </p:grpSpPr>
        <p:sp>
          <p:nvSpPr>
            <p:cNvPr id="4" name="Rechteck 3"/>
            <p:cNvSpPr/>
            <p:nvPr userDrawn="1"/>
          </p:nvSpPr>
          <p:spPr bwMode="auto">
            <a:xfrm>
              <a:off x="0" y="0"/>
              <a:ext cx="12198350" cy="686190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panose="05000000000000000000" charset="0"/>
                <a:buNone/>
              </a:pPr>
              <a:endParaRPr lang="en-US" sz="1800" noProof="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" name="Rechteck 5"/>
            <p:cNvSpPr/>
            <p:nvPr userDrawn="1"/>
          </p:nvSpPr>
          <p:spPr bwMode="auto">
            <a:xfrm>
              <a:off x="0" y="0"/>
              <a:ext cx="12198350" cy="6861907"/>
            </a:xfrm>
            <a:prstGeom prst="rect">
              <a:avLst/>
            </a:prstGeom>
            <a:gradFill>
              <a:gsLst>
                <a:gs pos="83000">
                  <a:srgbClr val="0099B0">
                    <a:alpha val="85000"/>
                  </a:srgbClr>
                </a:gs>
                <a:gs pos="50000">
                  <a:srgbClr val="009999">
                    <a:alpha val="85000"/>
                  </a:srgbClr>
                </a:gs>
                <a:gs pos="0">
                  <a:srgbClr val="50BEBE">
                    <a:alpha val="85000"/>
                  </a:srgbClr>
                </a:gs>
                <a:gs pos="100000">
                  <a:srgbClr val="0099CB">
                    <a:alpha val="85000"/>
                  </a:srgbClr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panose="05000000000000000000" charset="0"/>
                <a:buNone/>
              </a:pPr>
              <a:endParaRPr lang="en-US" sz="1800" noProof="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9" name="Gerade Verbindung 8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 Verbindung 9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 Verbindung 10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 Verbindung 11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12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Gerade Verbindung 13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 Verbindung 14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Gerade Verbindung 15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Gerade Verbindung 16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 Verbindung 17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Gerade Verbindung 18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19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 Verbindung 20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21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22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23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Gerade Verbindung 24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Gerade Verbindung 25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Gerade Verbindung 26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Gerade Verbindung 27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Gerade Verbindung 28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Gerade Verbindung 29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area Blu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 bwMode="auto">
          <a:xfrm>
            <a:off x="0" y="0"/>
            <a:ext cx="12198350" cy="6861907"/>
          </a:xfrm>
          <a:prstGeom prst="rect">
            <a:avLst/>
          </a:prstGeom>
          <a:solidFill>
            <a:srgbClr val="50BED7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en-US" sz="1800" noProof="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grpSp>
        <p:nvGrpSpPr>
          <p:cNvPr id="4" name="Gruppieren 3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5" name="Gerade Verbindung 4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Gerade Verbindung 5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Gerade Verbindung 6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 Verbindung 7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Gerade Verbindung 8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 Verbindung 9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 Verbindung 10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 Verbindung 11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12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Gerade Verbindung 13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 Verbindung 14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Gerade Verbindung 15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Gerade Verbindung 16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 Verbindung 17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Gerade Verbindung 18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19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 Verbindung 20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21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22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23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Gerade Verbindung 24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Gerade Verbindung 25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large)" type="obj" preserve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8208962" cy="4748962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small)" type="obj" preserve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6768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Content Placeholder 2 Id3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27063" y="1443038"/>
            <a:ext cx="5472112" cy="4748962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dtContent Placeholder 3 Id4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243638" y="1443038"/>
            <a:ext cx="5472112" cy="4748962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27063" y="1443038"/>
            <a:ext cx="5472112" cy="4748962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6243637" y="1440000"/>
            <a:ext cx="5472000" cy="2304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1"/>
          </p:nvPr>
        </p:nvSpPr>
        <p:spPr>
          <a:xfrm>
            <a:off x="6243637" y="3888000"/>
            <a:ext cx="5472000" cy="2304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27063" y="1440000"/>
            <a:ext cx="5904000" cy="4752000"/>
          </a:xfrm>
          <a:solidFill>
            <a:schemeClr val="accent2"/>
          </a:solidFill>
          <a:ln w="9525">
            <a:noFill/>
            <a:miter lim="800000"/>
          </a:ln>
        </p:spPr>
        <p:txBody>
          <a:bodyPr vert="horz" wrap="square" lIns="288000" tIns="252000" rIns="576000" bIns="25200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6243637" y="1746000"/>
            <a:ext cx="5472000" cy="1998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1"/>
          </p:nvPr>
        </p:nvSpPr>
        <p:spPr>
          <a:xfrm>
            <a:off x="6243637" y="3888000"/>
            <a:ext cx="5472000" cy="1998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rows" preserve="1" userDrawn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8208962" cy="2300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27063" y="3888000"/>
            <a:ext cx="8208962" cy="2304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360045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4370388" y="1443038"/>
            <a:ext cx="3600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8115750" y="1443038"/>
            <a:ext cx="3600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objects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Content Placeholder 2 Id3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27063" y="1443038"/>
            <a:ext cx="5472112" cy="2300962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dtContent Placeholder 3 Id4"/>
          <p:cNvSpPr>
            <a:spLocks noGrp="1"/>
          </p:cNvSpPr>
          <p:nvPr>
            <p:ph sz="quarter" idx="2"/>
            <p:custDataLst>
              <p:tags r:id="rId2"/>
            </p:custDataLst>
          </p:nvPr>
        </p:nvSpPr>
        <p:spPr>
          <a:xfrm>
            <a:off x="6243638" y="1443038"/>
            <a:ext cx="5472112" cy="2300962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dtContent Placeholder 4 Id5"/>
          <p:cNvSpPr>
            <a:spLocks noGrp="1"/>
          </p:cNvSpPr>
          <p:nvPr>
            <p:ph sz="quarter" idx="3"/>
            <p:custDataLst>
              <p:tags r:id="rId3"/>
            </p:custDataLst>
          </p:nvPr>
        </p:nvSpPr>
        <p:spPr>
          <a:xfrm>
            <a:off x="627063" y="3888000"/>
            <a:ext cx="5472112" cy="2304000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dtContent Placeholder 5 Id6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243638" y="3888000"/>
            <a:ext cx="5472112" cy="2304000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 + Navigation" preserve="1" userDrawn="1">
  <p:cSld name="Free Content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large) + Navigation" preserve="1" userDrawn="1">
  <p:cSld name="One object (large)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8208962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small) + Navigation" preserve="1" userDrawn="1">
  <p:cSld name="One object (small)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6768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+ Navigation" preserve="1" userDrawn="1">
  <p:cSld name="Two column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4032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4804025" y="1443038"/>
            <a:ext cx="4032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+ Navigation" preserve="1" userDrawn="1">
  <p:cSld name="Three column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2592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3362400" y="1443038"/>
            <a:ext cx="2736775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43638" y="1443038"/>
            <a:ext cx="2592387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dtTextplatzhalter 13 Id7"/>
          <p:cNvSpPr>
            <a:spLocks noGrp="1"/>
          </p:cNvSpPr>
          <p:nvPr>
            <p:ph type="body" sz="quarter" idx="15" hasCustomPrompt="1"/>
            <p:custDataLst>
              <p:tags r:id="rId5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rows + Navigation" preserve="1" userDrawn="1">
  <p:cSld name="Two row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8208962" cy="2300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27063" y="3888000"/>
            <a:ext cx="8208962" cy="2304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objects + Navigation" preserve="1" userDrawn="1">
  <p:cSld name="Four object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4032000" cy="2300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4804024" y="1443038"/>
            <a:ext cx="4032000" cy="2300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7063" y="3888000"/>
            <a:ext cx="4032000" cy="2304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dtContent Placeholder 14 Id15"/>
          <p:cNvSpPr>
            <a:spLocks noGrp="1"/>
          </p:cNvSpPr>
          <p:nvPr>
            <p:ph sz="quarter" idx="15"/>
            <p:custDataLst>
              <p:tags r:id="rId5"/>
            </p:custDataLst>
          </p:nvPr>
        </p:nvSpPr>
        <p:spPr>
          <a:xfrm>
            <a:off x="4804025" y="3888000"/>
            <a:ext cx="4032000" cy="2304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cdtTextplatzhalter 13 Id10"/>
          <p:cNvSpPr>
            <a:spLocks noGrp="1"/>
          </p:cNvSpPr>
          <p:nvPr>
            <p:ph type="body" sz="quarter" idx="16" hasCustomPrompt="1"/>
            <p:custDataLst>
              <p:tags r:id="rId6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Placeholder 12 Id13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658996" y="1440000"/>
            <a:ext cx="7539354" cy="4752000"/>
          </a:xfrm>
          <a:solidFill>
            <a:srgbClr val="D7D7CD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680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en-US" noProof="0" dirty="0"/>
              <a:t>Click to edit the toc / contact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active chapter</a:t>
            </a:r>
          </a:p>
          <a:p>
            <a:pPr lvl="3"/>
            <a:r>
              <a:rPr lang="en-US" noProof="0" dirty="0"/>
              <a:t>subchapter</a:t>
            </a:r>
          </a:p>
          <a:p>
            <a:pPr lvl="4"/>
            <a:r>
              <a:rPr lang="en-US" noProof="0" dirty="0"/>
              <a:t>active subchapter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5"/>
          </p:nvPr>
        </p:nvSpPr>
        <p:spPr>
          <a:xfrm>
            <a:off x="0" y="1440000"/>
            <a:ext cx="45144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49493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16" imgH="216" progId="TCLayout.ActiveDocument.1">
                  <p:embed/>
                </p:oleObj>
              </mc:Choice>
              <mc:Fallback>
                <p:oleObj name="think-cell Slide" r:id="rId6" imgW="216" imgH="216" progId="TCLayout.ActiveDocument.1">
                  <p:embed/>
                  <p:pic>
                    <p:nvPicPr>
                      <p:cNvPr id="2" name="Objek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" name="Grafik 4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88"/>
            <a:ext cx="12198350" cy="6857999"/>
          </a:xfrm>
          <a:prstGeom prst="rect">
            <a:avLst/>
          </a:prstGeom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 hasCustomPrompt="1"/>
            <p:custDataLst>
              <p:tags r:id="rId3"/>
            </p:custDataLst>
          </p:nvPr>
        </p:nvSpPr>
        <p:spPr bwMode="ltGray">
          <a:xfrm>
            <a:off x="627063" y="4813154"/>
            <a:ext cx="6480000" cy="924541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0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/>
            <a:endParaRPr lang="en-US" sz="1100" b="1" dirty="0">
              <a:solidFill>
                <a:srgbClr val="990000"/>
              </a:solidFill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5750" y="324000"/>
            <a:ext cx="2160000" cy="913804"/>
          </a:xfrm>
          <a:prstGeom prst="rect">
            <a:avLst/>
          </a:prstGeom>
        </p:spPr>
      </p:pic>
      <p:sp>
        <p:nvSpPr>
          <p:cNvPr id="9" name="Textplatzhalter 57343"/>
          <p:cNvSpPr>
            <a:spLocks noGrp="1"/>
          </p:cNvSpPr>
          <p:nvPr>
            <p:ph type="body" sz="quarter" idx="12" hasCustomPrompt="1"/>
          </p:nvPr>
        </p:nvSpPr>
        <p:spPr>
          <a:xfrm>
            <a:off x="627063" y="58428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de-DE" dirty="0"/>
              <a:t>siemens.com</a:t>
            </a:r>
          </a:p>
        </p:txBody>
      </p:sp>
      <p:sp>
        <p:nvSpPr>
          <p:cNvPr id="10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3" y="5842800"/>
            <a:ext cx="3023840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r>
              <a:rPr lang="de-DE"/>
              <a:t>Unrestricted © Siemens AG 2016</a:t>
            </a:r>
            <a:endParaRPr lang="de-DE" dirty="0"/>
          </a:p>
        </p:txBody>
      </p:sp>
      <p:grpSp>
        <p:nvGrpSpPr>
          <p:cNvPr id="3" name="Gruppieren 30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grpSp>
          <p:nvGrpSpPr>
            <p:cNvPr id="6" name="Gruppieren 31"/>
            <p:cNvGrpSpPr/>
            <p:nvPr userDrawn="1"/>
          </p:nvGrpSpPr>
          <p:grpSpPr>
            <a:xfrm>
              <a:off x="-216000" y="-216000"/>
              <a:ext cx="12628800" cy="7290000"/>
              <a:chOff x="-216000" y="-216000"/>
              <a:chExt cx="12628800" cy="7290000"/>
            </a:xfrm>
          </p:grpSpPr>
          <p:cxnSp>
            <p:nvCxnSpPr>
              <p:cNvPr id="72" name="Gerade Verbindung 71"/>
              <p:cNvCxnSpPr/>
              <p:nvPr userDrawn="1"/>
            </p:nvCxnSpPr>
            <p:spPr bwMode="auto">
              <a:xfrm>
                <a:off x="627063" y="-2160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3" name="Gerade Verbindung 72"/>
              <p:cNvCxnSpPr/>
              <p:nvPr userDrawn="1"/>
            </p:nvCxnSpPr>
            <p:spPr bwMode="auto">
              <a:xfrm>
                <a:off x="6099175" y="-2160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4" name="Gerade Verbindung 73"/>
              <p:cNvCxnSpPr/>
              <p:nvPr userDrawn="1"/>
            </p:nvCxnSpPr>
            <p:spPr bwMode="auto">
              <a:xfrm>
                <a:off x="6242050" y="-2160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5" name="Gerade Verbindung 74"/>
              <p:cNvCxnSpPr/>
              <p:nvPr userDrawn="1"/>
            </p:nvCxnSpPr>
            <p:spPr bwMode="auto">
              <a:xfrm>
                <a:off x="8835479" y="-2160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6" name="Gerade Verbindung 75"/>
              <p:cNvCxnSpPr/>
              <p:nvPr userDrawn="1"/>
            </p:nvCxnSpPr>
            <p:spPr bwMode="auto">
              <a:xfrm>
                <a:off x="11715750" y="-2160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7" name="Gerade Verbindung 76"/>
              <p:cNvCxnSpPr/>
              <p:nvPr userDrawn="1"/>
            </p:nvCxnSpPr>
            <p:spPr bwMode="auto">
              <a:xfrm rot="5400000">
                <a:off x="12322800" y="242887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8" name="Gerade Verbindung 77"/>
              <p:cNvCxnSpPr/>
              <p:nvPr userDrawn="1"/>
            </p:nvCxnSpPr>
            <p:spPr bwMode="auto">
              <a:xfrm rot="5400000">
                <a:off x="12322800" y="891075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9" name="Gerade Verbindung 78"/>
              <p:cNvCxnSpPr/>
              <p:nvPr userDrawn="1"/>
            </p:nvCxnSpPr>
            <p:spPr bwMode="auto">
              <a:xfrm rot="5400000">
                <a:off x="12322800" y="36252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0" name="Gerade Verbindung 79"/>
              <p:cNvCxnSpPr/>
              <p:nvPr userDrawn="1"/>
            </p:nvCxnSpPr>
            <p:spPr bwMode="auto">
              <a:xfrm rot="5400000">
                <a:off x="12322800" y="37656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1" name="Gerade Verbindung 80"/>
              <p:cNvCxnSpPr/>
              <p:nvPr userDrawn="1"/>
            </p:nvCxnSpPr>
            <p:spPr bwMode="auto">
              <a:xfrm>
                <a:off x="627063" y="68940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2" name="Gerade Verbindung 81"/>
              <p:cNvCxnSpPr/>
              <p:nvPr userDrawn="1"/>
            </p:nvCxnSpPr>
            <p:spPr bwMode="auto">
              <a:xfrm>
                <a:off x="6099175" y="68940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3" name="Gerade Verbindung 82"/>
              <p:cNvCxnSpPr/>
              <p:nvPr userDrawn="1"/>
            </p:nvCxnSpPr>
            <p:spPr bwMode="auto">
              <a:xfrm>
                <a:off x="6242050" y="68940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4" name="Gerade Verbindung 83"/>
              <p:cNvCxnSpPr/>
              <p:nvPr userDrawn="1"/>
            </p:nvCxnSpPr>
            <p:spPr bwMode="auto">
              <a:xfrm>
                <a:off x="8835479" y="68940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5" name="Gerade Verbindung 84"/>
              <p:cNvCxnSpPr/>
              <p:nvPr userDrawn="1"/>
            </p:nvCxnSpPr>
            <p:spPr bwMode="auto">
              <a:xfrm>
                <a:off x="11715750" y="68940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6" name="Gerade Verbindung 85"/>
              <p:cNvCxnSpPr/>
              <p:nvPr userDrawn="1"/>
            </p:nvCxnSpPr>
            <p:spPr bwMode="auto">
              <a:xfrm rot="5400000">
                <a:off x="-126000" y="242887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7" name="Gerade Verbindung 86"/>
              <p:cNvCxnSpPr/>
              <p:nvPr userDrawn="1"/>
            </p:nvCxnSpPr>
            <p:spPr bwMode="auto">
              <a:xfrm rot="5400000">
                <a:off x="-126000" y="891075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8" name="Gerade Verbindung 87"/>
              <p:cNvCxnSpPr/>
              <p:nvPr userDrawn="1"/>
            </p:nvCxnSpPr>
            <p:spPr bwMode="auto">
              <a:xfrm rot="5400000">
                <a:off x="-126000" y="36252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9" name="Gerade Verbindung 88"/>
              <p:cNvCxnSpPr/>
              <p:nvPr userDrawn="1"/>
            </p:nvCxnSpPr>
            <p:spPr bwMode="auto">
              <a:xfrm rot="5400000">
                <a:off x="-126000" y="37656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7" name="Gruppieren 32"/>
            <p:cNvGrpSpPr/>
            <p:nvPr userDrawn="1"/>
          </p:nvGrpSpPr>
          <p:grpSpPr>
            <a:xfrm>
              <a:off x="4227513" y="-216000"/>
              <a:ext cx="142875" cy="180000"/>
              <a:chOff x="6251575" y="-63600"/>
              <a:chExt cx="142875" cy="180000"/>
            </a:xfrm>
          </p:grpSpPr>
          <p:cxnSp>
            <p:nvCxnSpPr>
              <p:cNvPr id="70" name="Gerade Verbindung 69"/>
              <p:cNvCxnSpPr/>
              <p:nvPr userDrawn="1"/>
            </p:nvCxnSpPr>
            <p:spPr bwMode="auto">
              <a:xfrm>
                <a:off x="6251575" y="-636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1" name="Gerade Verbindung 70"/>
              <p:cNvCxnSpPr/>
              <p:nvPr userDrawn="1"/>
            </p:nvCxnSpPr>
            <p:spPr bwMode="auto">
              <a:xfrm>
                <a:off x="6394450" y="-636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1" name="Gruppieren 56"/>
            <p:cNvGrpSpPr/>
            <p:nvPr userDrawn="1"/>
          </p:nvGrpSpPr>
          <p:grpSpPr>
            <a:xfrm>
              <a:off x="4227513" y="6894000"/>
              <a:ext cx="142875" cy="180000"/>
              <a:chOff x="6251575" y="-63600"/>
              <a:chExt cx="142875" cy="180000"/>
            </a:xfrm>
          </p:grpSpPr>
          <p:cxnSp>
            <p:nvCxnSpPr>
              <p:cNvPr id="68" name="Gerade Verbindung 67"/>
              <p:cNvCxnSpPr/>
              <p:nvPr userDrawn="1"/>
            </p:nvCxnSpPr>
            <p:spPr bwMode="auto">
              <a:xfrm>
                <a:off x="6251575" y="-636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9" name="Gerade Verbindung 68"/>
              <p:cNvCxnSpPr/>
              <p:nvPr userDrawn="1"/>
            </p:nvCxnSpPr>
            <p:spPr bwMode="auto">
              <a:xfrm>
                <a:off x="6394450" y="-636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2" name="Gruppieren 57"/>
            <p:cNvGrpSpPr/>
            <p:nvPr userDrawn="1"/>
          </p:nvGrpSpPr>
          <p:grpSpPr>
            <a:xfrm>
              <a:off x="7970838" y="-216000"/>
              <a:ext cx="142875" cy="180000"/>
              <a:chOff x="6251575" y="-63600"/>
              <a:chExt cx="142875" cy="180000"/>
            </a:xfrm>
          </p:grpSpPr>
          <p:cxnSp>
            <p:nvCxnSpPr>
              <p:cNvPr id="66" name="Gerade Verbindung 65"/>
              <p:cNvCxnSpPr/>
              <p:nvPr userDrawn="1"/>
            </p:nvCxnSpPr>
            <p:spPr bwMode="auto">
              <a:xfrm>
                <a:off x="6251575" y="-636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7" name="Gerade Verbindung 66"/>
              <p:cNvCxnSpPr/>
              <p:nvPr userDrawn="1"/>
            </p:nvCxnSpPr>
            <p:spPr bwMode="auto">
              <a:xfrm>
                <a:off x="6394450" y="-636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3" name="Gruppieren 58"/>
            <p:cNvGrpSpPr/>
            <p:nvPr userDrawn="1"/>
          </p:nvGrpSpPr>
          <p:grpSpPr>
            <a:xfrm>
              <a:off x="7970838" y="6894000"/>
              <a:ext cx="142875" cy="180000"/>
              <a:chOff x="6251575" y="-63600"/>
              <a:chExt cx="142875" cy="180000"/>
            </a:xfrm>
          </p:grpSpPr>
          <p:cxnSp>
            <p:nvCxnSpPr>
              <p:cNvPr id="64" name="Gerade Verbindung 63"/>
              <p:cNvCxnSpPr/>
              <p:nvPr userDrawn="1"/>
            </p:nvCxnSpPr>
            <p:spPr bwMode="auto">
              <a:xfrm>
                <a:off x="6251575" y="-636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5" name="Gerade Verbindung 64"/>
              <p:cNvCxnSpPr/>
              <p:nvPr userDrawn="1"/>
            </p:nvCxnSpPr>
            <p:spPr bwMode="auto">
              <a:xfrm>
                <a:off x="6394450" y="-63600"/>
                <a:ext cx="0" cy="180000"/>
              </a:xfrm>
              <a:prstGeom prst="line">
                <a:avLst/>
              </a:prstGeom>
              <a:solidFill>
                <a:schemeClr val="tx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60" name="Gerade Verbindung 59"/>
            <p:cNvCxnSpPr/>
            <p:nvPr userDrawn="1"/>
          </p:nvCxnSpPr>
          <p:spPr bwMode="auto">
            <a:xfrm rot="5400000">
              <a:off x="-126000" y="1322776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60"/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61"/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62"/>
            <p:cNvCxnSpPr/>
            <p:nvPr userDrawn="1"/>
          </p:nvCxnSpPr>
          <p:spPr bwMode="auto">
            <a:xfrm rot="5400000">
              <a:off x="12322800" y="1322776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3517020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rafik 59"/>
          <p:cNvPicPr>
            <a:picLocks noChangeAspect="1"/>
          </p:cNvPicPr>
          <p:nvPr userDrawn="1"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462181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/>
            <a:endParaRPr lang="en-US" sz="1100" b="1" dirty="0">
              <a:solidFill>
                <a:srgbClr val="990000"/>
              </a:solidFill>
            </a:endParaRPr>
          </a:p>
        </p:txBody>
      </p:sp>
      <p:sp>
        <p:nvSpPr>
          <p:cNvPr id="9" name="Textplatzhalter 57343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7063" y="59076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905" indent="0">
              <a:buNone/>
              <a:defRPr/>
            </a:lvl2pPr>
          </a:lstStyle>
          <a:p>
            <a:pPr lvl="0"/>
            <a:r>
              <a:rPr lang="en-US" noProof="0" dirty="0"/>
              <a:t>Please insert URL</a:t>
            </a:r>
          </a:p>
        </p:txBody>
      </p:sp>
      <p:sp>
        <p:nvSpPr>
          <p:cNvPr id="10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2" y="5907600"/>
            <a:ext cx="3311525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905" indent="0">
              <a:buNone/>
              <a:defRPr/>
            </a:lvl2pPr>
          </a:lstStyle>
          <a:p>
            <a:pPr lvl="0"/>
            <a:r>
              <a:rPr lang="en-US" noProof="0"/>
              <a:t>Please insert Unrestrictedity note</a:t>
            </a:r>
            <a:endParaRPr lang="en-US" noProof="0" dirty="0"/>
          </a:p>
        </p:txBody>
      </p:sp>
      <p:grpSp>
        <p:nvGrpSpPr>
          <p:cNvPr id="83" name="Gruppieren 82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4" name="Gerade Verbindung 83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5" name="Gerade Verbindung 104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lor fi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462181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/>
            <a:endParaRPr lang="en-US" sz="1100" b="1" dirty="0">
              <a:solidFill>
                <a:srgbClr val="990000"/>
              </a:solidFill>
            </a:endParaRPr>
          </a:p>
        </p:txBody>
      </p:sp>
      <p:sp>
        <p:nvSpPr>
          <p:cNvPr id="8" name="Textplatzhalter 57343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7063" y="59076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905" indent="0">
              <a:buNone/>
              <a:defRPr/>
            </a:lvl2pPr>
          </a:lstStyle>
          <a:p>
            <a:pPr lvl="0"/>
            <a:r>
              <a:rPr lang="en-US" noProof="0" dirty="0"/>
              <a:t>Please insert URL</a:t>
            </a:r>
          </a:p>
        </p:txBody>
      </p:sp>
      <p:sp>
        <p:nvSpPr>
          <p:cNvPr id="11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2" y="5907600"/>
            <a:ext cx="3311525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905" indent="0">
              <a:buNone/>
              <a:defRPr/>
            </a:lvl2pPr>
          </a:lstStyle>
          <a:p>
            <a:pPr lvl="0"/>
            <a:r>
              <a:rPr lang="en-US" noProof="0"/>
              <a:t>Please insert Unrestrictedity note</a:t>
            </a:r>
            <a:endParaRPr lang="en-US" noProof="0" dirty="0"/>
          </a:p>
        </p:txBody>
      </p:sp>
      <p:grpSp>
        <p:nvGrpSpPr>
          <p:cNvPr id="82" name="Gruppieren 81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3" name="Gerade Verbindung 8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rafik 57"/>
          <p:cNvPicPr>
            <a:picLocks noChangeAspect="1"/>
          </p:cNvPicPr>
          <p:nvPr userDrawn="1"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891286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/>
            <a:endParaRPr lang="en-US" sz="1100" b="1" dirty="0">
              <a:solidFill>
                <a:srgbClr val="990000"/>
              </a:solidFill>
            </a:endParaRPr>
          </a:p>
        </p:txBody>
      </p:sp>
      <p:grpSp>
        <p:nvGrpSpPr>
          <p:cNvPr id="82" name="Gruppieren 81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3" name="Gerade Verbindung 8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color fil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891600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/>
            <a:endParaRPr lang="en-US" sz="1100" b="1" dirty="0">
              <a:solidFill>
                <a:srgbClr val="990000"/>
              </a:solidFill>
            </a:endParaRPr>
          </a:p>
        </p:txBody>
      </p:sp>
      <p:grpSp>
        <p:nvGrpSpPr>
          <p:cNvPr id="80" name="Gruppieren 79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1" name="Gerade Verbindung 80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Gerade Verbindung 81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Dynamic Petrol">
    <p:bg>
      <p:bgPr>
        <a:gradFill>
          <a:gsLst>
            <a:gs pos="83000">
              <a:srgbClr val="0099B0">
                <a:alpha val="85000"/>
              </a:srgbClr>
            </a:gs>
            <a:gs pos="50000">
              <a:srgbClr val="009999">
                <a:alpha val="85000"/>
              </a:srgbClr>
            </a:gs>
            <a:gs pos="0">
              <a:srgbClr val="50BEBE">
                <a:alpha val="85000"/>
              </a:srgbClr>
            </a:gs>
            <a:gs pos="100000">
              <a:srgbClr val="0099CB">
                <a:alpha val="85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/>
            <a:endParaRPr lang="en-US" sz="1100" b="1" dirty="0">
              <a:solidFill>
                <a:srgbClr val="990000"/>
              </a:solidFill>
            </a:endParaRPr>
          </a:p>
        </p:txBody>
      </p:sp>
      <p:sp>
        <p:nvSpPr>
          <p:cNvPr id="30" name="cdtRectangle 115 Id57350"/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 bwMode="auto">
          <a:xfrm>
            <a:off x="627063" y="3891600"/>
            <a:ext cx="6480000" cy="2340314"/>
          </a:xfrm>
          <a:noFill/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81" name="Gruppieren 80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2" name="Gerade Verbindung 81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Blue light">
    <p:bg>
      <p:bgPr>
        <a:solidFill>
          <a:srgbClr val="50B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/>
            <a:endParaRPr lang="en-US" sz="1100" b="1" dirty="0">
              <a:solidFill>
                <a:srgbClr val="990000"/>
              </a:solidFill>
            </a:endParaRPr>
          </a:p>
        </p:txBody>
      </p:sp>
      <p:sp>
        <p:nvSpPr>
          <p:cNvPr id="34" name="cdtRectangle 115 Id57350"/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 bwMode="auto">
          <a:xfrm>
            <a:off x="627063" y="3891600"/>
            <a:ext cx="6480000" cy="2340314"/>
          </a:xfrm>
          <a:noFill/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grpSp>
        <p:nvGrpSpPr>
          <p:cNvPr id="81" name="Gruppieren 80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82" name="Gerade Verbindung 81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4" name="cdtText Placeholder 12 Id13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658996" y="1439999"/>
            <a:ext cx="7539354" cy="4752000"/>
          </a:xfrm>
          <a:solidFill>
            <a:srgbClr val="D7D7CD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680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en-US" noProof="0" dirty="0"/>
              <a:t>Click to edit the toc / contact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active chapter</a:t>
            </a:r>
          </a:p>
          <a:p>
            <a:pPr lvl="3"/>
            <a:r>
              <a:rPr lang="en-US" noProof="0" dirty="0"/>
              <a:t>subchapter</a:t>
            </a:r>
          </a:p>
          <a:p>
            <a:pPr lvl="4"/>
            <a:r>
              <a:rPr lang="en-US" noProof="0" dirty="0"/>
              <a:t>active subchapter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5"/>
          </p:nvPr>
        </p:nvSpPr>
        <p:spPr>
          <a:xfrm>
            <a:off x="0" y="1439999"/>
            <a:ext cx="45144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ndex" preserve="1" userDrawn="1">
  <p:cSld name="Text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3" name="cdtText Placeholder 12 Id13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627063" y="1443038"/>
            <a:ext cx="3887914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dtTextplatzhalter 12 Id5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 bwMode="auto">
          <a:xfrm>
            <a:off x="4658995" y="1440000"/>
            <a:ext cx="7539355" cy="4752000"/>
          </a:xfrm>
          <a:solidFill>
            <a:srgbClr val="D7D7CD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680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en-US" noProof="0" dirty="0"/>
              <a:t>Click to edit the toc / contact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active chapter</a:t>
            </a:r>
          </a:p>
          <a:p>
            <a:pPr lvl="3"/>
            <a:r>
              <a:rPr lang="en-US" noProof="0" dirty="0"/>
              <a:t>subchapter</a:t>
            </a:r>
          </a:p>
          <a:p>
            <a:pPr lvl="4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>
          <a:xfrm>
            <a:off x="0" y="1440000"/>
            <a:ext cx="122040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 bwMode="auto">
          <a:xfrm>
            <a:off x="0" y="0"/>
            <a:ext cx="12198350" cy="1439999"/>
          </a:xfrm>
          <a:prstGeom prst="rect">
            <a:avLst/>
          </a:prstGeom>
          <a:solidFill>
            <a:srgbClr val="FFFFFF"/>
          </a:solidFill>
          <a:ln w="127">
            <a:solidFill>
              <a:srgbClr val="FFFFFF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de-DE" dirty="0">
              <a:solidFill>
                <a:srgbClr val="FFFFFF"/>
              </a:solidFill>
              <a:latin typeface="Arial" panose="020B0604020202020204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>
          <a:xfrm>
            <a:off x="0" y="-2784"/>
            <a:ext cx="12196800" cy="6858000"/>
          </a:xfrm>
          <a:noFill/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grpSp>
        <p:nvGrpSpPr>
          <p:cNvPr id="6" name="Gruppieren 5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7" name="Gerade Verbindung 6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 Verbindung 7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Gerade Verbindung 8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 Verbindung 9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 Verbindung 10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 Verbindung 11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12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Gerade Verbindung 13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 Verbindung 14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Gerade Verbindung 15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Gerade Verbindung 16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 Verbindung 17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Gerade Verbindung 18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19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 Verbindung 20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21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22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23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Gerade Verbindung 24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Gerade Verbindung 25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Gerade Verbindung 26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Gerade Verbindung 27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area Dynamic Petro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0" y="0"/>
            <a:ext cx="12198350" cy="6861907"/>
            <a:chOff x="0" y="0"/>
            <a:chExt cx="12198350" cy="6861907"/>
          </a:xfrm>
        </p:grpSpPr>
        <p:sp>
          <p:nvSpPr>
            <p:cNvPr id="4" name="Rechteck 3"/>
            <p:cNvSpPr/>
            <p:nvPr userDrawn="1"/>
          </p:nvSpPr>
          <p:spPr bwMode="auto">
            <a:xfrm>
              <a:off x="0" y="0"/>
              <a:ext cx="12198350" cy="686190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panose="05000000000000000000" charset="0"/>
                <a:buNone/>
              </a:pPr>
              <a:endParaRPr lang="en-US" dirty="0">
                <a:solidFill>
                  <a:srgbClr val="FFFFFF"/>
                </a:solidFill>
                <a:latin typeface="Arial" panose="020B0604020202020204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" name="Rechteck 5"/>
            <p:cNvSpPr/>
            <p:nvPr userDrawn="1"/>
          </p:nvSpPr>
          <p:spPr bwMode="auto">
            <a:xfrm>
              <a:off x="0" y="0"/>
              <a:ext cx="12198350" cy="6861907"/>
            </a:xfrm>
            <a:prstGeom prst="rect">
              <a:avLst/>
            </a:prstGeom>
            <a:gradFill>
              <a:gsLst>
                <a:gs pos="83000">
                  <a:srgbClr val="0099B0">
                    <a:alpha val="85000"/>
                  </a:srgbClr>
                </a:gs>
                <a:gs pos="50000">
                  <a:srgbClr val="009999">
                    <a:alpha val="85000"/>
                  </a:srgbClr>
                </a:gs>
                <a:gs pos="0">
                  <a:srgbClr val="50BEBE">
                    <a:alpha val="85000"/>
                  </a:srgbClr>
                </a:gs>
                <a:gs pos="100000">
                  <a:srgbClr val="0099CB">
                    <a:alpha val="85000"/>
                  </a:srgbClr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panose="05000000000000000000" charset="0"/>
                <a:buNone/>
              </a:pPr>
              <a:endParaRPr lang="en-US" dirty="0">
                <a:solidFill>
                  <a:srgbClr val="FFFFFF"/>
                </a:solidFill>
                <a:latin typeface="Arial" panose="020B0604020202020204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grpSp>
        <p:nvGrpSpPr>
          <p:cNvPr id="8" name="Gruppieren 7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9" name="Gerade Verbindung 8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 Verbindung 9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 Verbindung 10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 Verbindung 11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12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Gerade Verbindung 13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 Verbindung 14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Gerade Verbindung 15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Gerade Verbindung 16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 Verbindung 17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Gerade Verbindung 18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19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 Verbindung 20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21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22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23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Gerade Verbindung 24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Gerade Verbindung 25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Gerade Verbindung 26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Gerade Verbindung 27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Gerade Verbindung 28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Gerade Verbindung 29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area Blu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 userDrawn="1"/>
        </p:nvSpPr>
        <p:spPr bwMode="auto">
          <a:xfrm>
            <a:off x="0" y="0"/>
            <a:ext cx="12198350" cy="6861907"/>
          </a:xfrm>
          <a:prstGeom prst="rect">
            <a:avLst/>
          </a:prstGeom>
          <a:solidFill>
            <a:srgbClr val="50BED7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panose="05000000000000000000" charset="0"/>
              <a:buNone/>
            </a:pPr>
            <a:endParaRPr lang="en-US" dirty="0">
              <a:solidFill>
                <a:srgbClr val="FFFFFF"/>
              </a:solidFill>
              <a:latin typeface="Arial" panose="020B0604020202020204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grpSp>
        <p:nvGrpSpPr>
          <p:cNvPr id="4" name="Gruppieren 3"/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5" name="Gerade Verbindung 4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Gerade Verbindung 5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Gerade Verbindung 6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Gerade Verbindung 7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Gerade Verbindung 8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Gerade Verbindung 9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Gerade Verbindung 10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Gerade Verbindung 11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Gerade Verbindung 12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Gerade Verbindung 13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Gerade Verbindung 14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Gerade Verbindung 15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Gerade Verbindung 16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Gerade Verbindung 17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Gerade Verbindung 18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Gerade Verbindung 19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Gerade Verbindung 20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Gerade Verbindung 21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Gerade Verbindung 22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Gerade Verbindung 23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Gerade Verbindung 24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Gerade Verbindung 25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large)" type="obj" preserve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8208962" cy="4748962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small)" type="obj" preserve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6768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Content Placeholder 2 Id3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27063" y="1443038"/>
            <a:ext cx="5472112" cy="4748962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dtContent Placeholder 3 Id4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243638" y="1443038"/>
            <a:ext cx="5472112" cy="4748962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27063" y="1443038"/>
            <a:ext cx="5472112" cy="4748962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6243637" y="1440000"/>
            <a:ext cx="5472000" cy="2304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1"/>
          </p:nvPr>
        </p:nvSpPr>
        <p:spPr>
          <a:xfrm>
            <a:off x="6243637" y="3888000"/>
            <a:ext cx="5472000" cy="2304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27063" y="1440000"/>
            <a:ext cx="5904000" cy="4752000"/>
          </a:xfrm>
          <a:solidFill>
            <a:schemeClr val="accent2"/>
          </a:solidFill>
          <a:ln w="9525">
            <a:noFill/>
            <a:miter lim="800000"/>
          </a:ln>
        </p:spPr>
        <p:txBody>
          <a:bodyPr vert="horz" wrap="square" lIns="288000" tIns="252000" rIns="576000" bIns="25200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6243637" y="1746000"/>
            <a:ext cx="5472000" cy="1998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1"/>
          </p:nvPr>
        </p:nvSpPr>
        <p:spPr>
          <a:xfrm>
            <a:off x="6243637" y="3888000"/>
            <a:ext cx="5472000" cy="1998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rows" preserve="1" userDrawn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8208962" cy="23009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27063" y="3888000"/>
            <a:ext cx="8208962" cy="2304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360045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4370388" y="1443038"/>
            <a:ext cx="3600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8115750" y="1443038"/>
            <a:ext cx="3600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objects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Content Placeholder 2 Id3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27063" y="1443038"/>
            <a:ext cx="5472112" cy="2300962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dtContent Placeholder 3 Id4"/>
          <p:cNvSpPr>
            <a:spLocks noGrp="1"/>
          </p:cNvSpPr>
          <p:nvPr>
            <p:ph sz="quarter" idx="2"/>
            <p:custDataLst>
              <p:tags r:id="rId2"/>
            </p:custDataLst>
          </p:nvPr>
        </p:nvSpPr>
        <p:spPr>
          <a:xfrm>
            <a:off x="6243638" y="1443038"/>
            <a:ext cx="5472112" cy="2300962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dtContent Placeholder 4 Id5"/>
          <p:cNvSpPr>
            <a:spLocks noGrp="1"/>
          </p:cNvSpPr>
          <p:nvPr>
            <p:ph sz="quarter" idx="3"/>
            <p:custDataLst>
              <p:tags r:id="rId3"/>
            </p:custDataLst>
          </p:nvPr>
        </p:nvSpPr>
        <p:spPr>
          <a:xfrm>
            <a:off x="627063" y="3888000"/>
            <a:ext cx="5472112" cy="2304000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dtContent Placeholder 5 Id6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243638" y="3888000"/>
            <a:ext cx="5472112" cy="2304000"/>
          </a:xfr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anose="020B0604020202020204" pitchFamily="34" charset="0"/>
              <a:buNone/>
              <a:defRPr lang="de-DE"/>
            </a:lvl1pPr>
            <a:lvl2pPr marL="17970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2pPr>
            <a:lvl3pPr marL="358775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3pPr>
            <a:lvl4pPr marL="53848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 smtClean="0"/>
            </a:lvl4pPr>
            <a:lvl5pPr marL="720090" marR="0" indent="-17970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defRPr lang="de-DE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 + Navigation" preserve="1" userDrawn="1">
  <p:cSld name="Free Content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large) + Navigation" preserve="1" userDrawn="1">
  <p:cSld name="One object (large)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8208962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small) + Navigation" preserve="1" userDrawn="1">
  <p:cSld name="One object (small)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6768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+ Navigation" preserve="1" userDrawn="1">
  <p:cSld name="Two column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4032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4804025" y="1443038"/>
            <a:ext cx="4032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+ Navigation" preserve="1" userDrawn="1">
  <p:cSld name="Three column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2592000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3362400" y="1443038"/>
            <a:ext cx="2736775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43638" y="1443038"/>
            <a:ext cx="2592387" cy="4748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dtTextplatzhalter 13 Id7"/>
          <p:cNvSpPr>
            <a:spLocks noGrp="1"/>
          </p:cNvSpPr>
          <p:nvPr>
            <p:ph type="body" sz="quarter" idx="15" hasCustomPrompt="1"/>
            <p:custDataLst>
              <p:tags r:id="rId5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rows + Navigation" preserve="1" userDrawn="1">
  <p:cSld name="Two row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8208962" cy="2300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27063" y="3888000"/>
            <a:ext cx="8208962" cy="2304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objects + Navigation" preserve="1" userDrawn="1">
  <p:cSld name="Four object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43038"/>
            <a:ext cx="4032000" cy="2300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4804024" y="1443038"/>
            <a:ext cx="4032000" cy="2300962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7063" y="3888000"/>
            <a:ext cx="4032000" cy="2304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dtContent Placeholder 14 Id15"/>
          <p:cNvSpPr>
            <a:spLocks noGrp="1"/>
          </p:cNvSpPr>
          <p:nvPr>
            <p:ph sz="quarter" idx="15"/>
            <p:custDataLst>
              <p:tags r:id="rId5"/>
            </p:custDataLst>
          </p:nvPr>
        </p:nvSpPr>
        <p:spPr>
          <a:xfrm>
            <a:off x="4804025" y="3888000"/>
            <a:ext cx="4032000" cy="2304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cdtTextplatzhalter 13 Id10"/>
          <p:cNvSpPr>
            <a:spLocks noGrp="1"/>
          </p:cNvSpPr>
          <p:nvPr>
            <p:ph type="body" sz="quarter" idx="16" hasCustomPrompt="1"/>
            <p:custDataLst>
              <p:tags r:id="rId6"/>
            </p:custDataLst>
          </p:nvPr>
        </p:nvSpPr>
        <p:spPr>
          <a:xfrm>
            <a:off x="10419751" y="1443038"/>
            <a:ext cx="1295999" cy="4748962"/>
          </a:xfrm>
        </p:spPr>
        <p:txBody>
          <a:bodyPr/>
          <a:lstStyle>
            <a:lvl1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anose="020B0604020202020204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145" indent="-144145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anose="020B0604020202020204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29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1800" indent="-14414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anose="020B0604020202020204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en-US" noProof="0" dirty="0"/>
              <a:t>Click to edit the navigation text</a:t>
            </a:r>
          </a:p>
          <a:p>
            <a:pPr lvl="1"/>
            <a:r>
              <a:rPr lang="en-US" noProof="0" dirty="0"/>
              <a:t>active chapter</a:t>
            </a:r>
          </a:p>
          <a:p>
            <a:pPr lvl="2"/>
            <a:r>
              <a:rPr lang="en-US" noProof="0" dirty="0"/>
              <a:t>subchapter</a:t>
            </a:r>
          </a:p>
          <a:p>
            <a:pPr lvl="3"/>
            <a:r>
              <a:rPr lang="en-US" noProof="0" dirty="0"/>
              <a:t>active subchapter</a:t>
            </a:r>
          </a:p>
          <a:p>
            <a:pPr lvl="4"/>
            <a:r>
              <a:rPr lang="en-US" noProof="0" dirty="0"/>
              <a:t>subchapter</a:t>
            </a:r>
          </a:p>
          <a:p>
            <a:pPr lvl="5"/>
            <a:r>
              <a:rPr lang="en-US" noProof="0" dirty="0"/>
              <a:t>active subchapter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4" name="cdtText Placeholder 12 Id13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658996" y="1440000"/>
            <a:ext cx="7539354" cy="4752000"/>
          </a:xfrm>
          <a:solidFill>
            <a:srgbClr val="D7D7CD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7970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45" indent="-17970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680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en-US" noProof="0" dirty="0"/>
              <a:t>Click to edit the toc / contact</a:t>
            </a:r>
          </a:p>
          <a:p>
            <a:pPr lvl="1"/>
            <a:r>
              <a:rPr lang="en-US" noProof="0" dirty="0"/>
              <a:t>chapter</a:t>
            </a:r>
          </a:p>
          <a:p>
            <a:pPr lvl="2"/>
            <a:r>
              <a:rPr lang="en-US" noProof="0" dirty="0"/>
              <a:t>active chapter</a:t>
            </a:r>
          </a:p>
          <a:p>
            <a:pPr lvl="3"/>
            <a:r>
              <a:rPr lang="en-US" noProof="0" dirty="0"/>
              <a:t>subchapter</a:t>
            </a:r>
          </a:p>
          <a:p>
            <a:pPr lvl="4"/>
            <a:r>
              <a:rPr lang="en-US" noProof="0" dirty="0"/>
              <a:t>active subchapter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5"/>
          </p:nvPr>
        </p:nvSpPr>
        <p:spPr>
          <a:xfrm>
            <a:off x="0" y="1440000"/>
            <a:ext cx="45144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794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794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636" y="6356351"/>
            <a:ext cx="2744629" cy="365125"/>
          </a:xfrm>
          <a:prstGeom prst="rect">
            <a:avLst/>
          </a:prstGeom>
        </p:spPr>
        <p:txBody>
          <a:bodyPr/>
          <a:lstStyle/>
          <a:p>
            <a:fld id="{6CB3879A-E615-4B08-B15F-A9F5EFFFFA11}" type="datetimeFigureOut">
              <a:rPr lang="zh-CN" altLang="en-US" smtClean="0">
                <a:solidFill>
                  <a:srgbClr val="ADBECB"/>
                </a:solidFill>
              </a:rPr>
              <a:t>2021/8/23</a:t>
            </a:fld>
            <a:endParaRPr lang="zh-CN" altLang="en-US">
              <a:solidFill>
                <a:srgbClr val="ADBECB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704" y="6356351"/>
            <a:ext cx="4116943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ADBECB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5085" y="6356351"/>
            <a:ext cx="2744629" cy="365125"/>
          </a:xfrm>
          <a:prstGeom prst="rect">
            <a:avLst/>
          </a:prstGeom>
        </p:spPr>
        <p:txBody>
          <a:bodyPr/>
          <a:lstStyle/>
          <a:p>
            <a:fld id="{FAB45CCA-E655-4D4C-BB17-A0564C8D66FF}" type="slidenum">
              <a:rPr lang="zh-CN" altLang="en-US" smtClean="0">
                <a:solidFill>
                  <a:srgbClr val="ADBECB"/>
                </a:solidFill>
              </a:rPr>
              <a:t>‹#›</a:t>
            </a:fld>
            <a:endParaRPr lang="zh-CN" altLang="en-US">
              <a:solidFill>
                <a:srgbClr val="ADBECB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indent="0">
              <a:defRPr/>
            </a:lvl1pPr>
          </a:lstStyle>
          <a:p>
            <a:r>
              <a:rPr lang="en-US" noProof="0" dirty="0"/>
              <a:t>Action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C6B6D82-11FC-4080-8413-5FD90AED9E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8350" cy="6858001"/>
          </a:xfrm>
          <a:prstGeom prst="rect">
            <a:avLst/>
          </a:prstGeom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398400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de-DE" sz="1100" b="1" noProof="0" dirty="0">
              <a:solidFill>
                <a:srgbClr val="990000"/>
              </a:solidFill>
            </a:endParaRPr>
          </a:p>
        </p:txBody>
      </p:sp>
      <p:sp>
        <p:nvSpPr>
          <p:cNvPr id="9" name="Textplatzhalter 57343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7063" y="58428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de-DE" noProof="0" dirty="0"/>
              <a:t>Bitte URL einfügen</a:t>
            </a:r>
          </a:p>
        </p:txBody>
      </p:sp>
      <p:sp>
        <p:nvSpPr>
          <p:cNvPr id="10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2" y="5842800"/>
            <a:ext cx="3311525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de-DE" noProof="0" dirty="0"/>
              <a:t>Bitte Schutzvermerk einfügen</a:t>
            </a:r>
          </a:p>
        </p:txBody>
      </p:sp>
      <p:grpSp>
        <p:nvGrpSpPr>
          <p:cNvPr id="59" name="Gruppieren 3">
            <a:extLst>
              <a:ext uri="{FF2B5EF4-FFF2-40B4-BE49-F238E27FC236}">
                <a16:creationId xmlns:a16="http://schemas.microsoft.com/office/drawing/2014/main" id="{A691E265-6AE7-4F52-9FA3-A27084AF4243}"/>
              </a:ext>
            </a:extLst>
          </p:cNvPr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61" name="Gerade Verbindung 2">
              <a:extLst>
                <a:ext uri="{FF2B5EF4-FFF2-40B4-BE49-F238E27FC236}">
                  <a16:creationId xmlns:a16="http://schemas.microsoft.com/office/drawing/2014/main" id="{5B37F45B-E874-4C79-8860-F473609BDA08}"/>
                </a:ext>
              </a:extLst>
            </p:cNvPr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35">
              <a:extLst>
                <a:ext uri="{FF2B5EF4-FFF2-40B4-BE49-F238E27FC236}">
                  <a16:creationId xmlns:a16="http://schemas.microsoft.com/office/drawing/2014/main" id="{D4E87EB4-6557-40E6-A5ED-B410A0B7C4A0}"/>
                </a:ext>
              </a:extLst>
            </p:cNvPr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36">
              <a:extLst>
                <a:ext uri="{FF2B5EF4-FFF2-40B4-BE49-F238E27FC236}">
                  <a16:creationId xmlns:a16="http://schemas.microsoft.com/office/drawing/2014/main" id="{FC32CE1A-D277-4C9F-9728-00823F89F06B}"/>
                </a:ext>
              </a:extLst>
            </p:cNvPr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Gerade Verbindung 37">
              <a:extLst>
                <a:ext uri="{FF2B5EF4-FFF2-40B4-BE49-F238E27FC236}">
                  <a16:creationId xmlns:a16="http://schemas.microsoft.com/office/drawing/2014/main" id="{6C8D9030-8238-488B-A1CA-E946B3EB6382}"/>
                </a:ext>
              </a:extLst>
            </p:cNvPr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38">
              <a:extLst>
                <a:ext uri="{FF2B5EF4-FFF2-40B4-BE49-F238E27FC236}">
                  <a16:creationId xmlns:a16="http://schemas.microsoft.com/office/drawing/2014/main" id="{643D9DC7-43C9-4F1E-847C-011EFA21E077}"/>
                </a:ext>
              </a:extLst>
            </p:cNvPr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39">
              <a:extLst>
                <a:ext uri="{FF2B5EF4-FFF2-40B4-BE49-F238E27FC236}">
                  <a16:creationId xmlns:a16="http://schemas.microsoft.com/office/drawing/2014/main" id="{CEA59B9E-B8B2-4C69-8F60-F30349BB5D7A}"/>
                </a:ext>
              </a:extLst>
            </p:cNvPr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41">
              <a:extLst>
                <a:ext uri="{FF2B5EF4-FFF2-40B4-BE49-F238E27FC236}">
                  <a16:creationId xmlns:a16="http://schemas.microsoft.com/office/drawing/2014/main" id="{15E1E1DD-B9E5-4989-A684-9584CCDF3534}"/>
                </a:ext>
              </a:extLst>
            </p:cNvPr>
            <p:cNvCxnSpPr/>
            <p:nvPr userDrawn="1"/>
          </p:nvCxnSpPr>
          <p:spPr bwMode="auto">
            <a:xfrm rot="5400000">
              <a:off x="123228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42">
              <a:extLst>
                <a:ext uri="{FF2B5EF4-FFF2-40B4-BE49-F238E27FC236}">
                  <a16:creationId xmlns:a16="http://schemas.microsoft.com/office/drawing/2014/main" id="{35E258CA-7E96-43C7-AA71-0BB11110309F}"/>
                </a:ext>
              </a:extLst>
            </p:cNvPr>
            <p:cNvCxnSpPr/>
            <p:nvPr userDrawn="1"/>
          </p:nvCxnSpPr>
          <p:spPr bwMode="auto">
            <a:xfrm rot="5400000">
              <a:off x="123228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43">
              <a:extLst>
                <a:ext uri="{FF2B5EF4-FFF2-40B4-BE49-F238E27FC236}">
                  <a16:creationId xmlns:a16="http://schemas.microsoft.com/office/drawing/2014/main" id="{0F60B345-12C5-45F5-B1F3-B824C0CD7955}"/>
                </a:ext>
              </a:extLst>
            </p:cNvPr>
            <p:cNvCxnSpPr/>
            <p:nvPr userDrawn="1"/>
          </p:nvCxnSpPr>
          <p:spPr bwMode="auto">
            <a:xfrm rot="5400000">
              <a:off x="123228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44">
              <a:extLst>
                <a:ext uri="{FF2B5EF4-FFF2-40B4-BE49-F238E27FC236}">
                  <a16:creationId xmlns:a16="http://schemas.microsoft.com/office/drawing/2014/main" id="{5E54D5D9-6CA6-475C-8A77-7FEBBB76A8B0}"/>
                </a:ext>
              </a:extLst>
            </p:cNvPr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51">
              <a:extLst>
                <a:ext uri="{FF2B5EF4-FFF2-40B4-BE49-F238E27FC236}">
                  <a16:creationId xmlns:a16="http://schemas.microsoft.com/office/drawing/2014/main" id="{8DC38C0E-4CD8-44EC-8953-D6B6D93C32D7}"/>
                </a:ext>
              </a:extLst>
            </p:cNvPr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52">
              <a:extLst>
                <a:ext uri="{FF2B5EF4-FFF2-40B4-BE49-F238E27FC236}">
                  <a16:creationId xmlns:a16="http://schemas.microsoft.com/office/drawing/2014/main" id="{FED900E3-2A38-4F5C-80E9-162003EBAA8E}"/>
                </a:ext>
              </a:extLst>
            </p:cNvPr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53">
              <a:extLst>
                <a:ext uri="{FF2B5EF4-FFF2-40B4-BE49-F238E27FC236}">
                  <a16:creationId xmlns:a16="http://schemas.microsoft.com/office/drawing/2014/main" id="{DE8D7EC7-3897-448F-AE78-6A9A90101E1C}"/>
                </a:ext>
              </a:extLst>
            </p:cNvPr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54">
              <a:extLst>
                <a:ext uri="{FF2B5EF4-FFF2-40B4-BE49-F238E27FC236}">
                  <a16:creationId xmlns:a16="http://schemas.microsoft.com/office/drawing/2014/main" id="{ABE0C40A-0334-4865-8D6D-01D365CDC427}"/>
                </a:ext>
              </a:extLst>
            </p:cNvPr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55">
              <a:extLst>
                <a:ext uri="{FF2B5EF4-FFF2-40B4-BE49-F238E27FC236}">
                  <a16:creationId xmlns:a16="http://schemas.microsoft.com/office/drawing/2014/main" id="{4750E5EA-37B5-45C7-A071-98282C04C239}"/>
                </a:ext>
              </a:extLst>
            </p:cNvPr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56">
              <a:extLst>
                <a:ext uri="{FF2B5EF4-FFF2-40B4-BE49-F238E27FC236}">
                  <a16:creationId xmlns:a16="http://schemas.microsoft.com/office/drawing/2014/main" id="{E06C1A97-7249-4D44-9BE2-EF4EED7CC9CC}"/>
                </a:ext>
              </a:extLst>
            </p:cNvPr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58">
              <a:extLst>
                <a:ext uri="{FF2B5EF4-FFF2-40B4-BE49-F238E27FC236}">
                  <a16:creationId xmlns:a16="http://schemas.microsoft.com/office/drawing/2014/main" id="{82A54D8B-6494-43F4-A2BB-2D851464207C}"/>
                </a:ext>
              </a:extLst>
            </p:cNvPr>
            <p:cNvCxnSpPr/>
            <p:nvPr userDrawn="1"/>
          </p:nvCxnSpPr>
          <p:spPr bwMode="auto">
            <a:xfrm rot="5400000">
              <a:off x="-1260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Gerade Verbindung 59">
              <a:extLst>
                <a:ext uri="{FF2B5EF4-FFF2-40B4-BE49-F238E27FC236}">
                  <a16:creationId xmlns:a16="http://schemas.microsoft.com/office/drawing/2014/main" id="{4BB78C3C-9332-4C41-AB62-2AB98A65F4C3}"/>
                </a:ext>
              </a:extLst>
            </p:cNvPr>
            <p:cNvCxnSpPr/>
            <p:nvPr userDrawn="1"/>
          </p:nvCxnSpPr>
          <p:spPr bwMode="auto">
            <a:xfrm rot="5400000">
              <a:off x="-1260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Gerade Verbindung 60">
              <a:extLst>
                <a:ext uri="{FF2B5EF4-FFF2-40B4-BE49-F238E27FC236}">
                  <a16:creationId xmlns:a16="http://schemas.microsoft.com/office/drawing/2014/main" id="{4B6D1295-D95F-4A25-9225-F0533DA574F9}"/>
                </a:ext>
              </a:extLst>
            </p:cNvPr>
            <p:cNvCxnSpPr/>
            <p:nvPr userDrawn="1"/>
          </p:nvCxnSpPr>
          <p:spPr bwMode="auto">
            <a:xfrm rot="5400000">
              <a:off x="-1260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Gerade Verbindung 61">
              <a:extLst>
                <a:ext uri="{FF2B5EF4-FFF2-40B4-BE49-F238E27FC236}">
                  <a16:creationId xmlns:a16="http://schemas.microsoft.com/office/drawing/2014/main" id="{7AC0C35F-0BB9-43BD-813E-DCC6FFA90AC7}"/>
                </a:ext>
              </a:extLst>
            </p:cNvPr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56430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lor fill">
    <p:bg>
      <p:bgPr>
        <a:solidFill>
          <a:srgbClr val="CDD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398400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de-DE" sz="1100" b="1" noProof="0" dirty="0">
              <a:solidFill>
                <a:srgbClr val="990000"/>
              </a:solidFill>
            </a:endParaRPr>
          </a:p>
        </p:txBody>
      </p:sp>
      <p:sp>
        <p:nvSpPr>
          <p:cNvPr id="8" name="Textplatzhalter 57343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7063" y="5842800"/>
            <a:ext cx="6480000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de-DE" noProof="0" dirty="0"/>
              <a:t>Bitte URL einfügen</a:t>
            </a:r>
          </a:p>
        </p:txBody>
      </p:sp>
      <p:sp>
        <p:nvSpPr>
          <p:cNvPr id="11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7062" y="5842800"/>
            <a:ext cx="3311525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588" indent="0">
              <a:buNone/>
              <a:defRPr/>
            </a:lvl2pPr>
          </a:lstStyle>
          <a:p>
            <a:pPr lvl="0"/>
            <a:r>
              <a:rPr lang="de-DE" noProof="0" dirty="0"/>
              <a:t>Bitte Schutzvermerk einfügen</a:t>
            </a:r>
          </a:p>
        </p:txBody>
      </p:sp>
      <p:grpSp>
        <p:nvGrpSpPr>
          <p:cNvPr id="57" name="Gruppieren 3">
            <a:extLst>
              <a:ext uri="{FF2B5EF4-FFF2-40B4-BE49-F238E27FC236}">
                <a16:creationId xmlns:a16="http://schemas.microsoft.com/office/drawing/2014/main" id="{B5C21E21-E052-451B-BDE0-E43FC40207DD}"/>
              </a:ext>
            </a:extLst>
          </p:cNvPr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58" name="Gerade Verbindung 2">
              <a:extLst>
                <a:ext uri="{FF2B5EF4-FFF2-40B4-BE49-F238E27FC236}">
                  <a16:creationId xmlns:a16="http://schemas.microsoft.com/office/drawing/2014/main" id="{542A1893-0B87-4B3D-B4FA-867FA11CCFB1}"/>
                </a:ext>
              </a:extLst>
            </p:cNvPr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35">
              <a:extLst>
                <a:ext uri="{FF2B5EF4-FFF2-40B4-BE49-F238E27FC236}">
                  <a16:creationId xmlns:a16="http://schemas.microsoft.com/office/drawing/2014/main" id="{D2B17994-E420-4CB1-A7CD-E535DF6125C9}"/>
                </a:ext>
              </a:extLst>
            </p:cNvPr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36">
              <a:extLst>
                <a:ext uri="{FF2B5EF4-FFF2-40B4-BE49-F238E27FC236}">
                  <a16:creationId xmlns:a16="http://schemas.microsoft.com/office/drawing/2014/main" id="{3BA2E6DD-9A67-4C18-9489-15060673EE43}"/>
                </a:ext>
              </a:extLst>
            </p:cNvPr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37">
              <a:extLst>
                <a:ext uri="{FF2B5EF4-FFF2-40B4-BE49-F238E27FC236}">
                  <a16:creationId xmlns:a16="http://schemas.microsoft.com/office/drawing/2014/main" id="{FC1854C1-7B49-4012-B63C-C7279D3A0BBD}"/>
                </a:ext>
              </a:extLst>
            </p:cNvPr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38">
              <a:extLst>
                <a:ext uri="{FF2B5EF4-FFF2-40B4-BE49-F238E27FC236}">
                  <a16:creationId xmlns:a16="http://schemas.microsoft.com/office/drawing/2014/main" id="{2FEB3565-E837-4D8B-AED8-B46042FD10EA}"/>
                </a:ext>
              </a:extLst>
            </p:cNvPr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39">
              <a:extLst>
                <a:ext uri="{FF2B5EF4-FFF2-40B4-BE49-F238E27FC236}">
                  <a16:creationId xmlns:a16="http://schemas.microsoft.com/office/drawing/2014/main" id="{570C7294-614C-4F5A-91AF-34FACC8ECFF5}"/>
                </a:ext>
              </a:extLst>
            </p:cNvPr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41">
              <a:extLst>
                <a:ext uri="{FF2B5EF4-FFF2-40B4-BE49-F238E27FC236}">
                  <a16:creationId xmlns:a16="http://schemas.microsoft.com/office/drawing/2014/main" id="{3C1F8C9F-1E38-4E67-B3A4-7466723A1C7C}"/>
                </a:ext>
              </a:extLst>
            </p:cNvPr>
            <p:cNvCxnSpPr/>
            <p:nvPr userDrawn="1"/>
          </p:nvCxnSpPr>
          <p:spPr bwMode="auto">
            <a:xfrm rot="5400000">
              <a:off x="123228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42">
              <a:extLst>
                <a:ext uri="{FF2B5EF4-FFF2-40B4-BE49-F238E27FC236}">
                  <a16:creationId xmlns:a16="http://schemas.microsoft.com/office/drawing/2014/main" id="{F9A18C70-C103-4919-A489-C738B06158E2}"/>
                </a:ext>
              </a:extLst>
            </p:cNvPr>
            <p:cNvCxnSpPr/>
            <p:nvPr userDrawn="1"/>
          </p:nvCxnSpPr>
          <p:spPr bwMode="auto">
            <a:xfrm rot="5400000">
              <a:off x="123228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Gerade Verbindung 43">
              <a:extLst>
                <a:ext uri="{FF2B5EF4-FFF2-40B4-BE49-F238E27FC236}">
                  <a16:creationId xmlns:a16="http://schemas.microsoft.com/office/drawing/2014/main" id="{3B4FFBD8-5570-4694-AD3B-7F9622D06A3B}"/>
                </a:ext>
              </a:extLst>
            </p:cNvPr>
            <p:cNvCxnSpPr/>
            <p:nvPr userDrawn="1"/>
          </p:nvCxnSpPr>
          <p:spPr bwMode="auto">
            <a:xfrm rot="5400000">
              <a:off x="123228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44">
              <a:extLst>
                <a:ext uri="{FF2B5EF4-FFF2-40B4-BE49-F238E27FC236}">
                  <a16:creationId xmlns:a16="http://schemas.microsoft.com/office/drawing/2014/main" id="{152FE824-9C18-4A15-829E-30051105BE0F}"/>
                </a:ext>
              </a:extLst>
            </p:cNvPr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51">
              <a:extLst>
                <a:ext uri="{FF2B5EF4-FFF2-40B4-BE49-F238E27FC236}">
                  <a16:creationId xmlns:a16="http://schemas.microsoft.com/office/drawing/2014/main" id="{E3275013-E75D-4F50-AD0C-3912741931F5}"/>
                </a:ext>
              </a:extLst>
            </p:cNvPr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52">
              <a:extLst>
                <a:ext uri="{FF2B5EF4-FFF2-40B4-BE49-F238E27FC236}">
                  <a16:creationId xmlns:a16="http://schemas.microsoft.com/office/drawing/2014/main" id="{D87FC063-CCB2-449C-A103-4BE8C80A9D75}"/>
                </a:ext>
              </a:extLst>
            </p:cNvPr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53">
              <a:extLst>
                <a:ext uri="{FF2B5EF4-FFF2-40B4-BE49-F238E27FC236}">
                  <a16:creationId xmlns:a16="http://schemas.microsoft.com/office/drawing/2014/main" id="{E6F084A6-FD70-4EF7-ABFA-1BB64D778323}"/>
                </a:ext>
              </a:extLst>
            </p:cNvPr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54">
              <a:extLst>
                <a:ext uri="{FF2B5EF4-FFF2-40B4-BE49-F238E27FC236}">
                  <a16:creationId xmlns:a16="http://schemas.microsoft.com/office/drawing/2014/main" id="{3F33D5F2-340B-44BA-BC03-E58484FDE98F}"/>
                </a:ext>
              </a:extLst>
            </p:cNvPr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55">
              <a:extLst>
                <a:ext uri="{FF2B5EF4-FFF2-40B4-BE49-F238E27FC236}">
                  <a16:creationId xmlns:a16="http://schemas.microsoft.com/office/drawing/2014/main" id="{4621E99B-1945-47FB-989A-0187F4D12218}"/>
                </a:ext>
              </a:extLst>
            </p:cNvPr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56">
              <a:extLst>
                <a:ext uri="{FF2B5EF4-FFF2-40B4-BE49-F238E27FC236}">
                  <a16:creationId xmlns:a16="http://schemas.microsoft.com/office/drawing/2014/main" id="{60C014DA-54C8-462C-8719-8CECDF9CF8D3}"/>
                </a:ext>
              </a:extLst>
            </p:cNvPr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58">
              <a:extLst>
                <a:ext uri="{FF2B5EF4-FFF2-40B4-BE49-F238E27FC236}">
                  <a16:creationId xmlns:a16="http://schemas.microsoft.com/office/drawing/2014/main" id="{30F01FD5-3B60-430B-BF1C-8294B24D688D}"/>
                </a:ext>
              </a:extLst>
            </p:cNvPr>
            <p:cNvCxnSpPr/>
            <p:nvPr userDrawn="1"/>
          </p:nvCxnSpPr>
          <p:spPr bwMode="auto">
            <a:xfrm rot="5400000">
              <a:off x="-1260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59">
              <a:extLst>
                <a:ext uri="{FF2B5EF4-FFF2-40B4-BE49-F238E27FC236}">
                  <a16:creationId xmlns:a16="http://schemas.microsoft.com/office/drawing/2014/main" id="{5911D1A9-0197-47D4-9568-5BBAD7B9F674}"/>
                </a:ext>
              </a:extLst>
            </p:cNvPr>
            <p:cNvCxnSpPr/>
            <p:nvPr userDrawn="1"/>
          </p:nvCxnSpPr>
          <p:spPr bwMode="auto">
            <a:xfrm rot="5400000">
              <a:off x="-1260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60">
              <a:extLst>
                <a:ext uri="{FF2B5EF4-FFF2-40B4-BE49-F238E27FC236}">
                  <a16:creationId xmlns:a16="http://schemas.microsoft.com/office/drawing/2014/main" id="{0D113640-2E8D-4AC9-BAB9-042241E12AB1}"/>
                </a:ext>
              </a:extLst>
            </p:cNvPr>
            <p:cNvCxnSpPr/>
            <p:nvPr userDrawn="1"/>
          </p:nvCxnSpPr>
          <p:spPr bwMode="auto">
            <a:xfrm rot="5400000">
              <a:off x="-1260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61">
              <a:extLst>
                <a:ext uri="{FF2B5EF4-FFF2-40B4-BE49-F238E27FC236}">
                  <a16:creationId xmlns:a16="http://schemas.microsoft.com/office/drawing/2014/main" id="{97A57D31-8658-4F11-A7BD-660F9160148D}"/>
                </a:ext>
              </a:extLst>
            </p:cNvPr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73357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>
            <a:extLst>
              <a:ext uri="{FF2B5EF4-FFF2-40B4-BE49-F238E27FC236}">
                <a16:creationId xmlns:a16="http://schemas.microsoft.com/office/drawing/2014/main" id="{D7AA24FD-E10D-4EE7-B628-97985CCA83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8350" cy="6858001"/>
          </a:xfrm>
          <a:prstGeom prst="rect">
            <a:avLst/>
          </a:prstGeom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826800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de-DE" sz="1100" b="1" noProof="0" dirty="0">
              <a:solidFill>
                <a:srgbClr val="990000"/>
              </a:solidFill>
            </a:endParaRPr>
          </a:p>
        </p:txBody>
      </p:sp>
      <p:grpSp>
        <p:nvGrpSpPr>
          <p:cNvPr id="58" name="Gruppieren 3">
            <a:extLst>
              <a:ext uri="{FF2B5EF4-FFF2-40B4-BE49-F238E27FC236}">
                <a16:creationId xmlns:a16="http://schemas.microsoft.com/office/drawing/2014/main" id="{BD5BCD77-BA50-4823-BF74-DCB3C393B6EB}"/>
              </a:ext>
            </a:extLst>
          </p:cNvPr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59" name="Gerade Verbindung 2">
              <a:extLst>
                <a:ext uri="{FF2B5EF4-FFF2-40B4-BE49-F238E27FC236}">
                  <a16:creationId xmlns:a16="http://schemas.microsoft.com/office/drawing/2014/main" id="{39DE1F75-7EAC-4AE1-A1F1-3D336A0E5488}"/>
                </a:ext>
              </a:extLst>
            </p:cNvPr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35">
              <a:extLst>
                <a:ext uri="{FF2B5EF4-FFF2-40B4-BE49-F238E27FC236}">
                  <a16:creationId xmlns:a16="http://schemas.microsoft.com/office/drawing/2014/main" id="{CD3CF657-D2AA-4AEA-A8BD-4557FD021A62}"/>
                </a:ext>
              </a:extLst>
            </p:cNvPr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36">
              <a:extLst>
                <a:ext uri="{FF2B5EF4-FFF2-40B4-BE49-F238E27FC236}">
                  <a16:creationId xmlns:a16="http://schemas.microsoft.com/office/drawing/2014/main" id="{15358091-C9B5-409A-ABE7-8943FA096D51}"/>
                </a:ext>
              </a:extLst>
            </p:cNvPr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37">
              <a:extLst>
                <a:ext uri="{FF2B5EF4-FFF2-40B4-BE49-F238E27FC236}">
                  <a16:creationId xmlns:a16="http://schemas.microsoft.com/office/drawing/2014/main" id="{3F2A3BC5-9F69-44A6-941C-732A0C74E8D2}"/>
                </a:ext>
              </a:extLst>
            </p:cNvPr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38">
              <a:extLst>
                <a:ext uri="{FF2B5EF4-FFF2-40B4-BE49-F238E27FC236}">
                  <a16:creationId xmlns:a16="http://schemas.microsoft.com/office/drawing/2014/main" id="{4A607B77-430E-4134-A72E-014B812B5A4A}"/>
                </a:ext>
              </a:extLst>
            </p:cNvPr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Gerade Verbindung 39">
              <a:extLst>
                <a:ext uri="{FF2B5EF4-FFF2-40B4-BE49-F238E27FC236}">
                  <a16:creationId xmlns:a16="http://schemas.microsoft.com/office/drawing/2014/main" id="{542E4096-855C-4A12-BDFF-C88A88F33884}"/>
                </a:ext>
              </a:extLst>
            </p:cNvPr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41">
              <a:extLst>
                <a:ext uri="{FF2B5EF4-FFF2-40B4-BE49-F238E27FC236}">
                  <a16:creationId xmlns:a16="http://schemas.microsoft.com/office/drawing/2014/main" id="{B8DE5CEB-734F-4215-B6F9-0ABCA29BDF1E}"/>
                </a:ext>
              </a:extLst>
            </p:cNvPr>
            <p:cNvCxnSpPr/>
            <p:nvPr userDrawn="1"/>
          </p:nvCxnSpPr>
          <p:spPr bwMode="auto">
            <a:xfrm rot="5400000">
              <a:off x="123228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Gerade Verbindung 42">
              <a:extLst>
                <a:ext uri="{FF2B5EF4-FFF2-40B4-BE49-F238E27FC236}">
                  <a16:creationId xmlns:a16="http://schemas.microsoft.com/office/drawing/2014/main" id="{80596428-F011-48A8-9160-3D789DEFA4C1}"/>
                </a:ext>
              </a:extLst>
            </p:cNvPr>
            <p:cNvCxnSpPr/>
            <p:nvPr userDrawn="1"/>
          </p:nvCxnSpPr>
          <p:spPr bwMode="auto">
            <a:xfrm rot="5400000">
              <a:off x="123228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43">
              <a:extLst>
                <a:ext uri="{FF2B5EF4-FFF2-40B4-BE49-F238E27FC236}">
                  <a16:creationId xmlns:a16="http://schemas.microsoft.com/office/drawing/2014/main" id="{F892447A-7F7A-43E0-8ECE-1B87271919C2}"/>
                </a:ext>
              </a:extLst>
            </p:cNvPr>
            <p:cNvCxnSpPr/>
            <p:nvPr userDrawn="1"/>
          </p:nvCxnSpPr>
          <p:spPr bwMode="auto">
            <a:xfrm rot="5400000">
              <a:off x="123228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44">
              <a:extLst>
                <a:ext uri="{FF2B5EF4-FFF2-40B4-BE49-F238E27FC236}">
                  <a16:creationId xmlns:a16="http://schemas.microsoft.com/office/drawing/2014/main" id="{249266EC-7EDE-43E9-9C80-CE79D23635D0}"/>
                </a:ext>
              </a:extLst>
            </p:cNvPr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51">
              <a:extLst>
                <a:ext uri="{FF2B5EF4-FFF2-40B4-BE49-F238E27FC236}">
                  <a16:creationId xmlns:a16="http://schemas.microsoft.com/office/drawing/2014/main" id="{DD5A1A80-775D-474E-9524-5E01192FBDAC}"/>
                </a:ext>
              </a:extLst>
            </p:cNvPr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52">
              <a:extLst>
                <a:ext uri="{FF2B5EF4-FFF2-40B4-BE49-F238E27FC236}">
                  <a16:creationId xmlns:a16="http://schemas.microsoft.com/office/drawing/2014/main" id="{65B8B91E-7E33-482E-9508-3D680CA09A66}"/>
                </a:ext>
              </a:extLst>
            </p:cNvPr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53">
              <a:extLst>
                <a:ext uri="{FF2B5EF4-FFF2-40B4-BE49-F238E27FC236}">
                  <a16:creationId xmlns:a16="http://schemas.microsoft.com/office/drawing/2014/main" id="{510ED15E-98B1-4478-AE8A-73089FCF451A}"/>
                </a:ext>
              </a:extLst>
            </p:cNvPr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54">
              <a:extLst>
                <a:ext uri="{FF2B5EF4-FFF2-40B4-BE49-F238E27FC236}">
                  <a16:creationId xmlns:a16="http://schemas.microsoft.com/office/drawing/2014/main" id="{B48E4357-1180-48FC-84D9-36EBE6985D6E}"/>
                </a:ext>
              </a:extLst>
            </p:cNvPr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55">
              <a:extLst>
                <a:ext uri="{FF2B5EF4-FFF2-40B4-BE49-F238E27FC236}">
                  <a16:creationId xmlns:a16="http://schemas.microsoft.com/office/drawing/2014/main" id="{95549C3E-BD52-46C1-8C7A-FFE9C6951D7A}"/>
                </a:ext>
              </a:extLst>
            </p:cNvPr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56">
              <a:extLst>
                <a:ext uri="{FF2B5EF4-FFF2-40B4-BE49-F238E27FC236}">
                  <a16:creationId xmlns:a16="http://schemas.microsoft.com/office/drawing/2014/main" id="{0413DB51-30FE-43D6-94E2-30FEE41136F4}"/>
                </a:ext>
              </a:extLst>
            </p:cNvPr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58">
              <a:extLst>
                <a:ext uri="{FF2B5EF4-FFF2-40B4-BE49-F238E27FC236}">
                  <a16:creationId xmlns:a16="http://schemas.microsoft.com/office/drawing/2014/main" id="{B89C61C4-0B3F-482D-88FA-DE0C43A3237C}"/>
                </a:ext>
              </a:extLst>
            </p:cNvPr>
            <p:cNvCxnSpPr/>
            <p:nvPr userDrawn="1"/>
          </p:nvCxnSpPr>
          <p:spPr bwMode="auto">
            <a:xfrm rot="5400000">
              <a:off x="-1260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59">
              <a:extLst>
                <a:ext uri="{FF2B5EF4-FFF2-40B4-BE49-F238E27FC236}">
                  <a16:creationId xmlns:a16="http://schemas.microsoft.com/office/drawing/2014/main" id="{CA68E1D7-F6A6-4C6E-BA26-59968E11ADB4}"/>
                </a:ext>
              </a:extLst>
            </p:cNvPr>
            <p:cNvCxnSpPr/>
            <p:nvPr userDrawn="1"/>
          </p:nvCxnSpPr>
          <p:spPr bwMode="auto">
            <a:xfrm rot="5400000">
              <a:off x="-1260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60">
              <a:extLst>
                <a:ext uri="{FF2B5EF4-FFF2-40B4-BE49-F238E27FC236}">
                  <a16:creationId xmlns:a16="http://schemas.microsoft.com/office/drawing/2014/main" id="{D1FD3672-36F2-48F7-962B-C80DDF73093F}"/>
                </a:ext>
              </a:extLst>
            </p:cNvPr>
            <p:cNvCxnSpPr/>
            <p:nvPr userDrawn="1"/>
          </p:nvCxnSpPr>
          <p:spPr bwMode="auto">
            <a:xfrm rot="5400000">
              <a:off x="-1260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Gerade Verbindung 61">
              <a:extLst>
                <a:ext uri="{FF2B5EF4-FFF2-40B4-BE49-F238E27FC236}">
                  <a16:creationId xmlns:a16="http://schemas.microsoft.com/office/drawing/2014/main" id="{5BEB1B31-6A4A-410A-A701-D0DA609DFF18}"/>
                </a:ext>
              </a:extLst>
            </p:cNvPr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5112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color fill">
    <p:bg>
      <p:bgPr>
        <a:solidFill>
          <a:srgbClr val="CDD9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Rectangle 115 Id57350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 bwMode="ltGray">
          <a:xfrm>
            <a:off x="627063" y="3826800"/>
            <a:ext cx="6480000" cy="2340314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de-DE" sz="1100" b="1" noProof="0" dirty="0">
              <a:solidFill>
                <a:srgbClr val="990000"/>
              </a:solidFill>
            </a:endParaRPr>
          </a:p>
        </p:txBody>
      </p:sp>
      <p:grpSp>
        <p:nvGrpSpPr>
          <p:cNvPr id="55" name="Gruppieren 3">
            <a:extLst>
              <a:ext uri="{FF2B5EF4-FFF2-40B4-BE49-F238E27FC236}">
                <a16:creationId xmlns:a16="http://schemas.microsoft.com/office/drawing/2014/main" id="{67A936E5-4E87-4D4E-B02A-03E0AEA93B5A}"/>
              </a:ext>
            </a:extLst>
          </p:cNvPr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56" name="Gerade Verbindung 2">
              <a:extLst>
                <a:ext uri="{FF2B5EF4-FFF2-40B4-BE49-F238E27FC236}">
                  <a16:creationId xmlns:a16="http://schemas.microsoft.com/office/drawing/2014/main" id="{FCD5DE54-D39F-4976-BBC7-BF08F3DB645F}"/>
                </a:ext>
              </a:extLst>
            </p:cNvPr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Gerade Verbindung 35">
              <a:extLst>
                <a:ext uri="{FF2B5EF4-FFF2-40B4-BE49-F238E27FC236}">
                  <a16:creationId xmlns:a16="http://schemas.microsoft.com/office/drawing/2014/main" id="{98E8F9D4-5DD0-4E97-B77C-F79F41EB1D2E}"/>
                </a:ext>
              </a:extLst>
            </p:cNvPr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Gerade Verbindung 36">
              <a:extLst>
                <a:ext uri="{FF2B5EF4-FFF2-40B4-BE49-F238E27FC236}">
                  <a16:creationId xmlns:a16="http://schemas.microsoft.com/office/drawing/2014/main" id="{2D8929E1-CCCF-42FD-99AD-B1E494118600}"/>
                </a:ext>
              </a:extLst>
            </p:cNvPr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37">
              <a:extLst>
                <a:ext uri="{FF2B5EF4-FFF2-40B4-BE49-F238E27FC236}">
                  <a16:creationId xmlns:a16="http://schemas.microsoft.com/office/drawing/2014/main" id="{7EF8A848-6DDF-43EE-A69F-118A5AC15025}"/>
                </a:ext>
              </a:extLst>
            </p:cNvPr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38">
              <a:extLst>
                <a:ext uri="{FF2B5EF4-FFF2-40B4-BE49-F238E27FC236}">
                  <a16:creationId xmlns:a16="http://schemas.microsoft.com/office/drawing/2014/main" id="{A33989AA-85FD-4533-B7BD-698478A88BEA}"/>
                </a:ext>
              </a:extLst>
            </p:cNvPr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39">
              <a:extLst>
                <a:ext uri="{FF2B5EF4-FFF2-40B4-BE49-F238E27FC236}">
                  <a16:creationId xmlns:a16="http://schemas.microsoft.com/office/drawing/2014/main" id="{F6B80195-D556-4A35-8FC0-726934E2190D}"/>
                </a:ext>
              </a:extLst>
            </p:cNvPr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3" name="Gerade Verbindung 41">
              <a:extLst>
                <a:ext uri="{FF2B5EF4-FFF2-40B4-BE49-F238E27FC236}">
                  <a16:creationId xmlns:a16="http://schemas.microsoft.com/office/drawing/2014/main" id="{429F0FE6-B7DD-4864-A2FB-5F41740572CF}"/>
                </a:ext>
              </a:extLst>
            </p:cNvPr>
            <p:cNvCxnSpPr/>
            <p:nvPr userDrawn="1"/>
          </p:nvCxnSpPr>
          <p:spPr bwMode="auto">
            <a:xfrm rot="5400000">
              <a:off x="123228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Gerade Verbindung 42">
              <a:extLst>
                <a:ext uri="{FF2B5EF4-FFF2-40B4-BE49-F238E27FC236}">
                  <a16:creationId xmlns:a16="http://schemas.microsoft.com/office/drawing/2014/main" id="{87DA4935-8736-4C35-80BE-04976EBDE6F2}"/>
                </a:ext>
              </a:extLst>
            </p:cNvPr>
            <p:cNvCxnSpPr/>
            <p:nvPr userDrawn="1"/>
          </p:nvCxnSpPr>
          <p:spPr bwMode="auto">
            <a:xfrm rot="5400000">
              <a:off x="123228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43">
              <a:extLst>
                <a:ext uri="{FF2B5EF4-FFF2-40B4-BE49-F238E27FC236}">
                  <a16:creationId xmlns:a16="http://schemas.microsoft.com/office/drawing/2014/main" id="{D0DD13A8-3679-4EC7-8FE4-AF76C8436191}"/>
                </a:ext>
              </a:extLst>
            </p:cNvPr>
            <p:cNvCxnSpPr/>
            <p:nvPr userDrawn="1"/>
          </p:nvCxnSpPr>
          <p:spPr bwMode="auto">
            <a:xfrm rot="5400000">
              <a:off x="123228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44">
              <a:extLst>
                <a:ext uri="{FF2B5EF4-FFF2-40B4-BE49-F238E27FC236}">
                  <a16:creationId xmlns:a16="http://schemas.microsoft.com/office/drawing/2014/main" id="{0E07B00E-9113-4DF5-A715-0808449E1A34}"/>
                </a:ext>
              </a:extLst>
            </p:cNvPr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Gerade Verbindung 51">
              <a:extLst>
                <a:ext uri="{FF2B5EF4-FFF2-40B4-BE49-F238E27FC236}">
                  <a16:creationId xmlns:a16="http://schemas.microsoft.com/office/drawing/2014/main" id="{13B9A954-C393-4182-95D3-A17AA3493A8E}"/>
                </a:ext>
              </a:extLst>
            </p:cNvPr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52">
              <a:extLst>
                <a:ext uri="{FF2B5EF4-FFF2-40B4-BE49-F238E27FC236}">
                  <a16:creationId xmlns:a16="http://schemas.microsoft.com/office/drawing/2014/main" id="{985DAED2-26DA-4F04-92A0-B768CA2AB0B0}"/>
                </a:ext>
              </a:extLst>
            </p:cNvPr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53">
              <a:extLst>
                <a:ext uri="{FF2B5EF4-FFF2-40B4-BE49-F238E27FC236}">
                  <a16:creationId xmlns:a16="http://schemas.microsoft.com/office/drawing/2014/main" id="{BC6D51B5-37A1-4194-8D96-14C028490606}"/>
                </a:ext>
              </a:extLst>
            </p:cNvPr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54">
              <a:extLst>
                <a:ext uri="{FF2B5EF4-FFF2-40B4-BE49-F238E27FC236}">
                  <a16:creationId xmlns:a16="http://schemas.microsoft.com/office/drawing/2014/main" id="{6AC0E245-7723-4A6E-AEAA-BF3060C1A149}"/>
                </a:ext>
              </a:extLst>
            </p:cNvPr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55">
              <a:extLst>
                <a:ext uri="{FF2B5EF4-FFF2-40B4-BE49-F238E27FC236}">
                  <a16:creationId xmlns:a16="http://schemas.microsoft.com/office/drawing/2014/main" id="{A0DD38BB-5EF1-4A3F-948E-662C1B7CB89D}"/>
                </a:ext>
              </a:extLst>
            </p:cNvPr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56">
              <a:extLst>
                <a:ext uri="{FF2B5EF4-FFF2-40B4-BE49-F238E27FC236}">
                  <a16:creationId xmlns:a16="http://schemas.microsoft.com/office/drawing/2014/main" id="{75F2ACB7-9CDD-4486-AD1E-77BF99F02257}"/>
                </a:ext>
              </a:extLst>
            </p:cNvPr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58">
              <a:extLst>
                <a:ext uri="{FF2B5EF4-FFF2-40B4-BE49-F238E27FC236}">
                  <a16:creationId xmlns:a16="http://schemas.microsoft.com/office/drawing/2014/main" id="{E8532989-9746-468E-851B-F15F76BEE11D}"/>
                </a:ext>
              </a:extLst>
            </p:cNvPr>
            <p:cNvCxnSpPr/>
            <p:nvPr userDrawn="1"/>
          </p:nvCxnSpPr>
          <p:spPr bwMode="auto">
            <a:xfrm rot="5400000">
              <a:off x="-1260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59">
              <a:extLst>
                <a:ext uri="{FF2B5EF4-FFF2-40B4-BE49-F238E27FC236}">
                  <a16:creationId xmlns:a16="http://schemas.microsoft.com/office/drawing/2014/main" id="{4E558AC0-663F-44C3-9A39-2B4B9708BF49}"/>
                </a:ext>
              </a:extLst>
            </p:cNvPr>
            <p:cNvCxnSpPr/>
            <p:nvPr userDrawn="1"/>
          </p:nvCxnSpPr>
          <p:spPr bwMode="auto">
            <a:xfrm rot="5400000">
              <a:off x="-1260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60">
              <a:extLst>
                <a:ext uri="{FF2B5EF4-FFF2-40B4-BE49-F238E27FC236}">
                  <a16:creationId xmlns:a16="http://schemas.microsoft.com/office/drawing/2014/main" id="{4F6D9557-6FA1-4AA4-8FC0-18330D61FF51}"/>
                </a:ext>
              </a:extLst>
            </p:cNvPr>
            <p:cNvCxnSpPr/>
            <p:nvPr userDrawn="1"/>
          </p:nvCxnSpPr>
          <p:spPr bwMode="auto">
            <a:xfrm rot="5400000">
              <a:off x="-1260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61">
              <a:extLst>
                <a:ext uri="{FF2B5EF4-FFF2-40B4-BE49-F238E27FC236}">
                  <a16:creationId xmlns:a16="http://schemas.microsoft.com/office/drawing/2014/main" id="{FA6C7DDE-76D5-4162-BA68-F4BA41EE884F}"/>
                </a:ext>
              </a:extLst>
            </p:cNvPr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69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Dynamic Petrol">
    <p:bg>
      <p:bgPr>
        <a:gradFill>
          <a:gsLst>
            <a:gs pos="83000">
              <a:srgbClr val="0099B0">
                <a:alpha val="85000"/>
              </a:srgbClr>
            </a:gs>
            <a:gs pos="50000">
              <a:srgbClr val="009999">
                <a:alpha val="85000"/>
              </a:srgbClr>
            </a:gs>
            <a:gs pos="0">
              <a:srgbClr val="50BEBE">
                <a:alpha val="85000"/>
              </a:srgbClr>
            </a:gs>
            <a:gs pos="100000">
              <a:srgbClr val="0099CB">
                <a:alpha val="85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de-DE" sz="1100" b="1" noProof="0" dirty="0">
              <a:solidFill>
                <a:srgbClr val="990000"/>
              </a:solidFill>
            </a:endParaRPr>
          </a:p>
        </p:txBody>
      </p:sp>
      <p:sp>
        <p:nvSpPr>
          <p:cNvPr id="30" name="cdtRectangle 115 Id57350"/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 bwMode="auto">
          <a:xfrm>
            <a:off x="627063" y="3826800"/>
            <a:ext cx="6480000" cy="2340314"/>
          </a:xfrm>
          <a:noFill/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grpSp>
        <p:nvGrpSpPr>
          <p:cNvPr id="56" name="Gruppieren 3">
            <a:extLst>
              <a:ext uri="{FF2B5EF4-FFF2-40B4-BE49-F238E27FC236}">
                <a16:creationId xmlns:a16="http://schemas.microsoft.com/office/drawing/2014/main" id="{2DBD9D13-C7BA-4902-80AC-C175AA369278}"/>
              </a:ext>
            </a:extLst>
          </p:cNvPr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57" name="Gerade Verbindung 2">
              <a:extLst>
                <a:ext uri="{FF2B5EF4-FFF2-40B4-BE49-F238E27FC236}">
                  <a16:creationId xmlns:a16="http://schemas.microsoft.com/office/drawing/2014/main" id="{5E9108FC-3BE8-4A21-B38F-722C6B72455D}"/>
                </a:ext>
              </a:extLst>
            </p:cNvPr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Gerade Verbindung 35">
              <a:extLst>
                <a:ext uri="{FF2B5EF4-FFF2-40B4-BE49-F238E27FC236}">
                  <a16:creationId xmlns:a16="http://schemas.microsoft.com/office/drawing/2014/main" id="{44948974-4874-4B2E-AF2E-DDA0565582B3}"/>
                </a:ext>
              </a:extLst>
            </p:cNvPr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36">
              <a:extLst>
                <a:ext uri="{FF2B5EF4-FFF2-40B4-BE49-F238E27FC236}">
                  <a16:creationId xmlns:a16="http://schemas.microsoft.com/office/drawing/2014/main" id="{9B0ABD24-3B0B-40A3-B1B7-B029B37BDAD1}"/>
                </a:ext>
              </a:extLst>
            </p:cNvPr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37">
              <a:extLst>
                <a:ext uri="{FF2B5EF4-FFF2-40B4-BE49-F238E27FC236}">
                  <a16:creationId xmlns:a16="http://schemas.microsoft.com/office/drawing/2014/main" id="{2B5C2D81-8B27-4B35-9067-2C4ED1D5FDDC}"/>
                </a:ext>
              </a:extLst>
            </p:cNvPr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38">
              <a:extLst>
                <a:ext uri="{FF2B5EF4-FFF2-40B4-BE49-F238E27FC236}">
                  <a16:creationId xmlns:a16="http://schemas.microsoft.com/office/drawing/2014/main" id="{E5F67A5B-71A9-4F4D-B918-6ECD06E1C93E}"/>
                </a:ext>
              </a:extLst>
            </p:cNvPr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39">
              <a:extLst>
                <a:ext uri="{FF2B5EF4-FFF2-40B4-BE49-F238E27FC236}">
                  <a16:creationId xmlns:a16="http://schemas.microsoft.com/office/drawing/2014/main" id="{8849258C-47AC-4785-93CF-1F9EF4CB8AD3}"/>
                </a:ext>
              </a:extLst>
            </p:cNvPr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Gerade Verbindung 41">
              <a:extLst>
                <a:ext uri="{FF2B5EF4-FFF2-40B4-BE49-F238E27FC236}">
                  <a16:creationId xmlns:a16="http://schemas.microsoft.com/office/drawing/2014/main" id="{85F601A3-7B19-4981-99FD-91F8760D452D}"/>
                </a:ext>
              </a:extLst>
            </p:cNvPr>
            <p:cNvCxnSpPr/>
            <p:nvPr userDrawn="1"/>
          </p:nvCxnSpPr>
          <p:spPr bwMode="auto">
            <a:xfrm rot="5400000">
              <a:off x="123228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42">
              <a:extLst>
                <a:ext uri="{FF2B5EF4-FFF2-40B4-BE49-F238E27FC236}">
                  <a16:creationId xmlns:a16="http://schemas.microsoft.com/office/drawing/2014/main" id="{A94A2DA0-63A2-4633-BD01-C4B7F293AA6E}"/>
                </a:ext>
              </a:extLst>
            </p:cNvPr>
            <p:cNvCxnSpPr/>
            <p:nvPr userDrawn="1"/>
          </p:nvCxnSpPr>
          <p:spPr bwMode="auto">
            <a:xfrm rot="5400000">
              <a:off x="123228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43">
              <a:extLst>
                <a:ext uri="{FF2B5EF4-FFF2-40B4-BE49-F238E27FC236}">
                  <a16:creationId xmlns:a16="http://schemas.microsoft.com/office/drawing/2014/main" id="{9EABF92E-7FE6-47A8-A4E3-5D1D0669A689}"/>
                </a:ext>
              </a:extLst>
            </p:cNvPr>
            <p:cNvCxnSpPr/>
            <p:nvPr userDrawn="1"/>
          </p:nvCxnSpPr>
          <p:spPr bwMode="auto">
            <a:xfrm rot="5400000">
              <a:off x="123228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Gerade Verbindung 44">
              <a:extLst>
                <a:ext uri="{FF2B5EF4-FFF2-40B4-BE49-F238E27FC236}">
                  <a16:creationId xmlns:a16="http://schemas.microsoft.com/office/drawing/2014/main" id="{23CE0404-5878-4DE5-8358-E01FB0677CA8}"/>
                </a:ext>
              </a:extLst>
            </p:cNvPr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51">
              <a:extLst>
                <a:ext uri="{FF2B5EF4-FFF2-40B4-BE49-F238E27FC236}">
                  <a16:creationId xmlns:a16="http://schemas.microsoft.com/office/drawing/2014/main" id="{58D846A9-53E2-4E41-916B-57627E5211F3}"/>
                </a:ext>
              </a:extLst>
            </p:cNvPr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52">
              <a:extLst>
                <a:ext uri="{FF2B5EF4-FFF2-40B4-BE49-F238E27FC236}">
                  <a16:creationId xmlns:a16="http://schemas.microsoft.com/office/drawing/2014/main" id="{6D896C3B-7933-448B-9942-68F0FB9C28CA}"/>
                </a:ext>
              </a:extLst>
            </p:cNvPr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53">
              <a:extLst>
                <a:ext uri="{FF2B5EF4-FFF2-40B4-BE49-F238E27FC236}">
                  <a16:creationId xmlns:a16="http://schemas.microsoft.com/office/drawing/2014/main" id="{DD7497DB-69B6-4F9D-A69E-AA071A323083}"/>
                </a:ext>
              </a:extLst>
            </p:cNvPr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54">
              <a:extLst>
                <a:ext uri="{FF2B5EF4-FFF2-40B4-BE49-F238E27FC236}">
                  <a16:creationId xmlns:a16="http://schemas.microsoft.com/office/drawing/2014/main" id="{2BB91441-E174-420A-B2C2-F8C02123E5D4}"/>
                </a:ext>
              </a:extLst>
            </p:cNvPr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55">
              <a:extLst>
                <a:ext uri="{FF2B5EF4-FFF2-40B4-BE49-F238E27FC236}">
                  <a16:creationId xmlns:a16="http://schemas.microsoft.com/office/drawing/2014/main" id="{ED125660-542E-49C3-A724-6B7E5A36FCCA}"/>
                </a:ext>
              </a:extLst>
            </p:cNvPr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56">
              <a:extLst>
                <a:ext uri="{FF2B5EF4-FFF2-40B4-BE49-F238E27FC236}">
                  <a16:creationId xmlns:a16="http://schemas.microsoft.com/office/drawing/2014/main" id="{C4A533E1-13D1-4EF2-97EC-EA0A17B4C20E}"/>
                </a:ext>
              </a:extLst>
            </p:cNvPr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58">
              <a:extLst>
                <a:ext uri="{FF2B5EF4-FFF2-40B4-BE49-F238E27FC236}">
                  <a16:creationId xmlns:a16="http://schemas.microsoft.com/office/drawing/2014/main" id="{4913BC20-3066-4FFE-841C-A40055CD8EA3}"/>
                </a:ext>
              </a:extLst>
            </p:cNvPr>
            <p:cNvCxnSpPr/>
            <p:nvPr userDrawn="1"/>
          </p:nvCxnSpPr>
          <p:spPr bwMode="auto">
            <a:xfrm rot="5400000">
              <a:off x="-1260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59">
              <a:extLst>
                <a:ext uri="{FF2B5EF4-FFF2-40B4-BE49-F238E27FC236}">
                  <a16:creationId xmlns:a16="http://schemas.microsoft.com/office/drawing/2014/main" id="{F673A3B3-933F-4A26-A992-0CD9F7F70901}"/>
                </a:ext>
              </a:extLst>
            </p:cNvPr>
            <p:cNvCxnSpPr/>
            <p:nvPr userDrawn="1"/>
          </p:nvCxnSpPr>
          <p:spPr bwMode="auto">
            <a:xfrm rot="5400000">
              <a:off x="-1260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60">
              <a:extLst>
                <a:ext uri="{FF2B5EF4-FFF2-40B4-BE49-F238E27FC236}">
                  <a16:creationId xmlns:a16="http://schemas.microsoft.com/office/drawing/2014/main" id="{ADE1F8DD-11C3-44FE-BC22-98D0AC6B3F58}"/>
                </a:ext>
              </a:extLst>
            </p:cNvPr>
            <p:cNvCxnSpPr/>
            <p:nvPr userDrawn="1"/>
          </p:nvCxnSpPr>
          <p:spPr bwMode="auto">
            <a:xfrm rot="5400000">
              <a:off x="-1260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61">
              <a:extLst>
                <a:ext uri="{FF2B5EF4-FFF2-40B4-BE49-F238E27FC236}">
                  <a16:creationId xmlns:a16="http://schemas.microsoft.com/office/drawing/2014/main" id="{09557594-1A33-4C65-A8B4-403683341475}"/>
                </a:ext>
              </a:extLst>
            </p:cNvPr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03350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itle Blue light">
    <p:bg>
      <p:bgPr>
        <a:solidFill>
          <a:srgbClr val="50B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dtText Box 101 Id11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6099175" y="0"/>
            <a:ext cx="1588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000" rIns="0" bIns="0">
            <a:noAutofit/>
          </a:bodyPr>
          <a:lstStyle/>
          <a:p>
            <a:pPr algn="ctr">
              <a:buClrTx/>
              <a:buFontTx/>
              <a:buNone/>
            </a:pPr>
            <a:endParaRPr lang="de-DE" sz="1100" b="1" noProof="0" dirty="0">
              <a:solidFill>
                <a:srgbClr val="990000"/>
              </a:solidFill>
            </a:endParaRPr>
          </a:p>
        </p:txBody>
      </p:sp>
      <p:sp>
        <p:nvSpPr>
          <p:cNvPr id="34" name="cdtRectangle 115 Id57350"/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 bwMode="auto">
          <a:xfrm>
            <a:off x="627063" y="3826800"/>
            <a:ext cx="6480000" cy="2340314"/>
          </a:xfrm>
          <a:noFill/>
        </p:spPr>
        <p:txBody>
          <a:bodyPr wrap="square" lIns="216000" tIns="90000" rIns="216000" bIns="216000" anchor="b" anchorCtr="0">
            <a:spAutoFit/>
          </a:bodyPr>
          <a:lstStyle>
            <a:lvl1pPr>
              <a:defRPr sz="4400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grpSp>
        <p:nvGrpSpPr>
          <p:cNvPr id="56" name="Gruppieren 3">
            <a:extLst>
              <a:ext uri="{FF2B5EF4-FFF2-40B4-BE49-F238E27FC236}">
                <a16:creationId xmlns:a16="http://schemas.microsoft.com/office/drawing/2014/main" id="{A9F4DD81-1824-4CA9-9A76-3D8F476ACB66}"/>
              </a:ext>
            </a:extLst>
          </p:cNvPr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57" name="Gerade Verbindung 2">
              <a:extLst>
                <a:ext uri="{FF2B5EF4-FFF2-40B4-BE49-F238E27FC236}">
                  <a16:creationId xmlns:a16="http://schemas.microsoft.com/office/drawing/2014/main" id="{82346EBA-CC4A-4A93-8983-BB32AE7F6B23}"/>
                </a:ext>
              </a:extLst>
            </p:cNvPr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Gerade Verbindung 35">
              <a:extLst>
                <a:ext uri="{FF2B5EF4-FFF2-40B4-BE49-F238E27FC236}">
                  <a16:creationId xmlns:a16="http://schemas.microsoft.com/office/drawing/2014/main" id="{029C906A-3325-4CC8-88EC-7767B5742FDC}"/>
                </a:ext>
              </a:extLst>
            </p:cNvPr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36">
              <a:extLst>
                <a:ext uri="{FF2B5EF4-FFF2-40B4-BE49-F238E27FC236}">
                  <a16:creationId xmlns:a16="http://schemas.microsoft.com/office/drawing/2014/main" id="{C287DCC2-2EEA-4421-BF9D-874D4FE223F6}"/>
                </a:ext>
              </a:extLst>
            </p:cNvPr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37">
              <a:extLst>
                <a:ext uri="{FF2B5EF4-FFF2-40B4-BE49-F238E27FC236}">
                  <a16:creationId xmlns:a16="http://schemas.microsoft.com/office/drawing/2014/main" id="{81247FFA-AA1D-4EDE-91DF-3880896BCF64}"/>
                </a:ext>
              </a:extLst>
            </p:cNvPr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38">
              <a:extLst>
                <a:ext uri="{FF2B5EF4-FFF2-40B4-BE49-F238E27FC236}">
                  <a16:creationId xmlns:a16="http://schemas.microsoft.com/office/drawing/2014/main" id="{F4FBBF36-A400-4BD3-B932-2C9EF7CFCDF8}"/>
                </a:ext>
              </a:extLst>
            </p:cNvPr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39">
              <a:extLst>
                <a:ext uri="{FF2B5EF4-FFF2-40B4-BE49-F238E27FC236}">
                  <a16:creationId xmlns:a16="http://schemas.microsoft.com/office/drawing/2014/main" id="{6E6BBAAE-55F5-4DE8-9D07-79BAC8F8079A}"/>
                </a:ext>
              </a:extLst>
            </p:cNvPr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4" name="Gerade Verbindung 41">
              <a:extLst>
                <a:ext uri="{FF2B5EF4-FFF2-40B4-BE49-F238E27FC236}">
                  <a16:creationId xmlns:a16="http://schemas.microsoft.com/office/drawing/2014/main" id="{C8BAB7DA-C1EA-4B5A-A868-7B7417D32703}"/>
                </a:ext>
              </a:extLst>
            </p:cNvPr>
            <p:cNvCxnSpPr/>
            <p:nvPr userDrawn="1"/>
          </p:nvCxnSpPr>
          <p:spPr bwMode="auto">
            <a:xfrm rot="5400000">
              <a:off x="123228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" name="Gerade Verbindung 42">
              <a:extLst>
                <a:ext uri="{FF2B5EF4-FFF2-40B4-BE49-F238E27FC236}">
                  <a16:creationId xmlns:a16="http://schemas.microsoft.com/office/drawing/2014/main" id="{6A872FA5-83EA-4F9B-AD80-66FF3F175F45}"/>
                </a:ext>
              </a:extLst>
            </p:cNvPr>
            <p:cNvCxnSpPr/>
            <p:nvPr userDrawn="1"/>
          </p:nvCxnSpPr>
          <p:spPr bwMode="auto">
            <a:xfrm rot="5400000">
              <a:off x="123228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Gerade Verbindung 43">
              <a:extLst>
                <a:ext uri="{FF2B5EF4-FFF2-40B4-BE49-F238E27FC236}">
                  <a16:creationId xmlns:a16="http://schemas.microsoft.com/office/drawing/2014/main" id="{EEF9D231-92D9-4603-A715-FC2450442355}"/>
                </a:ext>
              </a:extLst>
            </p:cNvPr>
            <p:cNvCxnSpPr/>
            <p:nvPr userDrawn="1"/>
          </p:nvCxnSpPr>
          <p:spPr bwMode="auto">
            <a:xfrm rot="5400000">
              <a:off x="123228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7" name="Gerade Verbindung 44">
              <a:extLst>
                <a:ext uri="{FF2B5EF4-FFF2-40B4-BE49-F238E27FC236}">
                  <a16:creationId xmlns:a16="http://schemas.microsoft.com/office/drawing/2014/main" id="{2FCC491B-515F-45E2-92D2-A23B06828A04}"/>
                </a:ext>
              </a:extLst>
            </p:cNvPr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Gerade Verbindung 51">
              <a:extLst>
                <a:ext uri="{FF2B5EF4-FFF2-40B4-BE49-F238E27FC236}">
                  <a16:creationId xmlns:a16="http://schemas.microsoft.com/office/drawing/2014/main" id="{4BB0C3DA-B78A-4F51-8271-9DEF2548B887}"/>
                </a:ext>
              </a:extLst>
            </p:cNvPr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52">
              <a:extLst>
                <a:ext uri="{FF2B5EF4-FFF2-40B4-BE49-F238E27FC236}">
                  <a16:creationId xmlns:a16="http://schemas.microsoft.com/office/drawing/2014/main" id="{39A45B8B-3B19-49A3-AC48-D8901BD37A1F}"/>
                </a:ext>
              </a:extLst>
            </p:cNvPr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53">
              <a:extLst>
                <a:ext uri="{FF2B5EF4-FFF2-40B4-BE49-F238E27FC236}">
                  <a16:creationId xmlns:a16="http://schemas.microsoft.com/office/drawing/2014/main" id="{1678458E-B47B-4091-94C6-C2720FADE038}"/>
                </a:ext>
              </a:extLst>
            </p:cNvPr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54">
              <a:extLst>
                <a:ext uri="{FF2B5EF4-FFF2-40B4-BE49-F238E27FC236}">
                  <a16:creationId xmlns:a16="http://schemas.microsoft.com/office/drawing/2014/main" id="{07BC0D7B-1F95-413F-A557-0524669DB149}"/>
                </a:ext>
              </a:extLst>
            </p:cNvPr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55">
              <a:extLst>
                <a:ext uri="{FF2B5EF4-FFF2-40B4-BE49-F238E27FC236}">
                  <a16:creationId xmlns:a16="http://schemas.microsoft.com/office/drawing/2014/main" id="{52EF2C5A-4C98-46D2-B34F-92EFCE72BD18}"/>
                </a:ext>
              </a:extLst>
            </p:cNvPr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56">
              <a:extLst>
                <a:ext uri="{FF2B5EF4-FFF2-40B4-BE49-F238E27FC236}">
                  <a16:creationId xmlns:a16="http://schemas.microsoft.com/office/drawing/2014/main" id="{0A94D1EF-687E-42C8-B5EA-AA164FA8B918}"/>
                </a:ext>
              </a:extLst>
            </p:cNvPr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58">
              <a:extLst>
                <a:ext uri="{FF2B5EF4-FFF2-40B4-BE49-F238E27FC236}">
                  <a16:creationId xmlns:a16="http://schemas.microsoft.com/office/drawing/2014/main" id="{BFCA3F0B-FCCF-44EE-A991-0E1D964E2685}"/>
                </a:ext>
              </a:extLst>
            </p:cNvPr>
            <p:cNvCxnSpPr/>
            <p:nvPr userDrawn="1"/>
          </p:nvCxnSpPr>
          <p:spPr bwMode="auto">
            <a:xfrm rot="5400000">
              <a:off x="-1260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59">
              <a:extLst>
                <a:ext uri="{FF2B5EF4-FFF2-40B4-BE49-F238E27FC236}">
                  <a16:creationId xmlns:a16="http://schemas.microsoft.com/office/drawing/2014/main" id="{536EEDB6-7E36-4E89-BA8D-8997CE8261F7}"/>
                </a:ext>
              </a:extLst>
            </p:cNvPr>
            <p:cNvCxnSpPr/>
            <p:nvPr userDrawn="1"/>
          </p:nvCxnSpPr>
          <p:spPr bwMode="auto">
            <a:xfrm rot="5400000">
              <a:off x="-1260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60">
              <a:extLst>
                <a:ext uri="{FF2B5EF4-FFF2-40B4-BE49-F238E27FC236}">
                  <a16:creationId xmlns:a16="http://schemas.microsoft.com/office/drawing/2014/main" id="{154F5266-2FC2-4CE8-A2A6-66383D28B6FB}"/>
                </a:ext>
              </a:extLst>
            </p:cNvPr>
            <p:cNvCxnSpPr/>
            <p:nvPr userDrawn="1"/>
          </p:nvCxnSpPr>
          <p:spPr bwMode="auto">
            <a:xfrm rot="5400000">
              <a:off x="-1260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61">
              <a:extLst>
                <a:ext uri="{FF2B5EF4-FFF2-40B4-BE49-F238E27FC236}">
                  <a16:creationId xmlns:a16="http://schemas.microsoft.com/office/drawing/2014/main" id="{FC54F650-E97D-43DD-8CC3-34E072AE20C7}"/>
                </a:ext>
              </a:extLst>
            </p:cNvPr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80916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cdtText Placeholder 12 Id13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658996" y="1414800"/>
            <a:ext cx="7539354" cy="4752000"/>
          </a:xfrm>
          <a:solidFill>
            <a:srgbClr val="CDD9E1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363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de-DE" noProof="0" dirty="0"/>
              <a:t>Inhaltsverzeichnis / Kontakt durch Klicken bearbeiten</a:t>
            </a:r>
          </a:p>
          <a:p>
            <a:pPr lvl="1"/>
            <a:r>
              <a:rPr lang="de-DE" noProof="0" dirty="0"/>
              <a:t>Kapitel</a:t>
            </a:r>
          </a:p>
          <a:p>
            <a:pPr lvl="2"/>
            <a:r>
              <a:rPr lang="de-DE" noProof="0" dirty="0"/>
              <a:t>Aktives Kapitel</a:t>
            </a:r>
          </a:p>
          <a:p>
            <a:pPr lvl="3"/>
            <a:r>
              <a:rPr lang="de-DE" noProof="0" dirty="0"/>
              <a:t>Unterkapitel</a:t>
            </a:r>
          </a:p>
          <a:p>
            <a:pPr lvl="4"/>
            <a:r>
              <a:rPr lang="de-DE" noProof="0" dirty="0"/>
              <a:t>Aktives Unterkapitel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5"/>
          </p:nvPr>
        </p:nvSpPr>
        <p:spPr>
          <a:xfrm>
            <a:off x="0" y="1414800"/>
            <a:ext cx="45144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91637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ndex" preserve="1" userDrawn="1">
  <p:cSld name="Text + 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3" name="cdtText Placeholder 12 Id13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627063" y="1414800"/>
            <a:ext cx="3887914" cy="4750549"/>
          </a:xfrm>
        </p:spPr>
        <p:txBody>
          <a:bodyPr/>
          <a:lstStyle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cdtTextplatzhalter 12 Id5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 bwMode="auto">
          <a:xfrm>
            <a:off x="4658995" y="1414800"/>
            <a:ext cx="7539355" cy="4752000"/>
          </a:xfrm>
          <a:solidFill>
            <a:srgbClr val="CDD9E1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363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de-DE" noProof="0" dirty="0"/>
              <a:t>Inhaltsverzeichnis / Kontakt durch Klicken bearbeiten</a:t>
            </a:r>
          </a:p>
          <a:p>
            <a:pPr lvl="1"/>
            <a:r>
              <a:rPr lang="de-DE" noProof="0" dirty="0"/>
              <a:t>Kapitel</a:t>
            </a:r>
          </a:p>
          <a:p>
            <a:pPr lvl="2"/>
            <a:r>
              <a:rPr lang="de-DE" noProof="0" dirty="0"/>
              <a:t>Aktives Kapitel</a:t>
            </a:r>
          </a:p>
          <a:p>
            <a:pPr lvl="3"/>
            <a:r>
              <a:rPr lang="de-DE" noProof="0" dirty="0"/>
              <a:t>Unterkapitel</a:t>
            </a:r>
          </a:p>
          <a:p>
            <a:pPr lvl="4"/>
            <a:r>
              <a:rPr lang="de-DE" noProof="0" dirty="0"/>
              <a:t>Aktives Unterkapitel</a:t>
            </a:r>
          </a:p>
        </p:txBody>
      </p:sp>
    </p:spTree>
    <p:extLst>
      <p:ext uri="{BB962C8B-B14F-4D97-AF65-F5344CB8AC3E}">
        <p14:creationId xmlns:p14="http://schemas.microsoft.com/office/powerpoint/2010/main" val="310102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9505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color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31C5F9-CF0C-4D4E-88EA-D62D2332E2B2}"/>
              </a:ext>
            </a:extLst>
          </p:cNvPr>
          <p:cNvSpPr/>
          <p:nvPr userDrawn="1"/>
        </p:nvSpPr>
        <p:spPr bwMode="auto">
          <a:xfrm>
            <a:off x="0" y="1414800"/>
            <a:ext cx="12198350" cy="4752000"/>
          </a:xfrm>
          <a:prstGeom prst="rect">
            <a:avLst/>
          </a:prstGeom>
          <a:solidFill>
            <a:srgbClr val="CDD9E1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noProof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B0309-19D5-47DB-98BB-33A9137943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noProof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33921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>
          <a:xfrm>
            <a:off x="0" y="1414800"/>
            <a:ext cx="122040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7445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 bwMode="auto">
          <a:xfrm>
            <a:off x="0" y="0"/>
            <a:ext cx="12198350" cy="1439999"/>
          </a:xfrm>
          <a:prstGeom prst="rect">
            <a:avLst/>
          </a:prstGeom>
          <a:solidFill>
            <a:srgbClr val="FFFFFF"/>
          </a:solidFill>
          <a:ln w="127">
            <a:solidFill>
              <a:srgbClr val="FFFFFF"/>
            </a:solidFill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de-DE" sz="1800" noProof="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6800" cy="6858000"/>
          </a:xfrm>
          <a:noFill/>
        </p:spPr>
        <p:txBody>
          <a:bodyPr tIns="1800000"/>
          <a:lstStyle>
            <a:lvl1pPr algn="ctr"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grpSp>
        <p:nvGrpSpPr>
          <p:cNvPr id="29" name="Gruppieren 3">
            <a:extLst>
              <a:ext uri="{FF2B5EF4-FFF2-40B4-BE49-F238E27FC236}">
                <a16:creationId xmlns:a16="http://schemas.microsoft.com/office/drawing/2014/main" id="{A815A094-7870-4106-ABE7-861C0DC7C377}"/>
              </a:ext>
            </a:extLst>
          </p:cNvPr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30" name="Gerade Verbindung 2">
              <a:extLst>
                <a:ext uri="{FF2B5EF4-FFF2-40B4-BE49-F238E27FC236}">
                  <a16:creationId xmlns:a16="http://schemas.microsoft.com/office/drawing/2014/main" id="{51F83399-ED6C-435C-82B0-AB9C3983078A}"/>
                </a:ext>
              </a:extLst>
            </p:cNvPr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Gerade Verbindung 35">
              <a:extLst>
                <a:ext uri="{FF2B5EF4-FFF2-40B4-BE49-F238E27FC236}">
                  <a16:creationId xmlns:a16="http://schemas.microsoft.com/office/drawing/2014/main" id="{849F7B33-31B3-43FC-8BD4-B46920285957}"/>
                </a:ext>
              </a:extLst>
            </p:cNvPr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Gerade Verbindung 36">
              <a:extLst>
                <a:ext uri="{FF2B5EF4-FFF2-40B4-BE49-F238E27FC236}">
                  <a16:creationId xmlns:a16="http://schemas.microsoft.com/office/drawing/2014/main" id="{E432B6DC-E69E-40E8-8406-B0E075725727}"/>
                </a:ext>
              </a:extLst>
            </p:cNvPr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Gerade Verbindung 37">
              <a:extLst>
                <a:ext uri="{FF2B5EF4-FFF2-40B4-BE49-F238E27FC236}">
                  <a16:creationId xmlns:a16="http://schemas.microsoft.com/office/drawing/2014/main" id="{637F8B10-DBE5-4A3B-9DCE-EC91232064CF}"/>
                </a:ext>
              </a:extLst>
            </p:cNvPr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Gerade Verbindung 38">
              <a:extLst>
                <a:ext uri="{FF2B5EF4-FFF2-40B4-BE49-F238E27FC236}">
                  <a16:creationId xmlns:a16="http://schemas.microsoft.com/office/drawing/2014/main" id="{753DB954-2D04-4ADA-A802-FDBAD5DDD69C}"/>
                </a:ext>
              </a:extLst>
            </p:cNvPr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Gerade Verbindung 39">
              <a:extLst>
                <a:ext uri="{FF2B5EF4-FFF2-40B4-BE49-F238E27FC236}">
                  <a16:creationId xmlns:a16="http://schemas.microsoft.com/office/drawing/2014/main" id="{FE4C149D-3FD2-426F-A012-C0E45E18C6F9}"/>
                </a:ext>
              </a:extLst>
            </p:cNvPr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Gerade Verbindung 41">
              <a:extLst>
                <a:ext uri="{FF2B5EF4-FFF2-40B4-BE49-F238E27FC236}">
                  <a16:creationId xmlns:a16="http://schemas.microsoft.com/office/drawing/2014/main" id="{77A3FA32-B2BB-4270-9CCB-612B2A349DA4}"/>
                </a:ext>
              </a:extLst>
            </p:cNvPr>
            <p:cNvCxnSpPr/>
            <p:nvPr userDrawn="1"/>
          </p:nvCxnSpPr>
          <p:spPr bwMode="auto">
            <a:xfrm rot="5400000">
              <a:off x="123228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Gerade Verbindung 42">
              <a:extLst>
                <a:ext uri="{FF2B5EF4-FFF2-40B4-BE49-F238E27FC236}">
                  <a16:creationId xmlns:a16="http://schemas.microsoft.com/office/drawing/2014/main" id="{3B3F13BC-DCC3-4333-982C-C73B8B49D3F7}"/>
                </a:ext>
              </a:extLst>
            </p:cNvPr>
            <p:cNvCxnSpPr/>
            <p:nvPr userDrawn="1"/>
          </p:nvCxnSpPr>
          <p:spPr bwMode="auto">
            <a:xfrm rot="5400000">
              <a:off x="123228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Gerade Verbindung 43">
              <a:extLst>
                <a:ext uri="{FF2B5EF4-FFF2-40B4-BE49-F238E27FC236}">
                  <a16:creationId xmlns:a16="http://schemas.microsoft.com/office/drawing/2014/main" id="{4ED9EE88-6697-4932-AE68-5B45F6BADDD3}"/>
                </a:ext>
              </a:extLst>
            </p:cNvPr>
            <p:cNvCxnSpPr/>
            <p:nvPr userDrawn="1"/>
          </p:nvCxnSpPr>
          <p:spPr bwMode="auto">
            <a:xfrm rot="5400000">
              <a:off x="123228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Gerade Verbindung 44">
              <a:extLst>
                <a:ext uri="{FF2B5EF4-FFF2-40B4-BE49-F238E27FC236}">
                  <a16:creationId xmlns:a16="http://schemas.microsoft.com/office/drawing/2014/main" id="{B1C92689-3E2A-49B9-9A0F-926E792035CA}"/>
                </a:ext>
              </a:extLst>
            </p:cNvPr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Gerade Verbindung 51">
              <a:extLst>
                <a:ext uri="{FF2B5EF4-FFF2-40B4-BE49-F238E27FC236}">
                  <a16:creationId xmlns:a16="http://schemas.microsoft.com/office/drawing/2014/main" id="{6DBD38C4-8D80-4C55-B7AB-2FE918F1054B}"/>
                </a:ext>
              </a:extLst>
            </p:cNvPr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Gerade Verbindung 52">
              <a:extLst>
                <a:ext uri="{FF2B5EF4-FFF2-40B4-BE49-F238E27FC236}">
                  <a16:creationId xmlns:a16="http://schemas.microsoft.com/office/drawing/2014/main" id="{B1A47CCC-2E6F-46C2-A18E-40559A6A1A3E}"/>
                </a:ext>
              </a:extLst>
            </p:cNvPr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Gerade Verbindung 53">
              <a:extLst>
                <a:ext uri="{FF2B5EF4-FFF2-40B4-BE49-F238E27FC236}">
                  <a16:creationId xmlns:a16="http://schemas.microsoft.com/office/drawing/2014/main" id="{256BFE9F-C104-4176-AF7A-22E3F6CF7A8F}"/>
                </a:ext>
              </a:extLst>
            </p:cNvPr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Gerade Verbindung 54">
              <a:extLst>
                <a:ext uri="{FF2B5EF4-FFF2-40B4-BE49-F238E27FC236}">
                  <a16:creationId xmlns:a16="http://schemas.microsoft.com/office/drawing/2014/main" id="{18891422-8EB1-490B-90C4-2C0A620FA99E}"/>
                </a:ext>
              </a:extLst>
            </p:cNvPr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Gerade Verbindung 55">
              <a:extLst>
                <a:ext uri="{FF2B5EF4-FFF2-40B4-BE49-F238E27FC236}">
                  <a16:creationId xmlns:a16="http://schemas.microsoft.com/office/drawing/2014/main" id="{37011BF3-55C8-43DC-BB2A-1DC8DBF615F2}"/>
                </a:ext>
              </a:extLst>
            </p:cNvPr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Gerade Verbindung 56">
              <a:extLst>
                <a:ext uri="{FF2B5EF4-FFF2-40B4-BE49-F238E27FC236}">
                  <a16:creationId xmlns:a16="http://schemas.microsoft.com/office/drawing/2014/main" id="{462124C2-5745-46C2-8704-13C9D8A1E476}"/>
                </a:ext>
              </a:extLst>
            </p:cNvPr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Gerade Verbindung 58">
              <a:extLst>
                <a:ext uri="{FF2B5EF4-FFF2-40B4-BE49-F238E27FC236}">
                  <a16:creationId xmlns:a16="http://schemas.microsoft.com/office/drawing/2014/main" id="{74A64262-1A9A-4BDE-BE94-AA7EA6FF8649}"/>
                </a:ext>
              </a:extLst>
            </p:cNvPr>
            <p:cNvCxnSpPr/>
            <p:nvPr userDrawn="1"/>
          </p:nvCxnSpPr>
          <p:spPr bwMode="auto">
            <a:xfrm rot="5400000">
              <a:off x="-1260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Gerade Verbindung 59">
              <a:extLst>
                <a:ext uri="{FF2B5EF4-FFF2-40B4-BE49-F238E27FC236}">
                  <a16:creationId xmlns:a16="http://schemas.microsoft.com/office/drawing/2014/main" id="{9C882561-F89E-4E12-BDC4-DC165FB429F4}"/>
                </a:ext>
              </a:extLst>
            </p:cNvPr>
            <p:cNvCxnSpPr/>
            <p:nvPr userDrawn="1"/>
          </p:nvCxnSpPr>
          <p:spPr bwMode="auto">
            <a:xfrm rot="5400000">
              <a:off x="-1260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Gerade Verbindung 60">
              <a:extLst>
                <a:ext uri="{FF2B5EF4-FFF2-40B4-BE49-F238E27FC236}">
                  <a16:creationId xmlns:a16="http://schemas.microsoft.com/office/drawing/2014/main" id="{FA487A59-1DFE-4764-8978-19221DE13830}"/>
                </a:ext>
              </a:extLst>
            </p:cNvPr>
            <p:cNvCxnSpPr/>
            <p:nvPr userDrawn="1"/>
          </p:nvCxnSpPr>
          <p:spPr bwMode="auto">
            <a:xfrm rot="5400000">
              <a:off x="-1260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Gerade Verbindung 61">
              <a:extLst>
                <a:ext uri="{FF2B5EF4-FFF2-40B4-BE49-F238E27FC236}">
                  <a16:creationId xmlns:a16="http://schemas.microsoft.com/office/drawing/2014/main" id="{82062938-441A-4E34-B2AC-640B62F0E377}"/>
                </a:ext>
              </a:extLst>
            </p:cNvPr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808476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area Dynamic Petro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 userDrawn="1"/>
        </p:nvGrpSpPr>
        <p:grpSpPr>
          <a:xfrm>
            <a:off x="0" y="0"/>
            <a:ext cx="12198350" cy="6861907"/>
            <a:chOff x="0" y="0"/>
            <a:chExt cx="12198350" cy="6861907"/>
          </a:xfrm>
        </p:grpSpPr>
        <p:sp>
          <p:nvSpPr>
            <p:cNvPr id="4" name="Rechteck 3"/>
            <p:cNvSpPr/>
            <p:nvPr userDrawn="1"/>
          </p:nvSpPr>
          <p:spPr bwMode="auto">
            <a:xfrm>
              <a:off x="0" y="0"/>
              <a:ext cx="12198350" cy="686190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noProof="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sp>
          <p:nvSpPr>
            <p:cNvPr id="6" name="Rechteck 5"/>
            <p:cNvSpPr/>
            <p:nvPr userDrawn="1"/>
          </p:nvSpPr>
          <p:spPr bwMode="auto">
            <a:xfrm>
              <a:off x="0" y="0"/>
              <a:ext cx="12198350" cy="6861907"/>
            </a:xfrm>
            <a:prstGeom prst="rect">
              <a:avLst/>
            </a:prstGeom>
            <a:gradFill>
              <a:gsLst>
                <a:gs pos="83000">
                  <a:srgbClr val="0099B0">
                    <a:alpha val="85000"/>
                  </a:srgbClr>
                </a:gs>
                <a:gs pos="50000">
                  <a:srgbClr val="009999">
                    <a:alpha val="85000"/>
                  </a:srgbClr>
                </a:gs>
                <a:gs pos="0">
                  <a:srgbClr val="50BEBE">
                    <a:alpha val="85000"/>
                  </a:srgbClr>
                </a:gs>
                <a:gs pos="100000">
                  <a:srgbClr val="0099CB">
                    <a:alpha val="85000"/>
                  </a:srgbClr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algn="ctr">
                <a:lnSpc>
                  <a:spcPct val="110000"/>
                </a:lnSpc>
                <a:spcBef>
                  <a:spcPct val="0"/>
                </a:spcBef>
                <a:buFont typeface="Wingdings" charset="0"/>
                <a:buNone/>
              </a:pPr>
              <a:endParaRPr lang="de-DE" sz="1800" noProof="0" dirty="0">
                <a:solidFill>
                  <a:schemeClr val="tx1"/>
                </a:solidFill>
                <a:latin typeface="+mn-lt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grpSp>
        <p:nvGrpSpPr>
          <p:cNvPr id="31" name="Gruppieren 3">
            <a:extLst>
              <a:ext uri="{FF2B5EF4-FFF2-40B4-BE49-F238E27FC236}">
                <a16:creationId xmlns:a16="http://schemas.microsoft.com/office/drawing/2014/main" id="{09087CB9-8AA1-4CA2-93EE-1A02F64516CD}"/>
              </a:ext>
            </a:extLst>
          </p:cNvPr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32" name="Gerade Verbindung 2">
              <a:extLst>
                <a:ext uri="{FF2B5EF4-FFF2-40B4-BE49-F238E27FC236}">
                  <a16:creationId xmlns:a16="http://schemas.microsoft.com/office/drawing/2014/main" id="{6CD62B08-37BA-48C3-9C29-424173300F0E}"/>
                </a:ext>
              </a:extLst>
            </p:cNvPr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Gerade Verbindung 35">
              <a:extLst>
                <a:ext uri="{FF2B5EF4-FFF2-40B4-BE49-F238E27FC236}">
                  <a16:creationId xmlns:a16="http://schemas.microsoft.com/office/drawing/2014/main" id="{768B41C0-A7A5-4DCF-A966-EE4BA5908C82}"/>
                </a:ext>
              </a:extLst>
            </p:cNvPr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4" name="Gerade Verbindung 36">
              <a:extLst>
                <a:ext uri="{FF2B5EF4-FFF2-40B4-BE49-F238E27FC236}">
                  <a16:creationId xmlns:a16="http://schemas.microsoft.com/office/drawing/2014/main" id="{B1C2E67D-2982-449F-872B-7724F9D9E90D}"/>
                </a:ext>
              </a:extLst>
            </p:cNvPr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Gerade Verbindung 37">
              <a:extLst>
                <a:ext uri="{FF2B5EF4-FFF2-40B4-BE49-F238E27FC236}">
                  <a16:creationId xmlns:a16="http://schemas.microsoft.com/office/drawing/2014/main" id="{DAB1CCF2-1E0F-44B6-B185-35C994E1E30E}"/>
                </a:ext>
              </a:extLst>
            </p:cNvPr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Gerade Verbindung 38">
              <a:extLst>
                <a:ext uri="{FF2B5EF4-FFF2-40B4-BE49-F238E27FC236}">
                  <a16:creationId xmlns:a16="http://schemas.microsoft.com/office/drawing/2014/main" id="{B405A61B-9C32-4A9D-91B1-1BD064BC7A4C}"/>
                </a:ext>
              </a:extLst>
            </p:cNvPr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Gerade Verbindung 39">
              <a:extLst>
                <a:ext uri="{FF2B5EF4-FFF2-40B4-BE49-F238E27FC236}">
                  <a16:creationId xmlns:a16="http://schemas.microsoft.com/office/drawing/2014/main" id="{53398201-4F88-4E3F-85F0-0752C572F91D}"/>
                </a:ext>
              </a:extLst>
            </p:cNvPr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Gerade Verbindung 41">
              <a:extLst>
                <a:ext uri="{FF2B5EF4-FFF2-40B4-BE49-F238E27FC236}">
                  <a16:creationId xmlns:a16="http://schemas.microsoft.com/office/drawing/2014/main" id="{F5FBD854-20C9-412D-95CF-4E74C911198C}"/>
                </a:ext>
              </a:extLst>
            </p:cNvPr>
            <p:cNvCxnSpPr/>
            <p:nvPr userDrawn="1"/>
          </p:nvCxnSpPr>
          <p:spPr bwMode="auto">
            <a:xfrm rot="5400000">
              <a:off x="123228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Gerade Verbindung 42">
              <a:extLst>
                <a:ext uri="{FF2B5EF4-FFF2-40B4-BE49-F238E27FC236}">
                  <a16:creationId xmlns:a16="http://schemas.microsoft.com/office/drawing/2014/main" id="{A695572E-FC1D-4BC9-B6E1-59F67074A93F}"/>
                </a:ext>
              </a:extLst>
            </p:cNvPr>
            <p:cNvCxnSpPr/>
            <p:nvPr userDrawn="1"/>
          </p:nvCxnSpPr>
          <p:spPr bwMode="auto">
            <a:xfrm rot="5400000">
              <a:off x="123228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Gerade Verbindung 43">
              <a:extLst>
                <a:ext uri="{FF2B5EF4-FFF2-40B4-BE49-F238E27FC236}">
                  <a16:creationId xmlns:a16="http://schemas.microsoft.com/office/drawing/2014/main" id="{EB49C944-F940-4E2F-865A-2700EC6E604F}"/>
                </a:ext>
              </a:extLst>
            </p:cNvPr>
            <p:cNvCxnSpPr/>
            <p:nvPr userDrawn="1"/>
          </p:nvCxnSpPr>
          <p:spPr bwMode="auto">
            <a:xfrm rot="5400000">
              <a:off x="123228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Gerade Verbindung 44">
              <a:extLst>
                <a:ext uri="{FF2B5EF4-FFF2-40B4-BE49-F238E27FC236}">
                  <a16:creationId xmlns:a16="http://schemas.microsoft.com/office/drawing/2014/main" id="{81295EEA-DBEA-44AF-B3CC-002CA8AF6AEC}"/>
                </a:ext>
              </a:extLst>
            </p:cNvPr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Gerade Verbindung 51">
              <a:extLst>
                <a:ext uri="{FF2B5EF4-FFF2-40B4-BE49-F238E27FC236}">
                  <a16:creationId xmlns:a16="http://schemas.microsoft.com/office/drawing/2014/main" id="{7B1D6CD5-CADD-4126-BE8A-0578A161FF80}"/>
                </a:ext>
              </a:extLst>
            </p:cNvPr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Gerade Verbindung 52">
              <a:extLst>
                <a:ext uri="{FF2B5EF4-FFF2-40B4-BE49-F238E27FC236}">
                  <a16:creationId xmlns:a16="http://schemas.microsoft.com/office/drawing/2014/main" id="{25D6C8D3-C419-4857-A108-FE7F0C9471FE}"/>
                </a:ext>
              </a:extLst>
            </p:cNvPr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Gerade Verbindung 53">
              <a:extLst>
                <a:ext uri="{FF2B5EF4-FFF2-40B4-BE49-F238E27FC236}">
                  <a16:creationId xmlns:a16="http://schemas.microsoft.com/office/drawing/2014/main" id="{FA70F6AA-6A46-4AD0-AE4A-DB95C2432A36}"/>
                </a:ext>
              </a:extLst>
            </p:cNvPr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Gerade Verbindung 54">
              <a:extLst>
                <a:ext uri="{FF2B5EF4-FFF2-40B4-BE49-F238E27FC236}">
                  <a16:creationId xmlns:a16="http://schemas.microsoft.com/office/drawing/2014/main" id="{B7646E87-DBF1-4D87-9674-F34F100DF1B9}"/>
                </a:ext>
              </a:extLst>
            </p:cNvPr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Gerade Verbindung 55">
              <a:extLst>
                <a:ext uri="{FF2B5EF4-FFF2-40B4-BE49-F238E27FC236}">
                  <a16:creationId xmlns:a16="http://schemas.microsoft.com/office/drawing/2014/main" id="{F3153E14-A355-4868-9CFE-A2FA7BF304F2}"/>
                </a:ext>
              </a:extLst>
            </p:cNvPr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Gerade Verbindung 56">
              <a:extLst>
                <a:ext uri="{FF2B5EF4-FFF2-40B4-BE49-F238E27FC236}">
                  <a16:creationId xmlns:a16="http://schemas.microsoft.com/office/drawing/2014/main" id="{C5C51DEF-45A1-4876-AC47-DD0BFF26719F}"/>
                </a:ext>
              </a:extLst>
            </p:cNvPr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Gerade Verbindung 58">
              <a:extLst>
                <a:ext uri="{FF2B5EF4-FFF2-40B4-BE49-F238E27FC236}">
                  <a16:creationId xmlns:a16="http://schemas.microsoft.com/office/drawing/2014/main" id="{CB4AE630-EA87-4601-8AD2-D3FBD301DC93}"/>
                </a:ext>
              </a:extLst>
            </p:cNvPr>
            <p:cNvCxnSpPr/>
            <p:nvPr userDrawn="1"/>
          </p:nvCxnSpPr>
          <p:spPr bwMode="auto">
            <a:xfrm rot="5400000">
              <a:off x="-1260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Gerade Verbindung 59">
              <a:extLst>
                <a:ext uri="{FF2B5EF4-FFF2-40B4-BE49-F238E27FC236}">
                  <a16:creationId xmlns:a16="http://schemas.microsoft.com/office/drawing/2014/main" id="{9C47166A-32C2-4895-97E6-E2C76539B984}"/>
                </a:ext>
              </a:extLst>
            </p:cNvPr>
            <p:cNvCxnSpPr/>
            <p:nvPr userDrawn="1"/>
          </p:nvCxnSpPr>
          <p:spPr bwMode="auto">
            <a:xfrm rot="5400000">
              <a:off x="-1260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Gerade Verbindung 60">
              <a:extLst>
                <a:ext uri="{FF2B5EF4-FFF2-40B4-BE49-F238E27FC236}">
                  <a16:creationId xmlns:a16="http://schemas.microsoft.com/office/drawing/2014/main" id="{1E496FC5-637F-4802-BB46-7CB5CEA631D2}"/>
                </a:ext>
              </a:extLst>
            </p:cNvPr>
            <p:cNvCxnSpPr/>
            <p:nvPr userDrawn="1"/>
          </p:nvCxnSpPr>
          <p:spPr bwMode="auto">
            <a:xfrm rot="5400000">
              <a:off x="-1260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Gerade Verbindung 61">
              <a:extLst>
                <a:ext uri="{FF2B5EF4-FFF2-40B4-BE49-F238E27FC236}">
                  <a16:creationId xmlns:a16="http://schemas.microsoft.com/office/drawing/2014/main" id="{692B0DBC-AE62-41BD-9EFA-AC664F20AA93}"/>
                </a:ext>
              </a:extLst>
            </p:cNvPr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122949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area Blu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50E98564-B1B9-4A7B-BF7F-5C4C9A056E69}"/>
              </a:ext>
            </a:extLst>
          </p:cNvPr>
          <p:cNvSpPr/>
          <p:nvPr userDrawn="1"/>
        </p:nvSpPr>
        <p:spPr bwMode="auto">
          <a:xfrm>
            <a:off x="0" y="0"/>
            <a:ext cx="12198350" cy="6861907"/>
          </a:xfrm>
          <a:prstGeom prst="rect">
            <a:avLst/>
          </a:prstGeom>
          <a:solidFill>
            <a:srgbClr val="004669"/>
          </a:solidFill>
          <a:ln>
            <a:noFill/>
          </a:ln>
          <a:effectLst/>
        </p:spPr>
        <p:txBody>
          <a:bodyPr wrap="square" lIns="108000" tIns="54000" rIns="108000" bIns="54000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800" noProof="0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grpSp>
        <p:nvGrpSpPr>
          <p:cNvPr id="27" name="Gruppieren 3">
            <a:extLst>
              <a:ext uri="{FF2B5EF4-FFF2-40B4-BE49-F238E27FC236}">
                <a16:creationId xmlns:a16="http://schemas.microsoft.com/office/drawing/2014/main" id="{B1C11083-4B75-4E89-A464-13334DBA1704}"/>
              </a:ext>
            </a:extLst>
          </p:cNvPr>
          <p:cNvGrpSpPr/>
          <p:nvPr userDrawn="1"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28" name="Gerade Verbindung 2">
              <a:extLst>
                <a:ext uri="{FF2B5EF4-FFF2-40B4-BE49-F238E27FC236}">
                  <a16:creationId xmlns:a16="http://schemas.microsoft.com/office/drawing/2014/main" id="{ECFBB4B1-AEBC-4839-B92C-8E63C17CCD5A}"/>
                </a:ext>
              </a:extLst>
            </p:cNvPr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Gerade Verbindung 35">
              <a:extLst>
                <a:ext uri="{FF2B5EF4-FFF2-40B4-BE49-F238E27FC236}">
                  <a16:creationId xmlns:a16="http://schemas.microsoft.com/office/drawing/2014/main" id="{F9765EA3-B06F-444A-83A8-A14DC3F21B7E}"/>
                </a:ext>
              </a:extLst>
            </p:cNvPr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Gerade Verbindung 36">
              <a:extLst>
                <a:ext uri="{FF2B5EF4-FFF2-40B4-BE49-F238E27FC236}">
                  <a16:creationId xmlns:a16="http://schemas.microsoft.com/office/drawing/2014/main" id="{A8928516-F929-4616-86FE-1C022EE6651A}"/>
                </a:ext>
              </a:extLst>
            </p:cNvPr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1" name="Gerade Verbindung 37">
              <a:extLst>
                <a:ext uri="{FF2B5EF4-FFF2-40B4-BE49-F238E27FC236}">
                  <a16:creationId xmlns:a16="http://schemas.microsoft.com/office/drawing/2014/main" id="{828D41D3-635E-4D2A-9257-10D70A3D3665}"/>
                </a:ext>
              </a:extLst>
            </p:cNvPr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2" name="Gerade Verbindung 38">
              <a:extLst>
                <a:ext uri="{FF2B5EF4-FFF2-40B4-BE49-F238E27FC236}">
                  <a16:creationId xmlns:a16="http://schemas.microsoft.com/office/drawing/2014/main" id="{D9A28355-F31A-4C88-822A-80CB6E8B48D4}"/>
                </a:ext>
              </a:extLst>
            </p:cNvPr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Gerade Verbindung 39">
              <a:extLst>
                <a:ext uri="{FF2B5EF4-FFF2-40B4-BE49-F238E27FC236}">
                  <a16:creationId xmlns:a16="http://schemas.microsoft.com/office/drawing/2014/main" id="{41B591E0-B14D-431F-BA77-9D49BA468A0F}"/>
                </a:ext>
              </a:extLst>
            </p:cNvPr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Gerade Verbindung 41">
              <a:extLst>
                <a:ext uri="{FF2B5EF4-FFF2-40B4-BE49-F238E27FC236}">
                  <a16:creationId xmlns:a16="http://schemas.microsoft.com/office/drawing/2014/main" id="{15A513CB-6FF8-4B5A-A623-9BDA28546AA2}"/>
                </a:ext>
              </a:extLst>
            </p:cNvPr>
            <p:cNvCxnSpPr/>
            <p:nvPr userDrawn="1"/>
          </p:nvCxnSpPr>
          <p:spPr bwMode="auto">
            <a:xfrm rot="5400000">
              <a:off x="123228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Gerade Verbindung 42">
              <a:extLst>
                <a:ext uri="{FF2B5EF4-FFF2-40B4-BE49-F238E27FC236}">
                  <a16:creationId xmlns:a16="http://schemas.microsoft.com/office/drawing/2014/main" id="{AF45ACC0-465B-42E7-929D-D395DA335BC6}"/>
                </a:ext>
              </a:extLst>
            </p:cNvPr>
            <p:cNvCxnSpPr/>
            <p:nvPr userDrawn="1"/>
          </p:nvCxnSpPr>
          <p:spPr bwMode="auto">
            <a:xfrm rot="5400000">
              <a:off x="123228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Gerade Verbindung 43">
              <a:extLst>
                <a:ext uri="{FF2B5EF4-FFF2-40B4-BE49-F238E27FC236}">
                  <a16:creationId xmlns:a16="http://schemas.microsoft.com/office/drawing/2014/main" id="{051E9E83-1E42-46D8-A407-6696BC249BA5}"/>
                </a:ext>
              </a:extLst>
            </p:cNvPr>
            <p:cNvCxnSpPr/>
            <p:nvPr userDrawn="1"/>
          </p:nvCxnSpPr>
          <p:spPr bwMode="auto">
            <a:xfrm rot="5400000">
              <a:off x="123228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Gerade Verbindung 44">
              <a:extLst>
                <a:ext uri="{FF2B5EF4-FFF2-40B4-BE49-F238E27FC236}">
                  <a16:creationId xmlns:a16="http://schemas.microsoft.com/office/drawing/2014/main" id="{A722DE88-ABEC-4F15-B35B-BE407801F1FB}"/>
                </a:ext>
              </a:extLst>
            </p:cNvPr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Gerade Verbindung 51">
              <a:extLst>
                <a:ext uri="{FF2B5EF4-FFF2-40B4-BE49-F238E27FC236}">
                  <a16:creationId xmlns:a16="http://schemas.microsoft.com/office/drawing/2014/main" id="{99D000E1-723C-4CAD-BD23-581E07161E37}"/>
                </a:ext>
              </a:extLst>
            </p:cNvPr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Gerade Verbindung 52">
              <a:extLst>
                <a:ext uri="{FF2B5EF4-FFF2-40B4-BE49-F238E27FC236}">
                  <a16:creationId xmlns:a16="http://schemas.microsoft.com/office/drawing/2014/main" id="{63A59B3D-09CC-4FEB-AC53-2F77C00B6F40}"/>
                </a:ext>
              </a:extLst>
            </p:cNvPr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Gerade Verbindung 53">
              <a:extLst>
                <a:ext uri="{FF2B5EF4-FFF2-40B4-BE49-F238E27FC236}">
                  <a16:creationId xmlns:a16="http://schemas.microsoft.com/office/drawing/2014/main" id="{E4FF55B1-4F06-49A0-A93B-CADF1B4BAB82}"/>
                </a:ext>
              </a:extLst>
            </p:cNvPr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Gerade Verbindung 54">
              <a:extLst>
                <a:ext uri="{FF2B5EF4-FFF2-40B4-BE49-F238E27FC236}">
                  <a16:creationId xmlns:a16="http://schemas.microsoft.com/office/drawing/2014/main" id="{9582106C-8880-4741-A534-7DA326FE87AD}"/>
                </a:ext>
              </a:extLst>
            </p:cNvPr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Gerade Verbindung 55">
              <a:extLst>
                <a:ext uri="{FF2B5EF4-FFF2-40B4-BE49-F238E27FC236}">
                  <a16:creationId xmlns:a16="http://schemas.microsoft.com/office/drawing/2014/main" id="{B4632E25-9C97-4A71-AD26-120E124F36F1}"/>
                </a:ext>
              </a:extLst>
            </p:cNvPr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Gerade Verbindung 56">
              <a:extLst>
                <a:ext uri="{FF2B5EF4-FFF2-40B4-BE49-F238E27FC236}">
                  <a16:creationId xmlns:a16="http://schemas.microsoft.com/office/drawing/2014/main" id="{DF376E3C-59BA-412B-9E4D-92F772135DD8}"/>
                </a:ext>
              </a:extLst>
            </p:cNvPr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" name="Gerade Verbindung 58">
              <a:extLst>
                <a:ext uri="{FF2B5EF4-FFF2-40B4-BE49-F238E27FC236}">
                  <a16:creationId xmlns:a16="http://schemas.microsoft.com/office/drawing/2014/main" id="{EB6E3FD2-4701-41D0-A251-7759FE8DFCF0}"/>
                </a:ext>
              </a:extLst>
            </p:cNvPr>
            <p:cNvCxnSpPr/>
            <p:nvPr userDrawn="1"/>
          </p:nvCxnSpPr>
          <p:spPr bwMode="auto">
            <a:xfrm rot="5400000">
              <a:off x="-1260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" name="Gerade Verbindung 59">
              <a:extLst>
                <a:ext uri="{FF2B5EF4-FFF2-40B4-BE49-F238E27FC236}">
                  <a16:creationId xmlns:a16="http://schemas.microsoft.com/office/drawing/2014/main" id="{A40F28B3-E481-4485-BD7C-2FB0D602705F}"/>
                </a:ext>
              </a:extLst>
            </p:cNvPr>
            <p:cNvCxnSpPr/>
            <p:nvPr userDrawn="1"/>
          </p:nvCxnSpPr>
          <p:spPr bwMode="auto">
            <a:xfrm rot="5400000">
              <a:off x="-1260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Gerade Verbindung 60">
              <a:extLst>
                <a:ext uri="{FF2B5EF4-FFF2-40B4-BE49-F238E27FC236}">
                  <a16:creationId xmlns:a16="http://schemas.microsoft.com/office/drawing/2014/main" id="{E03F9AB5-ACD1-4F06-8239-568ADA540F29}"/>
                </a:ext>
              </a:extLst>
            </p:cNvPr>
            <p:cNvCxnSpPr/>
            <p:nvPr userDrawn="1"/>
          </p:nvCxnSpPr>
          <p:spPr bwMode="auto">
            <a:xfrm rot="5400000">
              <a:off x="-1260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Gerade Verbindung 61">
              <a:extLst>
                <a:ext uri="{FF2B5EF4-FFF2-40B4-BE49-F238E27FC236}">
                  <a16:creationId xmlns:a16="http://schemas.microsoft.com/office/drawing/2014/main" id="{44A18F23-3FC5-4348-9C50-D1DCC4F73D1E}"/>
                </a:ext>
              </a:extLst>
            </p:cNvPr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080690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large)" type="obj" preserve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14800"/>
            <a:ext cx="8208962" cy="4750549"/>
          </a:xfrm>
        </p:spPr>
        <p:txBody>
          <a:bodyPr/>
          <a:lstStyle>
            <a:lvl1pPr>
              <a:buFont typeface="Arial" pitchFamily="34" charset="0"/>
              <a:buNone/>
              <a:defRPr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3462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small)" type="obj" preserve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-1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14800"/>
            <a:ext cx="6768000" cy="4750549"/>
          </a:xfrm>
        </p:spPr>
        <p:txBody>
          <a:bodyPr/>
          <a:lstStyle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277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Content Placeholder 2 Id3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27063" y="1414800"/>
            <a:ext cx="5472112" cy="475054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baseline="0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baseline="0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baseline="0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cdtContent Placeholder 3 Id4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243638" y="1414800"/>
            <a:ext cx="5472112" cy="475054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775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cdtContent Placeholder 2 Id3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27063" y="1414800"/>
            <a:ext cx="5472112" cy="4750549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6243637" y="1414800"/>
            <a:ext cx="5472000" cy="2304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1"/>
          </p:nvPr>
        </p:nvSpPr>
        <p:spPr>
          <a:xfrm>
            <a:off x="6243637" y="3861349"/>
            <a:ext cx="5472000" cy="2304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642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two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cdtContent Placeholder 2 Id3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27063" y="1414800"/>
            <a:ext cx="5904000" cy="4752000"/>
          </a:xfrm>
          <a:solidFill>
            <a:srgbClr val="CDD9E1"/>
          </a:solidFill>
          <a:ln w="9525">
            <a:noFill/>
            <a:miter lim="800000"/>
            <a:headEnd/>
            <a:tailEnd/>
          </a:ln>
        </p:spPr>
        <p:txBody>
          <a:bodyPr vert="horz" wrap="square" lIns="288000" tIns="252000" rIns="576000" bIns="25200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6243637" y="1724400"/>
            <a:ext cx="5472000" cy="1998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1"/>
          </p:nvPr>
        </p:nvSpPr>
        <p:spPr>
          <a:xfrm>
            <a:off x="6243637" y="3862800"/>
            <a:ext cx="5472000" cy="1998000"/>
          </a:xfrm>
        </p:spPr>
        <p:txBody>
          <a:bodyPr tIns="648000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2648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rows" preserve="1" userDrawn="1">
  <p:cSld name="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14800"/>
            <a:ext cx="8208962" cy="230505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27063" y="3862800"/>
            <a:ext cx="8208962" cy="230400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1589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14800"/>
            <a:ext cx="3600450" cy="4752001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4370388" y="1414800"/>
            <a:ext cx="3600000" cy="4752001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8115750" y="1414800"/>
            <a:ext cx="3600000" cy="4752001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45339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objects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dtContent Placeholder 2 Id3"/>
          <p:cNvSpPr>
            <a:spLocks noGrp="1"/>
          </p:cNvSpPr>
          <p:nvPr>
            <p:ph sz="quarter" idx="1"/>
            <p:custDataLst>
              <p:tags r:id="rId1"/>
            </p:custDataLst>
          </p:nvPr>
        </p:nvSpPr>
        <p:spPr>
          <a:xfrm>
            <a:off x="627063" y="1414800"/>
            <a:ext cx="5472112" cy="2304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cdtContent Placeholder 3 Id4"/>
          <p:cNvSpPr>
            <a:spLocks noGrp="1"/>
          </p:cNvSpPr>
          <p:nvPr>
            <p:ph sz="quarter" idx="2"/>
            <p:custDataLst>
              <p:tags r:id="rId2"/>
            </p:custDataLst>
          </p:nvPr>
        </p:nvSpPr>
        <p:spPr>
          <a:xfrm>
            <a:off x="6243638" y="1414800"/>
            <a:ext cx="5472112" cy="2304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cdtContent Placeholder 4 Id5"/>
          <p:cNvSpPr>
            <a:spLocks noGrp="1"/>
          </p:cNvSpPr>
          <p:nvPr>
            <p:ph sz="quarter" idx="3"/>
            <p:custDataLst>
              <p:tags r:id="rId3"/>
            </p:custDataLst>
          </p:nvPr>
        </p:nvSpPr>
        <p:spPr>
          <a:xfrm>
            <a:off x="627063" y="3862800"/>
            <a:ext cx="5472112" cy="2304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6" name="cdtContent Placeholder 5 Id6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243638" y="3862800"/>
            <a:ext cx="5472112" cy="2304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 typeface="Arial" pitchFamily="34" charset="0"/>
              <a:buNone/>
              <a:tabLst/>
              <a:defRPr lang="de-DE"/>
            </a:lvl1pPr>
            <a:lvl2pPr marL="179388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2pPr>
            <a:lvl3pPr marL="358775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3pPr>
            <a:lvl4pPr marL="538163" marR="0" indent="-1800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 smtClean="0"/>
            </a:lvl4pPr>
            <a:lvl5pPr marL="720000" marR="0" indent="-17780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879BAA"/>
              </a:buClr>
              <a:buSzTx/>
              <a:buFontTx/>
              <a:buChar char="•"/>
              <a:tabLst/>
              <a:defRPr lang="de-DE"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346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ee Content + Navigation" preserve="1" userDrawn="1">
  <p:cSld name="Free Content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10419751" y="1414800"/>
            <a:ext cx="1295999" cy="4752000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de-DE" noProof="0" dirty="0"/>
              <a:t>Navigationstext durch Klicken bearbeiten</a:t>
            </a:r>
          </a:p>
          <a:p>
            <a:pPr lvl="1"/>
            <a:r>
              <a:rPr lang="de-DE" noProof="0" dirty="0"/>
              <a:t>Aktives Kapitel</a:t>
            </a:r>
          </a:p>
          <a:p>
            <a:pPr lvl="2"/>
            <a:r>
              <a:rPr lang="de-DE" noProof="0" dirty="0"/>
              <a:t>Unterkapitel</a:t>
            </a:r>
          </a:p>
          <a:p>
            <a:pPr lvl="3"/>
            <a:r>
              <a:rPr lang="de-DE" noProof="0" dirty="0"/>
              <a:t>Aktives Unterkapitel</a:t>
            </a:r>
          </a:p>
          <a:p>
            <a:pPr lvl="4"/>
            <a:r>
              <a:rPr lang="de-DE" noProof="0" dirty="0"/>
              <a:t>Unterkapitel</a:t>
            </a:r>
          </a:p>
          <a:p>
            <a:pPr lvl="5"/>
            <a:r>
              <a:rPr lang="de-DE" noProof="0" dirty="0"/>
              <a:t>Aktives Unterkapitel</a:t>
            </a:r>
          </a:p>
        </p:txBody>
      </p:sp>
    </p:spTree>
    <p:extLst>
      <p:ext uri="{BB962C8B-B14F-4D97-AF65-F5344CB8AC3E}">
        <p14:creationId xmlns:p14="http://schemas.microsoft.com/office/powerpoint/2010/main" val="136961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large) + Navigation" preserve="1" userDrawn="1">
  <p:cSld name="One object (large)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14800"/>
            <a:ext cx="8208962" cy="475200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cdtTextplatzhalter 13 Id5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0419751" y="1414800"/>
            <a:ext cx="1295999" cy="4752000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de-DE" noProof="0" dirty="0"/>
              <a:t>Navigationstext durch Klicken bearbeiten</a:t>
            </a:r>
          </a:p>
          <a:p>
            <a:pPr lvl="1"/>
            <a:r>
              <a:rPr lang="de-DE" noProof="0" dirty="0"/>
              <a:t>Aktives Kapitel</a:t>
            </a:r>
          </a:p>
          <a:p>
            <a:pPr lvl="2"/>
            <a:r>
              <a:rPr lang="de-DE" noProof="0" dirty="0"/>
              <a:t>Unterkapitel</a:t>
            </a:r>
          </a:p>
          <a:p>
            <a:pPr lvl="3"/>
            <a:r>
              <a:rPr lang="de-DE" noProof="0" dirty="0"/>
              <a:t>Aktives Unterkapitel</a:t>
            </a:r>
          </a:p>
          <a:p>
            <a:pPr lvl="4"/>
            <a:r>
              <a:rPr lang="de-DE" noProof="0" dirty="0"/>
              <a:t>Unterkapitel</a:t>
            </a:r>
          </a:p>
          <a:p>
            <a:pPr lvl="5"/>
            <a:r>
              <a:rPr lang="de-DE" noProof="0" dirty="0"/>
              <a:t>Aktives Unterkapitel</a:t>
            </a:r>
          </a:p>
        </p:txBody>
      </p:sp>
    </p:spTree>
    <p:extLst>
      <p:ext uri="{BB962C8B-B14F-4D97-AF65-F5344CB8AC3E}">
        <p14:creationId xmlns:p14="http://schemas.microsoft.com/office/powerpoint/2010/main" val="421895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object (small) + Navigation" preserve="1" userDrawn="1">
  <p:cSld name="One object (small)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14800"/>
            <a:ext cx="6768000" cy="475200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0419751" y="1414800"/>
            <a:ext cx="1295999" cy="4752000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de-DE" noProof="0" dirty="0"/>
              <a:t>Navigationstext durch Klicken bearbeiten</a:t>
            </a:r>
          </a:p>
          <a:p>
            <a:pPr lvl="1"/>
            <a:r>
              <a:rPr lang="de-DE" noProof="0" dirty="0"/>
              <a:t>Aktives Kapitel</a:t>
            </a:r>
          </a:p>
          <a:p>
            <a:pPr lvl="2"/>
            <a:r>
              <a:rPr lang="de-DE" noProof="0" dirty="0"/>
              <a:t>Unterkapitel</a:t>
            </a:r>
          </a:p>
          <a:p>
            <a:pPr lvl="3"/>
            <a:r>
              <a:rPr lang="de-DE" noProof="0" dirty="0"/>
              <a:t>Aktives Unterkapitel</a:t>
            </a:r>
          </a:p>
          <a:p>
            <a:pPr lvl="4"/>
            <a:r>
              <a:rPr lang="de-DE" noProof="0" dirty="0"/>
              <a:t>Unterkapitel</a:t>
            </a:r>
          </a:p>
          <a:p>
            <a:pPr lvl="5"/>
            <a:r>
              <a:rPr lang="de-DE" noProof="0" dirty="0"/>
              <a:t>Aktives Unterkapitel</a:t>
            </a:r>
          </a:p>
        </p:txBody>
      </p:sp>
    </p:spTree>
    <p:extLst>
      <p:ext uri="{BB962C8B-B14F-4D97-AF65-F5344CB8AC3E}">
        <p14:creationId xmlns:p14="http://schemas.microsoft.com/office/powerpoint/2010/main" val="11602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+ Navigation" preserve="1" userDrawn="1">
  <p:cSld name="Two column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14800"/>
            <a:ext cx="4032000" cy="475054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4804025" y="1414800"/>
            <a:ext cx="4032000" cy="475054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10419751" y="1414800"/>
            <a:ext cx="1295999" cy="4750549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de-DE" noProof="0" dirty="0"/>
              <a:t>Navigationstext durch Klicken bearbeiten</a:t>
            </a:r>
          </a:p>
          <a:p>
            <a:pPr lvl="1"/>
            <a:r>
              <a:rPr lang="de-DE" noProof="0" dirty="0"/>
              <a:t>Aktives Kapitel</a:t>
            </a:r>
          </a:p>
          <a:p>
            <a:pPr lvl="2"/>
            <a:r>
              <a:rPr lang="de-DE" noProof="0" dirty="0"/>
              <a:t>Unterkapitel</a:t>
            </a:r>
          </a:p>
          <a:p>
            <a:pPr lvl="3"/>
            <a:r>
              <a:rPr lang="de-DE" noProof="0" dirty="0"/>
              <a:t>Aktives Unterkapitel</a:t>
            </a:r>
          </a:p>
          <a:p>
            <a:pPr lvl="4"/>
            <a:r>
              <a:rPr lang="de-DE" noProof="0" dirty="0"/>
              <a:t>Unterkapitel</a:t>
            </a:r>
          </a:p>
          <a:p>
            <a:pPr lvl="5"/>
            <a:r>
              <a:rPr lang="de-DE" noProof="0" dirty="0"/>
              <a:t>Aktives Unterkapitel</a:t>
            </a:r>
          </a:p>
        </p:txBody>
      </p:sp>
    </p:spTree>
    <p:extLst>
      <p:ext uri="{BB962C8B-B14F-4D97-AF65-F5344CB8AC3E}">
        <p14:creationId xmlns:p14="http://schemas.microsoft.com/office/powerpoint/2010/main" val="2858758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+ Navigation" preserve="1" userDrawn="1">
  <p:cSld name="Three column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14800"/>
            <a:ext cx="2592000" cy="475054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3362400" y="1414800"/>
            <a:ext cx="2736775" cy="475054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43638" y="1414800"/>
            <a:ext cx="2592387" cy="4750549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cdtTextplatzhalter 13 Id7"/>
          <p:cNvSpPr>
            <a:spLocks noGrp="1"/>
          </p:cNvSpPr>
          <p:nvPr>
            <p:ph type="body" sz="quarter" idx="15" hasCustomPrompt="1"/>
            <p:custDataLst>
              <p:tags r:id="rId5"/>
            </p:custDataLst>
          </p:nvPr>
        </p:nvSpPr>
        <p:spPr>
          <a:xfrm>
            <a:off x="10419751" y="1414800"/>
            <a:ext cx="1295999" cy="4750549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de-DE" noProof="0" dirty="0"/>
              <a:t>Navigationstext durch Klicken bearbeiten</a:t>
            </a:r>
          </a:p>
          <a:p>
            <a:pPr lvl="1"/>
            <a:r>
              <a:rPr lang="de-DE" noProof="0" dirty="0"/>
              <a:t>Aktives Kapitel</a:t>
            </a:r>
          </a:p>
          <a:p>
            <a:pPr lvl="2"/>
            <a:r>
              <a:rPr lang="de-DE" noProof="0" dirty="0"/>
              <a:t>Unterkapitel</a:t>
            </a:r>
          </a:p>
          <a:p>
            <a:pPr lvl="3"/>
            <a:r>
              <a:rPr lang="de-DE" noProof="0" dirty="0"/>
              <a:t>Aktives Unterkapitel</a:t>
            </a:r>
          </a:p>
          <a:p>
            <a:pPr lvl="4"/>
            <a:r>
              <a:rPr lang="de-DE" noProof="0" dirty="0"/>
              <a:t>Unterkapitel</a:t>
            </a:r>
          </a:p>
          <a:p>
            <a:pPr lvl="5"/>
            <a:r>
              <a:rPr lang="de-DE" noProof="0" dirty="0"/>
              <a:t>Aktives Unterkapitel</a:t>
            </a:r>
          </a:p>
        </p:txBody>
      </p:sp>
    </p:spTree>
    <p:extLst>
      <p:ext uri="{BB962C8B-B14F-4D97-AF65-F5344CB8AC3E}">
        <p14:creationId xmlns:p14="http://schemas.microsoft.com/office/powerpoint/2010/main" val="33972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rows + Navigation" preserve="1" userDrawn="1">
  <p:cSld name="Two row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14800"/>
            <a:ext cx="8208962" cy="2302549"/>
          </a:xfrm>
        </p:spPr>
        <p:txBody>
          <a:bodyPr/>
          <a:lstStyle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27063" y="3861349"/>
            <a:ext cx="8208962" cy="230400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6" name="cdtTextplatzhalter 13 Id6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10419751" y="1414800"/>
            <a:ext cx="1295999" cy="4750549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de-DE" noProof="0" dirty="0"/>
              <a:t>Navigationstext durch Klicken bearbeiten</a:t>
            </a:r>
          </a:p>
          <a:p>
            <a:pPr lvl="1"/>
            <a:r>
              <a:rPr lang="de-DE" noProof="0" dirty="0"/>
              <a:t>Aktives Kapitel</a:t>
            </a:r>
          </a:p>
          <a:p>
            <a:pPr lvl="2"/>
            <a:r>
              <a:rPr lang="de-DE" noProof="0" dirty="0"/>
              <a:t>Unterkapitel</a:t>
            </a:r>
          </a:p>
          <a:p>
            <a:pPr lvl="3"/>
            <a:r>
              <a:rPr lang="de-DE" noProof="0" dirty="0"/>
              <a:t>Aktives Unterkapitel</a:t>
            </a:r>
          </a:p>
          <a:p>
            <a:pPr lvl="4"/>
            <a:r>
              <a:rPr lang="de-DE" noProof="0" dirty="0"/>
              <a:t>Unterkapitel</a:t>
            </a:r>
          </a:p>
          <a:p>
            <a:pPr lvl="5"/>
            <a:r>
              <a:rPr lang="de-DE" noProof="0" dirty="0"/>
              <a:t>Aktives Unterkapitel</a:t>
            </a:r>
          </a:p>
        </p:txBody>
      </p:sp>
    </p:spTree>
    <p:extLst>
      <p:ext uri="{BB962C8B-B14F-4D97-AF65-F5344CB8AC3E}">
        <p14:creationId xmlns:p14="http://schemas.microsoft.com/office/powerpoint/2010/main" val="366335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objects + Navigation" preserve="1" userDrawn="1">
  <p:cSld name="Four objects + 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dtTitle 1 Id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12198350" cy="1414800"/>
          </a:xfrm>
        </p:spPr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cdtContent Placeholder 2 Id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063" y="1414800"/>
            <a:ext cx="4032000" cy="230255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3" name="cdtContent Placeholder 12 Id13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4804024" y="1414800"/>
            <a:ext cx="4032000" cy="230255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2" name="cdtContent Placeholder 11 Id12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7063" y="3861349"/>
            <a:ext cx="4032000" cy="230400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5" name="cdtContent Placeholder 14 Id15"/>
          <p:cNvSpPr>
            <a:spLocks noGrp="1"/>
          </p:cNvSpPr>
          <p:nvPr>
            <p:ph sz="quarter" idx="15"/>
            <p:custDataLst>
              <p:tags r:id="rId5"/>
            </p:custDataLst>
          </p:nvPr>
        </p:nvSpPr>
        <p:spPr>
          <a:xfrm>
            <a:off x="4804025" y="3861349"/>
            <a:ext cx="4032000" cy="2304000"/>
          </a:xfrm>
        </p:spPr>
        <p:txBody>
          <a:bodyPr/>
          <a:lstStyle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10" name="cdtTextplatzhalter 13 Id10"/>
          <p:cNvSpPr>
            <a:spLocks noGrp="1"/>
          </p:cNvSpPr>
          <p:nvPr>
            <p:ph type="body" sz="quarter" idx="16" hasCustomPrompt="1"/>
            <p:custDataLst>
              <p:tags r:id="rId6"/>
            </p:custDataLst>
          </p:nvPr>
        </p:nvSpPr>
        <p:spPr>
          <a:xfrm>
            <a:off x="10419751" y="1414800"/>
            <a:ext cx="1295999" cy="4750549"/>
          </a:xfrm>
        </p:spPr>
        <p:txBody>
          <a:bodyPr/>
          <a:lstStyle>
            <a:lvl1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ct val="70000"/>
              <a:buFont typeface="Arial" pitchFamily="34" charset="0"/>
              <a:buChar char="►"/>
              <a:defRPr sz="1200">
                <a:solidFill>
                  <a:srgbClr val="879BAA"/>
                </a:solidFill>
              </a:defRPr>
            </a:lvl1pPr>
            <a:lvl2pPr marL="144000" indent="-1440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Pct val="70000"/>
              <a:buFont typeface="Arial" pitchFamily="34" charset="0"/>
              <a:buChar char="►"/>
              <a:defRPr sz="1200">
                <a:solidFill>
                  <a:srgbClr val="641946"/>
                </a:solidFill>
              </a:defRPr>
            </a:lvl2pPr>
            <a:lvl3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rgbClr val="879BAA"/>
                </a:solidFill>
              </a:defRPr>
            </a:lvl3pPr>
            <a:lvl4pPr marL="288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rgbClr val="641946"/>
                </a:solidFill>
              </a:defRPr>
            </a:lvl4pPr>
            <a:lvl5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70000"/>
              <a:buFont typeface="Arial" pitchFamily="34" charset="0"/>
              <a:buChar char="►"/>
              <a:defRPr sz="1000">
                <a:solidFill>
                  <a:schemeClr val="accent1"/>
                </a:solidFill>
              </a:defRPr>
            </a:lvl5pPr>
            <a:lvl6pPr marL="432000" indent="-144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Pct val="70000"/>
              <a:buFont typeface="Arial" pitchFamily="34" charset="0"/>
              <a:buChar char="►"/>
              <a:defRPr sz="1000">
                <a:solidFill>
                  <a:schemeClr val="accent4"/>
                </a:solidFill>
              </a:defRPr>
            </a:lvl6pPr>
          </a:lstStyle>
          <a:p>
            <a:pPr lvl="0"/>
            <a:r>
              <a:rPr lang="de-DE" noProof="0" dirty="0"/>
              <a:t>Navigationstext durch Klicken bearbeiten</a:t>
            </a:r>
          </a:p>
          <a:p>
            <a:pPr lvl="1"/>
            <a:r>
              <a:rPr lang="de-DE" noProof="0" dirty="0"/>
              <a:t>Aktives Kapitel</a:t>
            </a:r>
          </a:p>
          <a:p>
            <a:pPr lvl="2"/>
            <a:r>
              <a:rPr lang="de-DE" noProof="0" dirty="0"/>
              <a:t>Unterkapitel</a:t>
            </a:r>
          </a:p>
          <a:p>
            <a:pPr lvl="3"/>
            <a:r>
              <a:rPr lang="de-DE" noProof="0" dirty="0"/>
              <a:t>Aktives Unterkapitel</a:t>
            </a:r>
          </a:p>
          <a:p>
            <a:pPr lvl="4"/>
            <a:r>
              <a:rPr lang="de-DE" noProof="0" dirty="0"/>
              <a:t>Unterkapitel</a:t>
            </a:r>
          </a:p>
          <a:p>
            <a:pPr lvl="5"/>
            <a:r>
              <a:rPr lang="de-DE" noProof="0" dirty="0"/>
              <a:t>Aktives Unterkapitel</a:t>
            </a:r>
          </a:p>
        </p:txBody>
      </p:sp>
    </p:spTree>
    <p:extLst>
      <p:ext uri="{BB962C8B-B14F-4D97-AF65-F5344CB8AC3E}">
        <p14:creationId xmlns:p14="http://schemas.microsoft.com/office/powerpoint/2010/main" val="376717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cdtText Placeholder 12 Id13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658996" y="1414800"/>
            <a:ext cx="7539354" cy="4752000"/>
          </a:xfrm>
          <a:solidFill>
            <a:srgbClr val="CDD9E1"/>
          </a:solidFill>
        </p:spPr>
        <p:txBody>
          <a:bodyPr lIns="288000" tIns="252000" rIns="576000" bIns="25200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tabLst>
                <a:tab pos="5359400" algn="r"/>
              </a:tabLst>
              <a:defRPr>
                <a:solidFill>
                  <a:srgbClr val="000000"/>
                </a:solidFill>
              </a:defRPr>
            </a:lvl1pPr>
            <a:lvl2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2pPr>
            <a:lvl3pPr marL="18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>
                <a:solidFill>
                  <a:srgbClr val="000000"/>
                </a:solidFill>
              </a:defRPr>
            </a:lvl3pPr>
            <a:lvl4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0">
                <a:solidFill>
                  <a:srgbClr val="000000"/>
                </a:solidFill>
              </a:defRPr>
            </a:lvl4pPr>
            <a:lvl5pPr marL="360000" indent="-1800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 baseline="0">
                <a:solidFill>
                  <a:srgbClr val="000000"/>
                </a:solidFill>
              </a:defRPr>
            </a:lvl5pPr>
            <a:lvl6pPr marL="360363" indent="-18097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9400" algn="r"/>
              </a:tabLst>
              <a:defRPr b="1"/>
            </a:lvl6pPr>
          </a:lstStyle>
          <a:p>
            <a:pPr lvl="0"/>
            <a:r>
              <a:rPr lang="de-DE" noProof="0" dirty="0"/>
              <a:t>Inhaltsverzeichnis / Kontakt durch Klicken bearbeiten</a:t>
            </a:r>
          </a:p>
          <a:p>
            <a:pPr lvl="1"/>
            <a:r>
              <a:rPr lang="de-DE" noProof="0" dirty="0"/>
              <a:t>Kapitel</a:t>
            </a:r>
          </a:p>
          <a:p>
            <a:pPr lvl="2"/>
            <a:r>
              <a:rPr lang="de-DE" noProof="0" dirty="0"/>
              <a:t>Aktives Kapitel</a:t>
            </a:r>
          </a:p>
          <a:p>
            <a:pPr lvl="3"/>
            <a:r>
              <a:rPr lang="de-DE" noProof="0" dirty="0"/>
              <a:t>Unterkapitel</a:t>
            </a:r>
          </a:p>
          <a:p>
            <a:pPr lvl="4"/>
            <a:r>
              <a:rPr lang="de-DE" noProof="0" dirty="0"/>
              <a:t>Aktives Unterkapitel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5"/>
          </p:nvPr>
        </p:nvSpPr>
        <p:spPr>
          <a:xfrm>
            <a:off x="0" y="1414800"/>
            <a:ext cx="4514400" cy="4752000"/>
          </a:xfrm>
        </p:spPr>
        <p:txBody>
          <a:bodyPr tIns="1800000"/>
          <a:lstStyle>
            <a:lvl1pPr algn="ctr">
              <a:defRPr/>
            </a:lvl1pPr>
          </a:lstStyle>
          <a:p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8770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  <a:endParaRPr lang="fr-FR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6858000"/>
          </a:xfrm>
          <a:noFill/>
        </p:spPr>
        <p:txBody>
          <a:bodyPr tIns="1800000"/>
          <a:lstStyle>
            <a:lvl1pPr algn="ctr">
              <a:defRPr/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9326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  <a:endParaRPr lang="fr-FR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858000" cy="3393000"/>
          </a:xfrm>
          <a:noFill/>
        </p:spPr>
        <p:txBody>
          <a:bodyPr tIns="1800000"/>
          <a:lstStyle>
            <a:lvl1pPr algn="ctr">
              <a:defRPr/>
            </a:lvl1pPr>
          </a:lstStyle>
          <a:p>
            <a:endParaRPr lang="fr-FR" dirty="0"/>
          </a:p>
        </p:txBody>
      </p:sp>
      <p:sp>
        <p:nvSpPr>
          <p:cNvPr id="34" name="Bildplatzhalter 3">
            <a:extLst>
              <a:ext uri="{FF2B5EF4-FFF2-40B4-BE49-F238E27FC236}">
                <a16:creationId xmlns:a16="http://schemas.microsoft.com/office/drawing/2014/main" id="{DE1D6AC1-7342-4400-9C2C-E0476823C9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65000"/>
            <a:ext cx="6858000" cy="3393000"/>
          </a:xfrm>
          <a:noFill/>
        </p:spPr>
        <p:txBody>
          <a:bodyPr tIns="1800000"/>
          <a:lstStyle>
            <a:lvl1pPr algn="ctr">
              <a:defRPr/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625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gnisphere">
            <a:extLst>
              <a:ext uri="{FF2B5EF4-FFF2-40B4-BE49-F238E27FC236}">
                <a16:creationId xmlns:a16="http://schemas.microsoft.com/office/drawing/2014/main" id="{58B0D615-7DD6-4F3B-B5A8-5FED3122C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33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gnisphere" descr="A picture containing sitting, light, star&#10;&#10;Description automatically generated">
            <a:extLst>
              <a:ext uri="{FF2B5EF4-FFF2-40B4-BE49-F238E27FC236}">
                <a16:creationId xmlns:a16="http://schemas.microsoft.com/office/drawing/2014/main" id="{8FF4D391-2E55-4CA3-AD88-9F665A99DD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6449" y="-1"/>
            <a:ext cx="9151901" cy="6858001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3"/>
            <a:ext cx="9292838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04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gnisphere">
            <a:extLst>
              <a:ext uri="{FF2B5EF4-FFF2-40B4-BE49-F238E27FC236}">
                <a16:creationId xmlns:a16="http://schemas.microsoft.com/office/drawing/2014/main" id="{0AF4CFDA-9017-4437-8E79-2A4F313D18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1788" y="0"/>
            <a:ext cx="9326562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9292838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62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BF2234F-9B0A-4F48-9310-112285F171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95286" y="1"/>
            <a:ext cx="7303064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341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gnisphere">
            <a:extLst>
              <a:ext uri="{FF2B5EF4-FFF2-40B4-BE49-F238E27FC236}">
                <a16:creationId xmlns:a16="http://schemas.microsoft.com/office/drawing/2014/main" id="{D476D8E9-70D3-4F5C-817A-59B4556FC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7236" y="0"/>
            <a:ext cx="7711114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769989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4"/>
            <a:ext cx="9292838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64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>
            <a:extLst>
              <a:ext uri="{FF2B5EF4-FFF2-40B4-BE49-F238E27FC236}">
                <a16:creationId xmlns:a16="http://schemas.microsoft.com/office/drawing/2014/main" id="{2EAC16F4-7563-461F-AF39-B56F0AEEE0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8672" y="0"/>
            <a:ext cx="9299679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9292838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2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30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48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17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46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930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545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6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886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556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10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7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38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741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78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68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339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57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28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2"/>
            <a:ext cx="9292838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61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8"/>
            <a:ext cx="9292838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1" y="6310800"/>
            <a:ext cx="8643740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13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5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2"/>
            <a:ext cx="9292838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178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3" y="1414464"/>
            <a:ext cx="11376359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1" y="6310800"/>
            <a:ext cx="8643740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63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D43FFEAA-E7FF-47DB-9F0A-3997BEA2F2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14" y="478800"/>
            <a:ext cx="5907750" cy="576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377" y="1414464"/>
            <a:ext cx="5906987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55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29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0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10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835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932" y="1054100"/>
            <a:ext cx="9256819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43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5124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933" y="1054101"/>
            <a:ext cx="6159481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6589" y="1054100"/>
            <a:ext cx="3745950" cy="5113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42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>
            <a:extLst>
              <a:ext uri="{FF2B5EF4-FFF2-40B4-BE49-F238E27FC236}">
                <a16:creationId xmlns:a16="http://schemas.microsoft.com/office/drawing/2014/main" id="{4E5DD9C8-3479-482F-955A-7C58759541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01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gnisphere">
            <a:extLst>
              <a:ext uri="{FF2B5EF4-FFF2-40B4-BE49-F238E27FC236}">
                <a16:creationId xmlns:a16="http://schemas.microsoft.com/office/drawing/2014/main" id="{B57A8412-2184-4BFC-B1FD-40B760A9A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8672" y="0"/>
            <a:ext cx="9299679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35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800"/>
            <a:ext cx="72030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02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800"/>
            <a:ext cx="11381951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74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54733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364" y="1414800"/>
            <a:ext cx="546861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737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0639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90664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73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5473375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376" y="3718800"/>
            <a:ext cx="5473375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364" y="1414800"/>
            <a:ext cx="5468610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8364" y="3718800"/>
            <a:ext cx="5468610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09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375" y="1414800"/>
            <a:ext cx="720306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7378" y="1414800"/>
            <a:ext cx="374595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66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377" y="1414800"/>
            <a:ext cx="7203061" cy="4752000"/>
          </a:xfrm>
          <a:solidFill>
            <a:schemeClr val="bg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7378" y="1414800"/>
            <a:ext cx="374595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776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5023" y="1414461"/>
            <a:ext cx="11381951" cy="439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28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462"/>
            <a:ext cx="3601875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01415" y="1414462"/>
            <a:ext cx="3601875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1453" y="1414462"/>
            <a:ext cx="3601875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70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933" y="1702799"/>
            <a:ext cx="9257579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952" y="766763"/>
            <a:ext cx="908364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12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932" y="1702799"/>
            <a:ext cx="9256819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952" y="766763"/>
            <a:ext cx="908364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22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14" y="1271538"/>
            <a:ext cx="10805625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39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14" y="1270799"/>
            <a:ext cx="10805625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841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378" y="1234801"/>
            <a:ext cx="9868374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951" y="2397325"/>
            <a:ext cx="92208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952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gnisphere">
            <a:extLst>
              <a:ext uri="{FF2B5EF4-FFF2-40B4-BE49-F238E27FC236}">
                <a16:creationId xmlns:a16="http://schemas.microsoft.com/office/drawing/2014/main" id="{58B0D615-7DD6-4F3B-B5A8-5FED3122C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07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gnisphere" descr="A picture containing sitting, light, star&#10;&#10;Description automatically generated">
            <a:extLst>
              <a:ext uri="{FF2B5EF4-FFF2-40B4-BE49-F238E27FC236}">
                <a16:creationId xmlns:a16="http://schemas.microsoft.com/office/drawing/2014/main" id="{8FF4D391-2E55-4CA3-AD88-9F665A99DD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6449" y="-1"/>
            <a:ext cx="9151901" cy="6858001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3"/>
            <a:ext cx="9292838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837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gnisphere">
            <a:extLst>
              <a:ext uri="{FF2B5EF4-FFF2-40B4-BE49-F238E27FC236}">
                <a16:creationId xmlns:a16="http://schemas.microsoft.com/office/drawing/2014/main" id="{0AF4CFDA-9017-4437-8E79-2A4F313D18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1788" y="0"/>
            <a:ext cx="9326562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9292838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9362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BF2234F-9B0A-4F48-9310-112285F171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95286" y="1"/>
            <a:ext cx="7303064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4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gnisphere">
            <a:extLst>
              <a:ext uri="{FF2B5EF4-FFF2-40B4-BE49-F238E27FC236}">
                <a16:creationId xmlns:a16="http://schemas.microsoft.com/office/drawing/2014/main" id="{D476D8E9-70D3-4F5C-817A-59B4556FC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7236" y="0"/>
            <a:ext cx="7711114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769989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4"/>
            <a:ext cx="9292838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93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>
            <a:extLst>
              <a:ext uri="{FF2B5EF4-FFF2-40B4-BE49-F238E27FC236}">
                <a16:creationId xmlns:a16="http://schemas.microsoft.com/office/drawing/2014/main" id="{2EAC16F4-7563-461F-AF39-B56F0AEEE0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8672" y="0"/>
            <a:ext cx="9299679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9292838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28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81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75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26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86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275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99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21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302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85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33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22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35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26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863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796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5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98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746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54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2"/>
            <a:ext cx="9292838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193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8"/>
            <a:ext cx="9292838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1" y="6310800"/>
            <a:ext cx="8643740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46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01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2"/>
            <a:ext cx="9292838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10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3" y="1414464"/>
            <a:ext cx="11376359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1" y="6310800"/>
            <a:ext cx="8643740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67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D43FFEAA-E7FF-47DB-9F0A-3997BEA2F2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14" y="478800"/>
            <a:ext cx="5907750" cy="576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377" y="1414464"/>
            <a:ext cx="5906987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24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81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16FE1-F818-4941-864E-8B31AA4DAA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5018" y="404580"/>
            <a:ext cx="1440175" cy="60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91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92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835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932" y="1054100"/>
            <a:ext cx="9256819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1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5124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933" y="1054101"/>
            <a:ext cx="6159481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6589" y="1054100"/>
            <a:ext cx="3745950" cy="5113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68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>
            <a:extLst>
              <a:ext uri="{FF2B5EF4-FFF2-40B4-BE49-F238E27FC236}">
                <a16:creationId xmlns:a16="http://schemas.microsoft.com/office/drawing/2014/main" id="{4E5DD9C8-3479-482F-955A-7C58759541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62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gnisphere">
            <a:extLst>
              <a:ext uri="{FF2B5EF4-FFF2-40B4-BE49-F238E27FC236}">
                <a16:creationId xmlns:a16="http://schemas.microsoft.com/office/drawing/2014/main" id="{B57A8412-2184-4BFC-B1FD-40B760A9A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8672" y="0"/>
            <a:ext cx="9299679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93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800"/>
            <a:ext cx="72030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29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800"/>
            <a:ext cx="11381951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7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54733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364" y="1414800"/>
            <a:ext cx="546861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338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0639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90664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50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5473375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376" y="3718800"/>
            <a:ext cx="5473375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364" y="1414800"/>
            <a:ext cx="5468610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8364" y="3718800"/>
            <a:ext cx="5468610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34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375" y="1414800"/>
            <a:ext cx="720306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7378" y="1414800"/>
            <a:ext cx="374595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377" y="1414800"/>
            <a:ext cx="7203061" cy="4752000"/>
          </a:xfrm>
          <a:solidFill>
            <a:schemeClr val="bg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7378" y="1414800"/>
            <a:ext cx="374595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923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5023" y="1414461"/>
            <a:ext cx="11381951" cy="439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391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462"/>
            <a:ext cx="3601875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01415" y="1414462"/>
            <a:ext cx="3601875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1453" y="1414462"/>
            <a:ext cx="3601875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98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933" y="1702799"/>
            <a:ext cx="9257579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952" y="766763"/>
            <a:ext cx="908364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45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932" y="1702799"/>
            <a:ext cx="9256819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952" y="766763"/>
            <a:ext cx="908364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68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14" y="1271538"/>
            <a:ext cx="10805625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8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14" y="1270799"/>
            <a:ext cx="10805625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212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378" y="1234801"/>
            <a:ext cx="9868374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951" y="2397325"/>
            <a:ext cx="92208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95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gnisphere">
            <a:extLst>
              <a:ext uri="{FF2B5EF4-FFF2-40B4-BE49-F238E27FC236}">
                <a16:creationId xmlns:a16="http://schemas.microsoft.com/office/drawing/2014/main" id="{58B0D615-7DD6-4F3B-B5A8-5FED3122C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082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gnisphere" descr="A picture containing sitting, light, star&#10;&#10;Description automatically generated">
            <a:extLst>
              <a:ext uri="{FF2B5EF4-FFF2-40B4-BE49-F238E27FC236}">
                <a16:creationId xmlns:a16="http://schemas.microsoft.com/office/drawing/2014/main" id="{8FF4D391-2E55-4CA3-AD88-9F665A99DD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6449" y="-1"/>
            <a:ext cx="9151901" cy="6858001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3"/>
            <a:ext cx="9292838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4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gnisphere">
            <a:extLst>
              <a:ext uri="{FF2B5EF4-FFF2-40B4-BE49-F238E27FC236}">
                <a16:creationId xmlns:a16="http://schemas.microsoft.com/office/drawing/2014/main" id="{0AF4CFDA-9017-4437-8E79-2A4F313D18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1788" y="0"/>
            <a:ext cx="9326562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9292838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05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BF2234F-9B0A-4F48-9310-112285F171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95286" y="1"/>
            <a:ext cx="7303064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14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gnisphere">
            <a:extLst>
              <a:ext uri="{FF2B5EF4-FFF2-40B4-BE49-F238E27FC236}">
                <a16:creationId xmlns:a16="http://schemas.microsoft.com/office/drawing/2014/main" id="{D476D8E9-70D3-4F5C-817A-59B4556FC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7236" y="0"/>
            <a:ext cx="7711114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769989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4"/>
            <a:ext cx="9292838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80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>
            <a:extLst>
              <a:ext uri="{FF2B5EF4-FFF2-40B4-BE49-F238E27FC236}">
                <a16:creationId xmlns:a16="http://schemas.microsoft.com/office/drawing/2014/main" id="{2EAC16F4-7563-461F-AF39-B56F0AEEE0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8672" y="0"/>
            <a:ext cx="9299679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9292838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3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9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641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294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02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2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48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5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34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42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93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86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724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71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05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2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200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15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88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41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2"/>
            <a:ext cx="9292838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60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8"/>
            <a:ext cx="9292838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1" y="6310800"/>
            <a:ext cx="8643740" cy="547200"/>
          </a:xfrm>
        </p:spPr>
        <p:txBody>
          <a:bodyPr/>
          <a:lstStyle/>
          <a:p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279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96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2"/>
            <a:ext cx="9292838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59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3" y="1414464"/>
            <a:ext cx="11376359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1" y="6310800"/>
            <a:ext cx="8643740" cy="547200"/>
          </a:xfrm>
        </p:spPr>
        <p:txBody>
          <a:bodyPr/>
          <a:lstStyle/>
          <a:p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16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D43FFEAA-E7FF-47DB-9F0A-3997BEA2F2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14" y="478800"/>
            <a:ext cx="5907750" cy="576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377" y="1414464"/>
            <a:ext cx="5906987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91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122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20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894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835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932" y="1054100"/>
            <a:ext cx="9256819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77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5124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933" y="1054101"/>
            <a:ext cx="6159481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6589" y="1054100"/>
            <a:ext cx="3745950" cy="5113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76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>
            <a:extLst>
              <a:ext uri="{FF2B5EF4-FFF2-40B4-BE49-F238E27FC236}">
                <a16:creationId xmlns:a16="http://schemas.microsoft.com/office/drawing/2014/main" id="{4E5DD9C8-3479-482F-955A-7C58759541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66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gnisphere">
            <a:extLst>
              <a:ext uri="{FF2B5EF4-FFF2-40B4-BE49-F238E27FC236}">
                <a16:creationId xmlns:a16="http://schemas.microsoft.com/office/drawing/2014/main" id="{B57A8412-2184-4BFC-B1FD-40B760A9A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8672" y="0"/>
            <a:ext cx="9299679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43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800"/>
            <a:ext cx="72030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63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800"/>
            <a:ext cx="11381951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606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54733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364" y="1414800"/>
            <a:ext cx="546861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90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0639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90664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2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5473375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376" y="3718800"/>
            <a:ext cx="5473375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364" y="1414800"/>
            <a:ext cx="5468610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8364" y="3718800"/>
            <a:ext cx="5468610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60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375" y="1414800"/>
            <a:ext cx="720306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7378" y="1414800"/>
            <a:ext cx="374595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1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377" y="1414800"/>
            <a:ext cx="7203061" cy="4752000"/>
          </a:xfrm>
          <a:solidFill>
            <a:schemeClr val="bg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7378" y="1414800"/>
            <a:ext cx="374595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794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5023" y="1414461"/>
            <a:ext cx="11381951" cy="439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88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462"/>
            <a:ext cx="3601875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01415" y="1414462"/>
            <a:ext cx="3601875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1453" y="1414462"/>
            <a:ext cx="3601875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089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933" y="1702799"/>
            <a:ext cx="9257579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952" y="766763"/>
            <a:ext cx="908364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67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932" y="1702799"/>
            <a:ext cx="9256819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952" y="766763"/>
            <a:ext cx="908364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90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14" y="1271538"/>
            <a:ext cx="10805625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450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14" y="1270799"/>
            <a:ext cx="10805625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32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378" y="1234801"/>
            <a:ext cx="9868374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951" y="2397325"/>
            <a:ext cx="92208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12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gnisphere">
            <a:extLst>
              <a:ext uri="{FF2B5EF4-FFF2-40B4-BE49-F238E27FC236}">
                <a16:creationId xmlns:a16="http://schemas.microsoft.com/office/drawing/2014/main" id="{58B0D615-7DD6-4F3B-B5A8-5FED3122C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94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gnisphere" descr="A picture containing sitting, light, star&#10;&#10;Description automatically generated">
            <a:extLst>
              <a:ext uri="{FF2B5EF4-FFF2-40B4-BE49-F238E27FC236}">
                <a16:creationId xmlns:a16="http://schemas.microsoft.com/office/drawing/2014/main" id="{8FF4D391-2E55-4CA3-AD88-9F665A99DD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6449" y="-1"/>
            <a:ext cx="9151901" cy="6858001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3"/>
            <a:ext cx="9292838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54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gnisphere">
            <a:extLst>
              <a:ext uri="{FF2B5EF4-FFF2-40B4-BE49-F238E27FC236}">
                <a16:creationId xmlns:a16="http://schemas.microsoft.com/office/drawing/2014/main" id="{0AF4CFDA-9017-4437-8E79-2A4F313D18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1788" y="0"/>
            <a:ext cx="9326562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9292838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67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BF2234F-9B0A-4F48-9310-112285F171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95286" y="1"/>
            <a:ext cx="7303064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36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gnisphere">
            <a:extLst>
              <a:ext uri="{FF2B5EF4-FFF2-40B4-BE49-F238E27FC236}">
                <a16:creationId xmlns:a16="http://schemas.microsoft.com/office/drawing/2014/main" id="{D476D8E9-70D3-4F5C-817A-59B4556FCC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87236" y="0"/>
            <a:ext cx="7711114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769989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4"/>
            <a:ext cx="9292838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19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>
            <a:extLst>
              <a:ext uri="{FF2B5EF4-FFF2-40B4-BE49-F238E27FC236}">
                <a16:creationId xmlns:a16="http://schemas.microsoft.com/office/drawing/2014/main" id="{2EAC16F4-7563-461F-AF39-B56F0AEEE0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8672" y="0"/>
            <a:ext cx="9299679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9292838" cy="2462213"/>
          </a:xfr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377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85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24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89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49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897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26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88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56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14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24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09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13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832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82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58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755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256000"/>
            <a:ext cx="9292838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6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0"/>
            <a:ext cx="9292475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011106"/>
            <a:ext cx="9292838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18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835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5" y="3780001"/>
            <a:ext cx="9292475" cy="166199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6" y="5441993"/>
            <a:ext cx="9292838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376" y="6310800"/>
            <a:ext cx="9292838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11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05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2"/>
            <a:ext cx="9292838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874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5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8"/>
            <a:ext cx="9292838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1" y="6310800"/>
            <a:ext cx="8643740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072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7"/>
            <a:ext cx="9292838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40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4" y="1414464"/>
            <a:ext cx="11382713" cy="2769989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4184452"/>
            <a:ext cx="9292838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2" y="6310800"/>
            <a:ext cx="8644503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46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613" y="1414464"/>
            <a:ext cx="11376359" cy="2462213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377" y="3876676"/>
            <a:ext cx="9292838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711" y="6310800"/>
            <a:ext cx="8643740" cy="547200"/>
          </a:xfrm>
        </p:spPr>
        <p:txBody>
          <a:bodyPr/>
          <a:lstStyle/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9751" y="6364800"/>
            <a:ext cx="1512788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46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D43FFEAA-E7FF-47DB-9F0A-3997BEA2F2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14" y="478800"/>
            <a:ext cx="5907750" cy="576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377" y="1414464"/>
            <a:ext cx="5906987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2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89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562B3C-2C21-4D11-B899-7ABC881F17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5018" y="404580"/>
            <a:ext cx="1440175" cy="60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9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108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835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932" y="1054100"/>
            <a:ext cx="9256819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12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2" orient="horz" pos="664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5124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933" y="1054101"/>
            <a:ext cx="6159481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6589" y="1054100"/>
            <a:ext cx="3745950" cy="5113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62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522">
          <p15:clr>
            <a:srgbClr val="65CEFF"/>
          </p15:clr>
        </p15:guide>
        <p15:guide id="3" pos="4794">
          <p15:clr>
            <a:srgbClr val="65CEFF"/>
          </p15:clr>
        </p15:guide>
        <p15:guide id="4" pos="5066">
          <p15:clr>
            <a:srgbClr val="65CEFF"/>
          </p15:clr>
        </p15:guide>
        <p15:guide id="5" pos="6472">
          <p15:clr>
            <a:srgbClr val="65CEFF"/>
          </p15:clr>
        </p15:guide>
        <p15:guide id="6" pos="7425">
          <p15:clr>
            <a:srgbClr val="65CEFF"/>
          </p15:clr>
        </p15:guide>
        <p15:guide id="7" orient="horz" pos="302">
          <p15:clr>
            <a:srgbClr val="65CEFF"/>
          </p15:clr>
        </p15:guide>
        <p15:guide id="8" orient="horz" pos="664">
          <p15:clr>
            <a:srgbClr val="65CEFF"/>
          </p15:clr>
        </p15:guide>
        <p15:guide id="9" orient="horz" pos="891">
          <p15:clr>
            <a:srgbClr val="65CEFF"/>
          </p15:clr>
        </p15:guide>
        <p15:guide id="10" orient="horz" pos="3658">
          <p15:clr>
            <a:srgbClr val="65CEFF"/>
          </p15:clr>
        </p15:guide>
        <p15:guide id="11" orient="horz" pos="3885">
          <p15:clr>
            <a:srgbClr val="65CEFF"/>
          </p15:clr>
        </p15:guide>
        <p15:guide id="12" orient="horz" pos="4157">
          <p15:clr>
            <a:srgbClr val="65CEFF"/>
          </p15:clr>
        </p15:guide>
      </p15:sldGuideLst>
    </p:ext>
  </p:extLs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>
            <a:extLst>
              <a:ext uri="{FF2B5EF4-FFF2-40B4-BE49-F238E27FC236}">
                <a16:creationId xmlns:a16="http://schemas.microsoft.com/office/drawing/2014/main" id="{4E5DD9C8-3479-482F-955A-7C58759541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685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gnisphere">
            <a:extLst>
              <a:ext uri="{FF2B5EF4-FFF2-40B4-BE49-F238E27FC236}">
                <a16:creationId xmlns:a16="http://schemas.microsoft.com/office/drawing/2014/main" id="{B57A8412-2184-4BFC-B1FD-40B760A9A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8672" y="0"/>
            <a:ext cx="9299679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00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800"/>
            <a:ext cx="72030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05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800"/>
            <a:ext cx="11381951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92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54733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364" y="1414800"/>
            <a:ext cx="546861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27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00639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90664" y="1414800"/>
            <a:ext cx="3601875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52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376" y="1414800"/>
            <a:ext cx="5473375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376" y="3718800"/>
            <a:ext cx="5473375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364" y="1414800"/>
            <a:ext cx="5468610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8364" y="3718800"/>
            <a:ext cx="5468610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32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3705">
          <p15:clr>
            <a:srgbClr val="65CEFF"/>
          </p15:clr>
        </p15:guide>
        <p15:guide id="3" pos="3978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2206">
          <p15:clr>
            <a:srgbClr val="65CEFF"/>
          </p15:clr>
        </p15:guide>
        <p15:guide id="10" orient="horz" pos="2343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375" y="1414800"/>
            <a:ext cx="720306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7378" y="1414800"/>
            <a:ext cx="374595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79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377" y="1414800"/>
            <a:ext cx="7203061" cy="4752000"/>
          </a:xfrm>
          <a:solidFill>
            <a:schemeClr val="bg2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7378" y="1414800"/>
            <a:ext cx="374595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77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5066">
          <p15:clr>
            <a:srgbClr val="65CEFF"/>
          </p15:clr>
        </p15:guide>
        <p15:guide id="4" pos="6472">
          <p15:clr>
            <a:srgbClr val="65CEFF"/>
          </p15:clr>
        </p15:guide>
        <p15:guide id="5" pos="7425">
          <p15:clr>
            <a:srgbClr val="65CEFF"/>
          </p15:clr>
        </p15:guide>
        <p15:guide id="6" orient="horz" pos="302">
          <p15:clr>
            <a:srgbClr val="65CEFF"/>
          </p15:clr>
        </p15:guide>
        <p15:guide id="7" orient="horz" pos="664">
          <p15:clr>
            <a:srgbClr val="65CEFF"/>
          </p15:clr>
        </p15:guide>
        <p15:guide id="8" orient="horz" pos="891">
          <p15:clr>
            <a:srgbClr val="65CEFF"/>
          </p15:clr>
        </p15:guide>
        <p15:guide id="9" orient="horz" pos="3658">
          <p15:clr>
            <a:srgbClr val="65CEFF"/>
          </p15:clr>
        </p15:guide>
        <p15:guide id="10" orient="horz" pos="3885">
          <p15:clr>
            <a:srgbClr val="65CEFF"/>
          </p15:clr>
        </p15:guide>
        <p15:guide id="11" orient="horz" pos="4157">
          <p15:clr>
            <a:srgbClr val="65CEFF"/>
          </p15:clr>
        </p15:guide>
      </p15:sldGuideLst>
    </p:ext>
  </p:extLs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5023" y="1414461"/>
            <a:ext cx="11381951" cy="4392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23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302">
          <p15:clr>
            <a:srgbClr val="65CEFF"/>
          </p15:clr>
        </p15:guide>
        <p15:guide id="5" orient="horz" pos="664">
          <p15:clr>
            <a:srgbClr val="65CEFF"/>
          </p15:clr>
        </p15:guide>
        <p15:guide id="6" orient="horz" pos="891">
          <p15:clr>
            <a:srgbClr val="65CEFF"/>
          </p15:clr>
        </p15:guide>
        <p15:guide id="7" orient="horz" pos="3658">
          <p15:clr>
            <a:srgbClr val="65CEFF"/>
          </p15:clr>
        </p15:guide>
        <p15:guide id="8" orient="horz" pos="3885">
          <p15:clr>
            <a:srgbClr val="65CEFF"/>
          </p15:clr>
        </p15:guide>
        <p15:guide id="9" orient="horz" pos="4157">
          <p15:clr>
            <a:srgbClr val="65CEFF"/>
          </p15:clr>
        </p15:guide>
      </p15:sldGuideLst>
    </p:ext>
  </p:extLs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376" y="1414462"/>
            <a:ext cx="3601875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01415" y="1414462"/>
            <a:ext cx="3601875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1453" y="1414462"/>
            <a:ext cx="3601875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98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4975">
          <p15:clr>
            <a:srgbClr val="65CEFF"/>
          </p15:clr>
        </p15:guide>
        <p15:guide id="5" pos="5157">
          <p15:clr>
            <a:srgbClr val="65CEFF"/>
          </p15:clr>
        </p15:guide>
        <p15:guide id="6" pos="6472">
          <p15:clr>
            <a:srgbClr val="65CEFF"/>
          </p15:clr>
        </p15:guide>
        <p15:guide id="7" pos="7425">
          <p15:clr>
            <a:srgbClr val="65CEFF"/>
          </p15:clr>
        </p15:guide>
        <p15:guide id="8" orient="horz" pos="302">
          <p15:clr>
            <a:srgbClr val="65CEFF"/>
          </p15:clr>
        </p15:guide>
        <p15:guide id="9" orient="horz" pos="664">
          <p15:clr>
            <a:srgbClr val="65CEFF"/>
          </p15:clr>
        </p15:guide>
        <p15:guide id="10" orient="horz" pos="891">
          <p15:clr>
            <a:srgbClr val="65CEFF"/>
          </p15:clr>
        </p15:guide>
        <p15:guide id="11" orient="horz" pos="3658">
          <p15:clr>
            <a:srgbClr val="65CEFF"/>
          </p15:clr>
        </p15:guide>
        <p15:guide id="12" orient="horz" pos="3885">
          <p15:clr>
            <a:srgbClr val="65CEFF"/>
          </p15:clr>
        </p15:guide>
        <p15:guide id="13" orient="horz" pos="4157">
          <p15:clr>
            <a:srgbClr val="65CEFF"/>
          </p15:clr>
        </p15:guide>
      </p15:sldGuideLst>
    </p:ext>
  </p:extLs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933" y="1702799"/>
            <a:ext cx="9257579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952" y="766763"/>
            <a:ext cx="908364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360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932" y="1702799"/>
            <a:ext cx="9256819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952" y="766763"/>
            <a:ext cx="908364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816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14" y="1271538"/>
            <a:ext cx="10805625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71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914" y="1270799"/>
            <a:ext cx="10805625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96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378" y="1234801"/>
            <a:ext cx="9868374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951" y="2397325"/>
            <a:ext cx="92208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40727" y="6418800"/>
            <a:ext cx="11526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75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9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4.xml"/><Relationship Id="rId42" Type="http://schemas.openxmlformats.org/officeDocument/2006/relationships/tags" Target="../tags/tag12.xml"/><Relationship Id="rId47" Type="http://schemas.openxmlformats.org/officeDocument/2006/relationships/tags" Target="../tags/tag17.xml"/><Relationship Id="rId50" Type="http://schemas.openxmlformats.org/officeDocument/2006/relationships/tags" Target="../tags/tag20.xml"/><Relationship Id="rId55" Type="http://schemas.openxmlformats.org/officeDocument/2006/relationships/tags" Target="../tags/tag2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2.xml"/><Relationship Id="rId37" Type="http://schemas.openxmlformats.org/officeDocument/2006/relationships/tags" Target="../tags/tag7.xml"/><Relationship Id="rId40" Type="http://schemas.openxmlformats.org/officeDocument/2006/relationships/tags" Target="../tags/tag10.xml"/><Relationship Id="rId45" Type="http://schemas.openxmlformats.org/officeDocument/2006/relationships/tags" Target="../tags/tag15.xml"/><Relationship Id="rId53" Type="http://schemas.openxmlformats.org/officeDocument/2006/relationships/tags" Target="../tags/tag23.xml"/><Relationship Id="rId58" Type="http://schemas.openxmlformats.org/officeDocument/2006/relationships/tags" Target="../tags/tag2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2.jpe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5.xml"/><Relationship Id="rId43" Type="http://schemas.openxmlformats.org/officeDocument/2006/relationships/tags" Target="../tags/tag13.xml"/><Relationship Id="rId48" Type="http://schemas.openxmlformats.org/officeDocument/2006/relationships/tags" Target="../tags/tag18.xml"/><Relationship Id="rId56" Type="http://schemas.openxmlformats.org/officeDocument/2006/relationships/tags" Target="../tags/tag26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3.xml"/><Relationship Id="rId38" Type="http://schemas.openxmlformats.org/officeDocument/2006/relationships/tags" Target="../tags/tag8.xml"/><Relationship Id="rId46" Type="http://schemas.openxmlformats.org/officeDocument/2006/relationships/tags" Target="../tags/tag16.xml"/><Relationship Id="rId59" Type="http://schemas.openxmlformats.org/officeDocument/2006/relationships/oleObject" Target="../embeddings/oleObject1.bin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1.xml"/><Relationship Id="rId54" Type="http://schemas.openxmlformats.org/officeDocument/2006/relationships/tags" Target="../tags/tag2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6.xml"/><Relationship Id="rId49" Type="http://schemas.openxmlformats.org/officeDocument/2006/relationships/tags" Target="../tags/tag19.xml"/><Relationship Id="rId57" Type="http://schemas.openxmlformats.org/officeDocument/2006/relationships/tags" Target="../tags/tag27.xml"/><Relationship Id="rId10" Type="http://schemas.openxmlformats.org/officeDocument/2006/relationships/slideLayout" Target="../slideLayouts/slideLayout10.xml"/><Relationship Id="rId31" Type="http://schemas.openxmlformats.org/officeDocument/2006/relationships/theme" Target="../theme/theme1.xml"/><Relationship Id="rId44" Type="http://schemas.openxmlformats.org/officeDocument/2006/relationships/tags" Target="../tags/tag14.xml"/><Relationship Id="rId52" Type="http://schemas.openxmlformats.org/officeDocument/2006/relationships/tags" Target="../tags/tag22.xml"/><Relationship Id="rId6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9" Type="http://schemas.openxmlformats.org/officeDocument/2006/relationships/tags" Target="../tags/tag102.xml"/><Relationship Id="rId21" Type="http://schemas.openxmlformats.org/officeDocument/2006/relationships/slideLayout" Target="../slideLayouts/slideLayout51.xml"/><Relationship Id="rId34" Type="http://schemas.openxmlformats.org/officeDocument/2006/relationships/tags" Target="../tags/tag97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63" Type="http://schemas.openxmlformats.org/officeDocument/2006/relationships/image" Target="../media/image1.emf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theme" Target="../theme/theme2.xml"/><Relationship Id="rId37" Type="http://schemas.openxmlformats.org/officeDocument/2006/relationships/tags" Target="../tags/tag100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5" Type="http://schemas.openxmlformats.org/officeDocument/2006/relationships/slideLayout" Target="../slideLayouts/slideLayout35.xml"/><Relationship Id="rId61" Type="http://schemas.openxmlformats.org/officeDocument/2006/relationships/tags" Target="../tags/tag124.xml"/><Relationship Id="rId1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slideLayout" Target="../slideLayouts/slideLayout60.xml"/><Relationship Id="rId35" Type="http://schemas.openxmlformats.org/officeDocument/2006/relationships/tags" Target="../tags/tag98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56" Type="http://schemas.openxmlformats.org/officeDocument/2006/relationships/tags" Target="../tags/tag119.xml"/><Relationship Id="rId8" Type="http://schemas.openxmlformats.org/officeDocument/2006/relationships/slideLayout" Target="../slideLayouts/slideLayout38.xml"/><Relationship Id="rId51" Type="http://schemas.openxmlformats.org/officeDocument/2006/relationships/tags" Target="../tags/tag114.xml"/><Relationship Id="rId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46" Type="http://schemas.openxmlformats.org/officeDocument/2006/relationships/tags" Target="../tags/tag109.xml"/><Relationship Id="rId59" Type="http://schemas.openxmlformats.org/officeDocument/2006/relationships/tags" Target="../tags/tag122.xml"/><Relationship Id="rId20" Type="http://schemas.openxmlformats.org/officeDocument/2006/relationships/slideLayout" Target="../slideLayouts/slideLayout50.xml"/><Relationship Id="rId41" Type="http://schemas.openxmlformats.org/officeDocument/2006/relationships/tags" Target="../tags/tag104.xml"/><Relationship Id="rId54" Type="http://schemas.openxmlformats.org/officeDocument/2006/relationships/tags" Target="../tags/tag117.xml"/><Relationship Id="rId62" Type="http://schemas.openxmlformats.org/officeDocument/2006/relationships/oleObject" Target="../embeddings/oleObject3.bin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36" Type="http://schemas.openxmlformats.org/officeDocument/2006/relationships/tags" Target="../tags/tag99.xml"/><Relationship Id="rId49" Type="http://schemas.openxmlformats.org/officeDocument/2006/relationships/tags" Target="../tags/tag112.xml"/><Relationship Id="rId57" Type="http://schemas.openxmlformats.org/officeDocument/2006/relationships/tags" Target="../tags/tag120.xml"/><Relationship Id="rId10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61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82.xml"/><Relationship Id="rId42" Type="http://schemas.openxmlformats.org/officeDocument/2006/relationships/tags" Target="../tags/tag196.xml"/><Relationship Id="rId47" Type="http://schemas.openxmlformats.org/officeDocument/2006/relationships/tags" Target="../tags/tag201.xml"/><Relationship Id="rId63" Type="http://schemas.openxmlformats.org/officeDocument/2006/relationships/tags" Target="../tags/tag217.xml"/><Relationship Id="rId68" Type="http://schemas.openxmlformats.org/officeDocument/2006/relationships/tags" Target="../tags/tag222.xml"/><Relationship Id="rId7" Type="http://schemas.openxmlformats.org/officeDocument/2006/relationships/slideLayout" Target="../slideLayouts/slideLayout68.xml"/><Relationship Id="rId71" Type="http://schemas.openxmlformats.org/officeDocument/2006/relationships/image" Target="../media/image1.emf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85.xml"/><Relationship Id="rId32" Type="http://schemas.openxmlformats.org/officeDocument/2006/relationships/slideLayout" Target="../slideLayouts/slideLayout93.xml"/><Relationship Id="rId37" Type="http://schemas.openxmlformats.org/officeDocument/2006/relationships/tags" Target="../tags/tag191.xml"/><Relationship Id="rId40" Type="http://schemas.openxmlformats.org/officeDocument/2006/relationships/tags" Target="../tags/tag194.xml"/><Relationship Id="rId45" Type="http://schemas.openxmlformats.org/officeDocument/2006/relationships/tags" Target="../tags/tag199.xml"/><Relationship Id="rId53" Type="http://schemas.openxmlformats.org/officeDocument/2006/relationships/tags" Target="../tags/tag207.xml"/><Relationship Id="rId58" Type="http://schemas.openxmlformats.org/officeDocument/2006/relationships/tags" Target="../tags/tag212.xml"/><Relationship Id="rId66" Type="http://schemas.openxmlformats.org/officeDocument/2006/relationships/tags" Target="../tags/tag220.xml"/><Relationship Id="rId5" Type="http://schemas.openxmlformats.org/officeDocument/2006/relationships/slideLayout" Target="../slideLayouts/slideLayout66.xml"/><Relationship Id="rId61" Type="http://schemas.openxmlformats.org/officeDocument/2006/relationships/tags" Target="../tags/tag215.xml"/><Relationship Id="rId19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83.xml"/><Relationship Id="rId27" Type="http://schemas.openxmlformats.org/officeDocument/2006/relationships/slideLayout" Target="../slideLayouts/slideLayout88.xml"/><Relationship Id="rId30" Type="http://schemas.openxmlformats.org/officeDocument/2006/relationships/slideLayout" Target="../slideLayouts/slideLayout91.xml"/><Relationship Id="rId35" Type="http://schemas.openxmlformats.org/officeDocument/2006/relationships/tags" Target="../tags/tag189.xml"/><Relationship Id="rId43" Type="http://schemas.openxmlformats.org/officeDocument/2006/relationships/tags" Target="../tags/tag197.xml"/><Relationship Id="rId48" Type="http://schemas.openxmlformats.org/officeDocument/2006/relationships/tags" Target="../tags/tag202.xml"/><Relationship Id="rId56" Type="http://schemas.openxmlformats.org/officeDocument/2006/relationships/tags" Target="../tags/tag210.xml"/><Relationship Id="rId64" Type="http://schemas.openxmlformats.org/officeDocument/2006/relationships/tags" Target="../tags/tag218.xml"/><Relationship Id="rId69" Type="http://schemas.openxmlformats.org/officeDocument/2006/relationships/tags" Target="../tags/tag223.xml"/><Relationship Id="rId8" Type="http://schemas.openxmlformats.org/officeDocument/2006/relationships/slideLayout" Target="../slideLayouts/slideLayout69.xml"/><Relationship Id="rId51" Type="http://schemas.openxmlformats.org/officeDocument/2006/relationships/tags" Target="../tags/tag205.xml"/><Relationship Id="rId3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73.xml"/><Relationship Id="rId17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86.xml"/><Relationship Id="rId33" Type="http://schemas.openxmlformats.org/officeDocument/2006/relationships/theme" Target="../theme/theme3.xml"/><Relationship Id="rId38" Type="http://schemas.openxmlformats.org/officeDocument/2006/relationships/tags" Target="../tags/tag192.xml"/><Relationship Id="rId46" Type="http://schemas.openxmlformats.org/officeDocument/2006/relationships/tags" Target="../tags/tag200.xml"/><Relationship Id="rId59" Type="http://schemas.openxmlformats.org/officeDocument/2006/relationships/tags" Target="../tags/tag213.xml"/><Relationship Id="rId67" Type="http://schemas.openxmlformats.org/officeDocument/2006/relationships/tags" Target="../tags/tag221.xml"/><Relationship Id="rId20" Type="http://schemas.openxmlformats.org/officeDocument/2006/relationships/slideLayout" Target="../slideLayouts/slideLayout81.xml"/><Relationship Id="rId41" Type="http://schemas.openxmlformats.org/officeDocument/2006/relationships/tags" Target="../tags/tag195.xml"/><Relationship Id="rId54" Type="http://schemas.openxmlformats.org/officeDocument/2006/relationships/tags" Target="../tags/tag208.xml"/><Relationship Id="rId62" Type="http://schemas.openxmlformats.org/officeDocument/2006/relationships/tags" Target="../tags/tag216.xml"/><Relationship Id="rId70" Type="http://schemas.openxmlformats.org/officeDocument/2006/relationships/oleObject" Target="../embeddings/oleObject4.bin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9.xml"/><Relationship Id="rId36" Type="http://schemas.openxmlformats.org/officeDocument/2006/relationships/tags" Target="../tags/tag190.xml"/><Relationship Id="rId49" Type="http://schemas.openxmlformats.org/officeDocument/2006/relationships/tags" Target="../tags/tag203.xml"/><Relationship Id="rId57" Type="http://schemas.openxmlformats.org/officeDocument/2006/relationships/tags" Target="../tags/tag211.xml"/><Relationship Id="rId10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92.xml"/><Relationship Id="rId44" Type="http://schemas.openxmlformats.org/officeDocument/2006/relationships/tags" Target="../tags/tag198.xml"/><Relationship Id="rId52" Type="http://schemas.openxmlformats.org/officeDocument/2006/relationships/tags" Target="../tags/tag206.xml"/><Relationship Id="rId60" Type="http://schemas.openxmlformats.org/officeDocument/2006/relationships/tags" Target="../tags/tag214.xml"/><Relationship Id="rId65" Type="http://schemas.openxmlformats.org/officeDocument/2006/relationships/tags" Target="../tags/tag219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4.xml"/><Relationship Id="rId18" Type="http://schemas.openxmlformats.org/officeDocument/2006/relationships/slideLayout" Target="../slideLayouts/slideLayout79.xml"/><Relationship Id="rId39" Type="http://schemas.openxmlformats.org/officeDocument/2006/relationships/tags" Target="../tags/tag193.xml"/><Relationship Id="rId34" Type="http://schemas.openxmlformats.org/officeDocument/2006/relationships/tags" Target="../tags/tag188.xml"/><Relationship Id="rId50" Type="http://schemas.openxmlformats.org/officeDocument/2006/relationships/tags" Target="../tags/tag204.xml"/><Relationship Id="rId55" Type="http://schemas.openxmlformats.org/officeDocument/2006/relationships/tags" Target="../tags/tag209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11.xml"/><Relationship Id="rId26" Type="http://schemas.openxmlformats.org/officeDocument/2006/relationships/slideLayout" Target="../slideLayouts/slideLayout119.xml"/><Relationship Id="rId39" Type="http://schemas.openxmlformats.org/officeDocument/2006/relationships/slideLayout" Target="../slideLayouts/slideLayout132.xml"/><Relationship Id="rId21" Type="http://schemas.openxmlformats.org/officeDocument/2006/relationships/slideLayout" Target="../slideLayouts/slideLayout114.xml"/><Relationship Id="rId34" Type="http://schemas.openxmlformats.org/officeDocument/2006/relationships/slideLayout" Target="../slideLayouts/slideLayout127.xml"/><Relationship Id="rId42" Type="http://schemas.openxmlformats.org/officeDocument/2006/relationships/slideLayout" Target="../slideLayouts/slideLayout135.xml"/><Relationship Id="rId47" Type="http://schemas.openxmlformats.org/officeDocument/2006/relationships/slideLayout" Target="../slideLayouts/slideLayout140.xml"/><Relationship Id="rId50" Type="http://schemas.openxmlformats.org/officeDocument/2006/relationships/slideLayout" Target="../slideLayouts/slideLayout143.xml"/><Relationship Id="rId55" Type="http://schemas.openxmlformats.org/officeDocument/2006/relationships/tags" Target="../tags/tag288.xml"/><Relationship Id="rId7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109.xml"/><Relationship Id="rId29" Type="http://schemas.openxmlformats.org/officeDocument/2006/relationships/slideLayout" Target="../slideLayouts/slideLayout122.xml"/><Relationship Id="rId11" Type="http://schemas.openxmlformats.org/officeDocument/2006/relationships/slideLayout" Target="../slideLayouts/slideLayout104.xml"/><Relationship Id="rId24" Type="http://schemas.openxmlformats.org/officeDocument/2006/relationships/slideLayout" Target="../slideLayouts/slideLayout117.xml"/><Relationship Id="rId32" Type="http://schemas.openxmlformats.org/officeDocument/2006/relationships/slideLayout" Target="../slideLayouts/slideLayout125.xml"/><Relationship Id="rId37" Type="http://schemas.openxmlformats.org/officeDocument/2006/relationships/slideLayout" Target="../slideLayouts/slideLayout130.xml"/><Relationship Id="rId40" Type="http://schemas.openxmlformats.org/officeDocument/2006/relationships/slideLayout" Target="../slideLayouts/slideLayout133.xml"/><Relationship Id="rId45" Type="http://schemas.openxmlformats.org/officeDocument/2006/relationships/slideLayout" Target="../slideLayouts/slideLayout138.xml"/><Relationship Id="rId53" Type="http://schemas.openxmlformats.org/officeDocument/2006/relationships/theme" Target="../theme/theme4.xml"/><Relationship Id="rId5" Type="http://schemas.openxmlformats.org/officeDocument/2006/relationships/slideLayout" Target="../slideLayouts/slideLayout98.xml"/><Relationship Id="rId19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7.xml"/><Relationship Id="rId22" Type="http://schemas.openxmlformats.org/officeDocument/2006/relationships/slideLayout" Target="../slideLayouts/slideLayout115.xml"/><Relationship Id="rId27" Type="http://schemas.openxmlformats.org/officeDocument/2006/relationships/slideLayout" Target="../slideLayouts/slideLayout120.xml"/><Relationship Id="rId30" Type="http://schemas.openxmlformats.org/officeDocument/2006/relationships/slideLayout" Target="../slideLayouts/slideLayout123.xml"/><Relationship Id="rId35" Type="http://schemas.openxmlformats.org/officeDocument/2006/relationships/slideLayout" Target="../slideLayouts/slideLayout128.xml"/><Relationship Id="rId43" Type="http://schemas.openxmlformats.org/officeDocument/2006/relationships/slideLayout" Target="../slideLayouts/slideLayout136.xml"/><Relationship Id="rId48" Type="http://schemas.openxmlformats.org/officeDocument/2006/relationships/slideLayout" Target="../slideLayouts/slideLayout141.xml"/><Relationship Id="rId56" Type="http://schemas.openxmlformats.org/officeDocument/2006/relationships/oleObject" Target="../embeddings/oleObject5.bin"/><Relationship Id="rId8" Type="http://schemas.openxmlformats.org/officeDocument/2006/relationships/slideLayout" Target="../slideLayouts/slideLayout101.xml"/><Relationship Id="rId51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10.xml"/><Relationship Id="rId25" Type="http://schemas.openxmlformats.org/officeDocument/2006/relationships/slideLayout" Target="../slideLayouts/slideLayout118.xml"/><Relationship Id="rId33" Type="http://schemas.openxmlformats.org/officeDocument/2006/relationships/slideLayout" Target="../slideLayouts/slideLayout126.xml"/><Relationship Id="rId38" Type="http://schemas.openxmlformats.org/officeDocument/2006/relationships/slideLayout" Target="../slideLayouts/slideLayout131.xml"/><Relationship Id="rId46" Type="http://schemas.openxmlformats.org/officeDocument/2006/relationships/slideLayout" Target="../slideLayouts/slideLayout139.xml"/><Relationship Id="rId20" Type="http://schemas.openxmlformats.org/officeDocument/2006/relationships/slideLayout" Target="../slideLayouts/slideLayout113.xml"/><Relationship Id="rId41" Type="http://schemas.openxmlformats.org/officeDocument/2006/relationships/slideLayout" Target="../slideLayouts/slideLayout134.xml"/><Relationship Id="rId54" Type="http://schemas.openxmlformats.org/officeDocument/2006/relationships/tags" Target="../tags/tag287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8.xml"/><Relationship Id="rId23" Type="http://schemas.openxmlformats.org/officeDocument/2006/relationships/slideLayout" Target="../slideLayouts/slideLayout116.xml"/><Relationship Id="rId28" Type="http://schemas.openxmlformats.org/officeDocument/2006/relationships/slideLayout" Target="../slideLayouts/slideLayout121.xml"/><Relationship Id="rId36" Type="http://schemas.openxmlformats.org/officeDocument/2006/relationships/slideLayout" Target="../slideLayouts/slideLayout129.xml"/><Relationship Id="rId49" Type="http://schemas.openxmlformats.org/officeDocument/2006/relationships/slideLayout" Target="../slideLayouts/slideLayout142.xml"/><Relationship Id="rId57" Type="http://schemas.openxmlformats.org/officeDocument/2006/relationships/image" Target="../media/image8.emf"/><Relationship Id="rId10" Type="http://schemas.openxmlformats.org/officeDocument/2006/relationships/slideLayout" Target="../slideLayouts/slideLayout103.xml"/><Relationship Id="rId31" Type="http://schemas.openxmlformats.org/officeDocument/2006/relationships/slideLayout" Target="../slideLayouts/slideLayout124.xml"/><Relationship Id="rId44" Type="http://schemas.openxmlformats.org/officeDocument/2006/relationships/slideLayout" Target="../slideLayouts/slideLayout137.xml"/><Relationship Id="rId52" Type="http://schemas.openxmlformats.org/officeDocument/2006/relationships/slideLayout" Target="../slideLayouts/slideLayout145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8.xml"/><Relationship Id="rId18" Type="http://schemas.openxmlformats.org/officeDocument/2006/relationships/slideLayout" Target="../slideLayouts/slideLayout163.xml"/><Relationship Id="rId26" Type="http://schemas.openxmlformats.org/officeDocument/2006/relationships/slideLayout" Target="../slideLayouts/slideLayout171.xml"/><Relationship Id="rId39" Type="http://schemas.openxmlformats.org/officeDocument/2006/relationships/slideLayout" Target="../slideLayouts/slideLayout184.xml"/><Relationship Id="rId21" Type="http://schemas.openxmlformats.org/officeDocument/2006/relationships/slideLayout" Target="../slideLayouts/slideLayout166.xml"/><Relationship Id="rId34" Type="http://schemas.openxmlformats.org/officeDocument/2006/relationships/slideLayout" Target="../slideLayouts/slideLayout179.xml"/><Relationship Id="rId42" Type="http://schemas.openxmlformats.org/officeDocument/2006/relationships/slideLayout" Target="../slideLayouts/slideLayout187.xml"/><Relationship Id="rId47" Type="http://schemas.openxmlformats.org/officeDocument/2006/relationships/slideLayout" Target="../slideLayouts/slideLayout192.xml"/><Relationship Id="rId50" Type="http://schemas.openxmlformats.org/officeDocument/2006/relationships/slideLayout" Target="../slideLayouts/slideLayout195.xml"/><Relationship Id="rId55" Type="http://schemas.openxmlformats.org/officeDocument/2006/relationships/tags" Target="../tags/tag290.xml"/><Relationship Id="rId7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47.xml"/><Relationship Id="rId16" Type="http://schemas.openxmlformats.org/officeDocument/2006/relationships/slideLayout" Target="../slideLayouts/slideLayout161.xml"/><Relationship Id="rId29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56.xml"/><Relationship Id="rId24" Type="http://schemas.openxmlformats.org/officeDocument/2006/relationships/slideLayout" Target="../slideLayouts/slideLayout169.xml"/><Relationship Id="rId32" Type="http://schemas.openxmlformats.org/officeDocument/2006/relationships/slideLayout" Target="../slideLayouts/slideLayout177.xml"/><Relationship Id="rId37" Type="http://schemas.openxmlformats.org/officeDocument/2006/relationships/slideLayout" Target="../slideLayouts/slideLayout182.xml"/><Relationship Id="rId40" Type="http://schemas.openxmlformats.org/officeDocument/2006/relationships/slideLayout" Target="../slideLayouts/slideLayout185.xml"/><Relationship Id="rId45" Type="http://schemas.openxmlformats.org/officeDocument/2006/relationships/slideLayout" Target="../slideLayouts/slideLayout190.xml"/><Relationship Id="rId53" Type="http://schemas.openxmlformats.org/officeDocument/2006/relationships/theme" Target="../theme/theme5.xml"/><Relationship Id="rId5" Type="http://schemas.openxmlformats.org/officeDocument/2006/relationships/slideLayout" Target="../slideLayouts/slideLayout150.xml"/><Relationship Id="rId19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59.xml"/><Relationship Id="rId22" Type="http://schemas.openxmlformats.org/officeDocument/2006/relationships/slideLayout" Target="../slideLayouts/slideLayout167.xml"/><Relationship Id="rId27" Type="http://schemas.openxmlformats.org/officeDocument/2006/relationships/slideLayout" Target="../slideLayouts/slideLayout172.xml"/><Relationship Id="rId30" Type="http://schemas.openxmlformats.org/officeDocument/2006/relationships/slideLayout" Target="../slideLayouts/slideLayout175.xml"/><Relationship Id="rId35" Type="http://schemas.openxmlformats.org/officeDocument/2006/relationships/slideLayout" Target="../slideLayouts/slideLayout180.xml"/><Relationship Id="rId43" Type="http://schemas.openxmlformats.org/officeDocument/2006/relationships/slideLayout" Target="../slideLayouts/slideLayout188.xml"/><Relationship Id="rId48" Type="http://schemas.openxmlformats.org/officeDocument/2006/relationships/slideLayout" Target="../slideLayouts/slideLayout193.xml"/><Relationship Id="rId56" Type="http://schemas.openxmlformats.org/officeDocument/2006/relationships/oleObject" Target="../embeddings/oleObject6.bin"/><Relationship Id="rId8" Type="http://schemas.openxmlformats.org/officeDocument/2006/relationships/slideLayout" Target="../slideLayouts/slideLayout153.xml"/><Relationship Id="rId51" Type="http://schemas.openxmlformats.org/officeDocument/2006/relationships/slideLayout" Target="../slideLayouts/slideLayout196.xml"/><Relationship Id="rId3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57.xml"/><Relationship Id="rId17" Type="http://schemas.openxmlformats.org/officeDocument/2006/relationships/slideLayout" Target="../slideLayouts/slideLayout162.xml"/><Relationship Id="rId25" Type="http://schemas.openxmlformats.org/officeDocument/2006/relationships/slideLayout" Target="../slideLayouts/slideLayout170.xml"/><Relationship Id="rId33" Type="http://schemas.openxmlformats.org/officeDocument/2006/relationships/slideLayout" Target="../slideLayouts/slideLayout178.xml"/><Relationship Id="rId38" Type="http://schemas.openxmlformats.org/officeDocument/2006/relationships/slideLayout" Target="../slideLayouts/slideLayout183.xml"/><Relationship Id="rId46" Type="http://schemas.openxmlformats.org/officeDocument/2006/relationships/slideLayout" Target="../slideLayouts/slideLayout191.xml"/><Relationship Id="rId20" Type="http://schemas.openxmlformats.org/officeDocument/2006/relationships/slideLayout" Target="../slideLayouts/slideLayout165.xml"/><Relationship Id="rId41" Type="http://schemas.openxmlformats.org/officeDocument/2006/relationships/slideLayout" Target="../slideLayouts/slideLayout186.xml"/><Relationship Id="rId54" Type="http://schemas.openxmlformats.org/officeDocument/2006/relationships/tags" Target="../tags/tag289.xml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5" Type="http://schemas.openxmlformats.org/officeDocument/2006/relationships/slideLayout" Target="../slideLayouts/slideLayout160.xml"/><Relationship Id="rId23" Type="http://schemas.openxmlformats.org/officeDocument/2006/relationships/slideLayout" Target="../slideLayouts/slideLayout168.xml"/><Relationship Id="rId28" Type="http://schemas.openxmlformats.org/officeDocument/2006/relationships/slideLayout" Target="../slideLayouts/slideLayout173.xml"/><Relationship Id="rId36" Type="http://schemas.openxmlformats.org/officeDocument/2006/relationships/slideLayout" Target="../slideLayouts/slideLayout181.xml"/><Relationship Id="rId49" Type="http://schemas.openxmlformats.org/officeDocument/2006/relationships/slideLayout" Target="../slideLayouts/slideLayout194.xml"/><Relationship Id="rId57" Type="http://schemas.openxmlformats.org/officeDocument/2006/relationships/image" Target="../media/image8.emf"/><Relationship Id="rId10" Type="http://schemas.openxmlformats.org/officeDocument/2006/relationships/slideLayout" Target="../slideLayouts/slideLayout155.xml"/><Relationship Id="rId31" Type="http://schemas.openxmlformats.org/officeDocument/2006/relationships/slideLayout" Target="../slideLayouts/slideLayout176.xml"/><Relationship Id="rId44" Type="http://schemas.openxmlformats.org/officeDocument/2006/relationships/slideLayout" Target="../slideLayouts/slideLayout189.xml"/><Relationship Id="rId52" Type="http://schemas.openxmlformats.org/officeDocument/2006/relationships/slideLayout" Target="../slideLayouts/slideLayout197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0.xml"/><Relationship Id="rId18" Type="http://schemas.openxmlformats.org/officeDocument/2006/relationships/slideLayout" Target="../slideLayouts/slideLayout215.xml"/><Relationship Id="rId26" Type="http://schemas.openxmlformats.org/officeDocument/2006/relationships/slideLayout" Target="../slideLayouts/slideLayout223.xml"/><Relationship Id="rId39" Type="http://schemas.openxmlformats.org/officeDocument/2006/relationships/slideLayout" Target="../slideLayouts/slideLayout236.xml"/><Relationship Id="rId21" Type="http://schemas.openxmlformats.org/officeDocument/2006/relationships/slideLayout" Target="../slideLayouts/slideLayout218.xml"/><Relationship Id="rId34" Type="http://schemas.openxmlformats.org/officeDocument/2006/relationships/slideLayout" Target="../slideLayouts/slideLayout231.xml"/><Relationship Id="rId42" Type="http://schemas.openxmlformats.org/officeDocument/2006/relationships/slideLayout" Target="../slideLayouts/slideLayout239.xml"/><Relationship Id="rId47" Type="http://schemas.openxmlformats.org/officeDocument/2006/relationships/slideLayout" Target="../slideLayouts/slideLayout244.xml"/><Relationship Id="rId50" Type="http://schemas.openxmlformats.org/officeDocument/2006/relationships/slideLayout" Target="../slideLayouts/slideLayout247.xml"/><Relationship Id="rId55" Type="http://schemas.openxmlformats.org/officeDocument/2006/relationships/tags" Target="../tags/tag292.xml"/><Relationship Id="rId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99.xml"/><Relationship Id="rId16" Type="http://schemas.openxmlformats.org/officeDocument/2006/relationships/slideLayout" Target="../slideLayouts/slideLayout213.xml"/><Relationship Id="rId29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08.xml"/><Relationship Id="rId24" Type="http://schemas.openxmlformats.org/officeDocument/2006/relationships/slideLayout" Target="../slideLayouts/slideLayout221.xml"/><Relationship Id="rId32" Type="http://schemas.openxmlformats.org/officeDocument/2006/relationships/slideLayout" Target="../slideLayouts/slideLayout229.xml"/><Relationship Id="rId37" Type="http://schemas.openxmlformats.org/officeDocument/2006/relationships/slideLayout" Target="../slideLayouts/slideLayout234.xml"/><Relationship Id="rId40" Type="http://schemas.openxmlformats.org/officeDocument/2006/relationships/slideLayout" Target="../slideLayouts/slideLayout237.xml"/><Relationship Id="rId45" Type="http://schemas.openxmlformats.org/officeDocument/2006/relationships/slideLayout" Target="../slideLayouts/slideLayout242.xml"/><Relationship Id="rId53" Type="http://schemas.openxmlformats.org/officeDocument/2006/relationships/theme" Target="../theme/theme6.xml"/><Relationship Id="rId5" Type="http://schemas.openxmlformats.org/officeDocument/2006/relationships/slideLayout" Target="../slideLayouts/slideLayout202.xml"/><Relationship Id="rId19" Type="http://schemas.openxmlformats.org/officeDocument/2006/relationships/slideLayout" Target="../slideLayouts/slideLayout216.xml"/><Relationship Id="rId4" Type="http://schemas.openxmlformats.org/officeDocument/2006/relationships/slideLayout" Target="../slideLayouts/slideLayout201.xml"/><Relationship Id="rId9" Type="http://schemas.openxmlformats.org/officeDocument/2006/relationships/slideLayout" Target="../slideLayouts/slideLayout206.xml"/><Relationship Id="rId14" Type="http://schemas.openxmlformats.org/officeDocument/2006/relationships/slideLayout" Target="../slideLayouts/slideLayout211.xml"/><Relationship Id="rId22" Type="http://schemas.openxmlformats.org/officeDocument/2006/relationships/slideLayout" Target="../slideLayouts/slideLayout219.xml"/><Relationship Id="rId27" Type="http://schemas.openxmlformats.org/officeDocument/2006/relationships/slideLayout" Target="../slideLayouts/slideLayout224.xml"/><Relationship Id="rId30" Type="http://schemas.openxmlformats.org/officeDocument/2006/relationships/slideLayout" Target="../slideLayouts/slideLayout227.xml"/><Relationship Id="rId35" Type="http://schemas.openxmlformats.org/officeDocument/2006/relationships/slideLayout" Target="../slideLayouts/slideLayout232.xml"/><Relationship Id="rId43" Type="http://schemas.openxmlformats.org/officeDocument/2006/relationships/slideLayout" Target="../slideLayouts/slideLayout240.xml"/><Relationship Id="rId48" Type="http://schemas.openxmlformats.org/officeDocument/2006/relationships/slideLayout" Target="../slideLayouts/slideLayout245.xml"/><Relationship Id="rId56" Type="http://schemas.openxmlformats.org/officeDocument/2006/relationships/oleObject" Target="../embeddings/oleObject7.bin"/><Relationship Id="rId8" Type="http://schemas.openxmlformats.org/officeDocument/2006/relationships/slideLayout" Target="../slideLayouts/slideLayout205.xml"/><Relationship Id="rId51" Type="http://schemas.openxmlformats.org/officeDocument/2006/relationships/slideLayout" Target="../slideLayouts/slideLayout248.xml"/><Relationship Id="rId3" Type="http://schemas.openxmlformats.org/officeDocument/2006/relationships/slideLayout" Target="../slideLayouts/slideLayout200.xml"/><Relationship Id="rId12" Type="http://schemas.openxmlformats.org/officeDocument/2006/relationships/slideLayout" Target="../slideLayouts/slideLayout209.xml"/><Relationship Id="rId17" Type="http://schemas.openxmlformats.org/officeDocument/2006/relationships/slideLayout" Target="../slideLayouts/slideLayout214.xml"/><Relationship Id="rId25" Type="http://schemas.openxmlformats.org/officeDocument/2006/relationships/slideLayout" Target="../slideLayouts/slideLayout222.xml"/><Relationship Id="rId33" Type="http://schemas.openxmlformats.org/officeDocument/2006/relationships/slideLayout" Target="../slideLayouts/slideLayout230.xml"/><Relationship Id="rId38" Type="http://schemas.openxmlformats.org/officeDocument/2006/relationships/slideLayout" Target="../slideLayouts/slideLayout235.xml"/><Relationship Id="rId46" Type="http://schemas.openxmlformats.org/officeDocument/2006/relationships/slideLayout" Target="../slideLayouts/slideLayout243.xml"/><Relationship Id="rId20" Type="http://schemas.openxmlformats.org/officeDocument/2006/relationships/slideLayout" Target="../slideLayouts/slideLayout217.xml"/><Relationship Id="rId41" Type="http://schemas.openxmlformats.org/officeDocument/2006/relationships/slideLayout" Target="../slideLayouts/slideLayout238.xml"/><Relationship Id="rId54" Type="http://schemas.openxmlformats.org/officeDocument/2006/relationships/tags" Target="../tags/tag291.xml"/><Relationship Id="rId1" Type="http://schemas.openxmlformats.org/officeDocument/2006/relationships/slideLayout" Target="../slideLayouts/slideLayout198.xml"/><Relationship Id="rId6" Type="http://schemas.openxmlformats.org/officeDocument/2006/relationships/slideLayout" Target="../slideLayouts/slideLayout203.xml"/><Relationship Id="rId15" Type="http://schemas.openxmlformats.org/officeDocument/2006/relationships/slideLayout" Target="../slideLayouts/slideLayout212.xml"/><Relationship Id="rId23" Type="http://schemas.openxmlformats.org/officeDocument/2006/relationships/slideLayout" Target="../slideLayouts/slideLayout220.xml"/><Relationship Id="rId28" Type="http://schemas.openxmlformats.org/officeDocument/2006/relationships/slideLayout" Target="../slideLayouts/slideLayout225.xml"/><Relationship Id="rId36" Type="http://schemas.openxmlformats.org/officeDocument/2006/relationships/slideLayout" Target="../slideLayouts/slideLayout233.xml"/><Relationship Id="rId49" Type="http://schemas.openxmlformats.org/officeDocument/2006/relationships/slideLayout" Target="../slideLayouts/slideLayout246.xml"/><Relationship Id="rId57" Type="http://schemas.openxmlformats.org/officeDocument/2006/relationships/image" Target="../media/image8.emf"/><Relationship Id="rId10" Type="http://schemas.openxmlformats.org/officeDocument/2006/relationships/slideLayout" Target="../slideLayouts/slideLayout207.xml"/><Relationship Id="rId31" Type="http://schemas.openxmlformats.org/officeDocument/2006/relationships/slideLayout" Target="../slideLayouts/slideLayout228.xml"/><Relationship Id="rId44" Type="http://schemas.openxmlformats.org/officeDocument/2006/relationships/slideLayout" Target="../slideLayouts/slideLayout241.xml"/><Relationship Id="rId52" Type="http://schemas.openxmlformats.org/officeDocument/2006/relationships/slideLayout" Target="../slideLayouts/slideLayout249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2.xml"/><Relationship Id="rId18" Type="http://schemas.openxmlformats.org/officeDocument/2006/relationships/slideLayout" Target="../slideLayouts/slideLayout267.xml"/><Relationship Id="rId26" Type="http://schemas.openxmlformats.org/officeDocument/2006/relationships/slideLayout" Target="../slideLayouts/slideLayout275.xml"/><Relationship Id="rId39" Type="http://schemas.openxmlformats.org/officeDocument/2006/relationships/slideLayout" Target="../slideLayouts/slideLayout288.xml"/><Relationship Id="rId21" Type="http://schemas.openxmlformats.org/officeDocument/2006/relationships/slideLayout" Target="../slideLayouts/slideLayout270.xml"/><Relationship Id="rId34" Type="http://schemas.openxmlformats.org/officeDocument/2006/relationships/slideLayout" Target="../slideLayouts/slideLayout283.xml"/><Relationship Id="rId42" Type="http://schemas.openxmlformats.org/officeDocument/2006/relationships/slideLayout" Target="../slideLayouts/slideLayout291.xml"/><Relationship Id="rId47" Type="http://schemas.openxmlformats.org/officeDocument/2006/relationships/slideLayout" Target="../slideLayouts/slideLayout296.xml"/><Relationship Id="rId50" Type="http://schemas.openxmlformats.org/officeDocument/2006/relationships/slideLayout" Target="../slideLayouts/slideLayout299.xml"/><Relationship Id="rId55" Type="http://schemas.openxmlformats.org/officeDocument/2006/relationships/tags" Target="../tags/tag294.xml"/><Relationship Id="rId7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1.xml"/><Relationship Id="rId16" Type="http://schemas.openxmlformats.org/officeDocument/2006/relationships/slideLayout" Target="../slideLayouts/slideLayout265.xml"/><Relationship Id="rId29" Type="http://schemas.openxmlformats.org/officeDocument/2006/relationships/slideLayout" Target="../slideLayouts/slideLayout278.xml"/><Relationship Id="rId11" Type="http://schemas.openxmlformats.org/officeDocument/2006/relationships/slideLayout" Target="../slideLayouts/slideLayout260.xml"/><Relationship Id="rId24" Type="http://schemas.openxmlformats.org/officeDocument/2006/relationships/slideLayout" Target="../slideLayouts/slideLayout273.xml"/><Relationship Id="rId32" Type="http://schemas.openxmlformats.org/officeDocument/2006/relationships/slideLayout" Target="../slideLayouts/slideLayout281.xml"/><Relationship Id="rId37" Type="http://schemas.openxmlformats.org/officeDocument/2006/relationships/slideLayout" Target="../slideLayouts/slideLayout286.xml"/><Relationship Id="rId40" Type="http://schemas.openxmlformats.org/officeDocument/2006/relationships/slideLayout" Target="../slideLayouts/slideLayout289.xml"/><Relationship Id="rId45" Type="http://schemas.openxmlformats.org/officeDocument/2006/relationships/slideLayout" Target="../slideLayouts/slideLayout294.xml"/><Relationship Id="rId53" Type="http://schemas.openxmlformats.org/officeDocument/2006/relationships/theme" Target="../theme/theme7.xml"/><Relationship Id="rId5" Type="http://schemas.openxmlformats.org/officeDocument/2006/relationships/slideLayout" Target="../slideLayouts/slideLayout254.xml"/><Relationship Id="rId19" Type="http://schemas.openxmlformats.org/officeDocument/2006/relationships/slideLayout" Target="../slideLayouts/slideLayout268.xml"/><Relationship Id="rId4" Type="http://schemas.openxmlformats.org/officeDocument/2006/relationships/slideLayout" Target="../slideLayouts/slideLayout253.xml"/><Relationship Id="rId9" Type="http://schemas.openxmlformats.org/officeDocument/2006/relationships/slideLayout" Target="../slideLayouts/slideLayout258.xml"/><Relationship Id="rId14" Type="http://schemas.openxmlformats.org/officeDocument/2006/relationships/slideLayout" Target="../slideLayouts/slideLayout263.xml"/><Relationship Id="rId22" Type="http://schemas.openxmlformats.org/officeDocument/2006/relationships/slideLayout" Target="../slideLayouts/slideLayout271.xml"/><Relationship Id="rId27" Type="http://schemas.openxmlformats.org/officeDocument/2006/relationships/slideLayout" Target="../slideLayouts/slideLayout276.xml"/><Relationship Id="rId30" Type="http://schemas.openxmlformats.org/officeDocument/2006/relationships/slideLayout" Target="../slideLayouts/slideLayout279.xml"/><Relationship Id="rId35" Type="http://schemas.openxmlformats.org/officeDocument/2006/relationships/slideLayout" Target="../slideLayouts/slideLayout284.xml"/><Relationship Id="rId43" Type="http://schemas.openxmlformats.org/officeDocument/2006/relationships/slideLayout" Target="../slideLayouts/slideLayout292.xml"/><Relationship Id="rId48" Type="http://schemas.openxmlformats.org/officeDocument/2006/relationships/slideLayout" Target="../slideLayouts/slideLayout297.xml"/><Relationship Id="rId56" Type="http://schemas.openxmlformats.org/officeDocument/2006/relationships/oleObject" Target="../embeddings/oleObject8.bin"/><Relationship Id="rId8" Type="http://schemas.openxmlformats.org/officeDocument/2006/relationships/slideLayout" Target="../slideLayouts/slideLayout257.xml"/><Relationship Id="rId51" Type="http://schemas.openxmlformats.org/officeDocument/2006/relationships/slideLayout" Target="../slideLayouts/slideLayout300.xml"/><Relationship Id="rId3" Type="http://schemas.openxmlformats.org/officeDocument/2006/relationships/slideLayout" Target="../slideLayouts/slideLayout252.xml"/><Relationship Id="rId12" Type="http://schemas.openxmlformats.org/officeDocument/2006/relationships/slideLayout" Target="../slideLayouts/slideLayout261.xml"/><Relationship Id="rId17" Type="http://schemas.openxmlformats.org/officeDocument/2006/relationships/slideLayout" Target="../slideLayouts/slideLayout266.xml"/><Relationship Id="rId25" Type="http://schemas.openxmlformats.org/officeDocument/2006/relationships/slideLayout" Target="../slideLayouts/slideLayout274.xml"/><Relationship Id="rId33" Type="http://schemas.openxmlformats.org/officeDocument/2006/relationships/slideLayout" Target="../slideLayouts/slideLayout282.xml"/><Relationship Id="rId38" Type="http://schemas.openxmlformats.org/officeDocument/2006/relationships/slideLayout" Target="../slideLayouts/slideLayout287.xml"/><Relationship Id="rId46" Type="http://schemas.openxmlformats.org/officeDocument/2006/relationships/slideLayout" Target="../slideLayouts/slideLayout295.xml"/><Relationship Id="rId20" Type="http://schemas.openxmlformats.org/officeDocument/2006/relationships/slideLayout" Target="../slideLayouts/slideLayout269.xml"/><Relationship Id="rId41" Type="http://schemas.openxmlformats.org/officeDocument/2006/relationships/slideLayout" Target="../slideLayouts/slideLayout290.xml"/><Relationship Id="rId54" Type="http://schemas.openxmlformats.org/officeDocument/2006/relationships/tags" Target="../tags/tag293.xml"/><Relationship Id="rId1" Type="http://schemas.openxmlformats.org/officeDocument/2006/relationships/slideLayout" Target="../slideLayouts/slideLayout250.xml"/><Relationship Id="rId6" Type="http://schemas.openxmlformats.org/officeDocument/2006/relationships/slideLayout" Target="../slideLayouts/slideLayout255.xml"/><Relationship Id="rId15" Type="http://schemas.openxmlformats.org/officeDocument/2006/relationships/slideLayout" Target="../slideLayouts/slideLayout264.xml"/><Relationship Id="rId23" Type="http://schemas.openxmlformats.org/officeDocument/2006/relationships/slideLayout" Target="../slideLayouts/slideLayout272.xml"/><Relationship Id="rId28" Type="http://schemas.openxmlformats.org/officeDocument/2006/relationships/slideLayout" Target="../slideLayouts/slideLayout277.xml"/><Relationship Id="rId36" Type="http://schemas.openxmlformats.org/officeDocument/2006/relationships/slideLayout" Target="../slideLayouts/slideLayout285.xml"/><Relationship Id="rId49" Type="http://schemas.openxmlformats.org/officeDocument/2006/relationships/slideLayout" Target="../slideLayouts/slideLayout298.xml"/><Relationship Id="rId57" Type="http://schemas.openxmlformats.org/officeDocument/2006/relationships/image" Target="../media/image8.emf"/><Relationship Id="rId10" Type="http://schemas.openxmlformats.org/officeDocument/2006/relationships/slideLayout" Target="../slideLayouts/slideLayout259.xml"/><Relationship Id="rId31" Type="http://schemas.openxmlformats.org/officeDocument/2006/relationships/slideLayout" Target="../slideLayouts/slideLayout280.xml"/><Relationship Id="rId44" Type="http://schemas.openxmlformats.org/officeDocument/2006/relationships/slideLayout" Target="../slideLayouts/slideLayout293.xml"/><Relationship Id="rId52" Type="http://schemas.openxmlformats.org/officeDocument/2006/relationships/slideLayout" Target="../slideLayouts/slideLayout3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362D27F-80AF-4BB4-9936-2445D1D4164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27233927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9" imgW="592" imgH="591" progId="TCLayout.ActiveDocument.1">
                  <p:embed/>
                </p:oleObj>
              </mc:Choice>
              <mc:Fallback>
                <p:oleObj name="think-cell Slide" r:id="rId59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cdtRectangle 115 Id3078"/>
          <p:cNvSpPr>
            <a:spLocks noGrp="1" noChangeArrowheads="1"/>
          </p:cNvSpPr>
          <p:nvPr>
            <p:ph type="title"/>
            <p:custDataLst>
              <p:tags r:id="rId33"/>
            </p:custDataLst>
          </p:nvPr>
        </p:nvSpPr>
        <p:spPr bwMode="auto">
          <a:xfrm>
            <a:off x="0" y="-1"/>
            <a:ext cx="12198350" cy="1440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26400" tIns="432000" rIns="3384000" bIns="234000" numCol="1" anchor="t" anchorCtr="0" compatLnSpc="1"/>
          <a:lstStyle/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3079" name="cdtRectangle 116 Id3079"/>
          <p:cNvSpPr>
            <a:spLocks noGrp="1" noChangeArrowheads="1"/>
          </p:cNvSpPr>
          <p:nvPr>
            <p:ph type="body" idx="1"/>
            <p:custDataLst>
              <p:tags r:id="rId34"/>
            </p:custDataLst>
          </p:nvPr>
        </p:nvSpPr>
        <p:spPr bwMode="auto">
          <a:xfrm>
            <a:off x="627063" y="1443037"/>
            <a:ext cx="8208962" cy="4750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cxnSp>
        <p:nvCxnSpPr>
          <p:cNvPr id="3072" name="cdtMasterTags_CL1 Id3072"/>
          <p:cNvCxnSpPr/>
          <p:nvPr>
            <p:custDataLst>
              <p:tags r:id="rId3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" name="cdtMasterTags_CL2 Id3073"/>
          <p:cNvCxnSpPr/>
          <p:nvPr>
            <p:custDataLst>
              <p:tags r:id="rId3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" name="cdtMasterTags_CL3 Id3074"/>
          <p:cNvCxnSpPr/>
          <p:nvPr>
            <p:custDataLst>
              <p:tags r:id="rId3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" name="cdtMasterTags_CL4 Id3075"/>
          <p:cNvCxnSpPr/>
          <p:nvPr>
            <p:custDataLst>
              <p:tags r:id="rId3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6" name="cdtMasterTags_CL5 Id3076"/>
          <p:cNvCxnSpPr/>
          <p:nvPr>
            <p:custDataLst>
              <p:tags r:id="rId3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7" name="cdtMasterTags_CL6 Id3077"/>
          <p:cNvCxnSpPr/>
          <p:nvPr>
            <p:custDataLst>
              <p:tags r:id="rId4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0" name="cdtMasterTags_CL7 Id3080"/>
          <p:cNvCxnSpPr/>
          <p:nvPr>
            <p:custDataLst>
              <p:tags r:id="rId4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1" name="cdtMasterTags_CL8 Id3081"/>
          <p:cNvCxnSpPr/>
          <p:nvPr>
            <p:custDataLst>
              <p:tags r:id="rId4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2" name="cdtMasterTags_CL9 Id3082"/>
          <p:cNvCxnSpPr/>
          <p:nvPr>
            <p:custDataLst>
              <p:tags r:id="rId4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3" name="cdtMasterTags_CL10 Id3083"/>
          <p:cNvCxnSpPr/>
          <p:nvPr>
            <p:custDataLst>
              <p:tags r:id="rId4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4" name="cdtMasterTags_CL11 Id3084"/>
          <p:cNvCxnSpPr/>
          <p:nvPr>
            <p:custDataLst>
              <p:tags r:id="rId4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5" name="cdtMasterTags_CL12 Id3085"/>
          <p:cNvCxnSpPr/>
          <p:nvPr>
            <p:custDataLst>
              <p:tags r:id="rId4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6" name="cdtMasterTags_CL13 Id3086"/>
          <p:cNvCxnSpPr/>
          <p:nvPr>
            <p:custDataLst>
              <p:tags r:id="rId4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7" name="cdtMasterTags_CL14 Id3087"/>
          <p:cNvCxnSpPr/>
          <p:nvPr>
            <p:custDataLst>
              <p:tags r:id="rId4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8" name="cdtMasterTags_CL15 Id3088"/>
          <p:cNvCxnSpPr/>
          <p:nvPr>
            <p:custDataLst>
              <p:tags r:id="rId4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9" name="cdtMasterTags_CL16 Id3089"/>
          <p:cNvCxnSpPr/>
          <p:nvPr>
            <p:custDataLst>
              <p:tags r:id="rId5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0" name="cdtMasterTags_CL17 Id3090"/>
          <p:cNvCxnSpPr/>
          <p:nvPr>
            <p:custDataLst>
              <p:tags r:id="rId5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1" name="cdtMasterTags_CL18 Id3091"/>
          <p:cNvCxnSpPr/>
          <p:nvPr>
            <p:custDataLst>
              <p:tags r:id="rId5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2" name="cdtMasterTags_CL19 Id3092"/>
          <p:cNvCxnSpPr/>
          <p:nvPr>
            <p:custDataLst>
              <p:tags r:id="rId5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3" name="cdtMasterTags_CL20 Id3093"/>
          <p:cNvCxnSpPr/>
          <p:nvPr>
            <p:custDataLst>
              <p:tags r:id="rId5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4" name="cdtMasterTags_CL21 Id3094"/>
          <p:cNvCxnSpPr/>
          <p:nvPr>
            <p:custDataLst>
              <p:tags r:id="rId5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5" name="cdtMasterTags_CL22 Id3095"/>
          <p:cNvCxnSpPr/>
          <p:nvPr>
            <p:custDataLst>
              <p:tags r:id="rId5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6" name="cdtMasterTags"/>
          <p:cNvCxnSpPr/>
          <p:nvPr>
            <p:custDataLst>
              <p:tags r:id="rId5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cdtTextBox 12 Id17"/>
          <p:cNvSpPr txBox="1"/>
          <p:nvPr>
            <p:custDataLst>
              <p:tags r:id="rId58"/>
            </p:custDataLst>
          </p:nvPr>
        </p:nvSpPr>
        <p:spPr>
          <a:xfrm>
            <a:off x="0" y="6597650"/>
            <a:ext cx="3932230" cy="260350"/>
          </a:xfrm>
          <a:prstGeom prst="rect">
            <a:avLst/>
          </a:prstGeom>
          <a:noFill/>
        </p:spPr>
        <p:txBody>
          <a:bodyPr wrap="square" lIns="1908000" tIns="0" rIns="0" bIns="115200" rtlCol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000" noProof="0" dirty="0">
              <a:solidFill>
                <a:srgbClr val="000000"/>
              </a:solidFill>
            </a:endParaRPr>
          </a:p>
        </p:txBody>
      </p:sp>
      <p:grpSp>
        <p:nvGrpSpPr>
          <p:cNvPr id="67" name="Gruppieren 66"/>
          <p:cNvGrpSpPr/>
          <p:nvPr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68" name="Gerade Verbindung 67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76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77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78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Gerade Verbindung 79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Gerade Verbindung 80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Gerade Verbindung 81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EDC49CE2-C290-4CD7-94E8-ABFEB6CD58B1}"/>
              </a:ext>
            </a:extLst>
          </p:cNvPr>
          <p:cNvPicPr>
            <a:picLocks noChangeAspect="1"/>
          </p:cNvPicPr>
          <p:nvPr userDrawn="1"/>
        </p:nvPicPr>
        <p:blipFill>
          <a:blip r:embed="rId6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5018" y="404580"/>
            <a:ext cx="1440175" cy="6095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962" r:id="rId30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646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ヒラギノ角ゴ Pro W3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ヒラギノ角ゴ Pro W3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ヒラギノ角ゴ Pro W3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ヒラギノ角ゴ Pro W3" charset="0"/>
        </a:defRPr>
      </a:lvl9pPr>
    </p:titleStyle>
    <p:bodyStyle>
      <a:lvl1pPr marL="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79705" indent="-17970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358775" indent="-17970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38480" indent="-17970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20090" indent="-17970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72009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panose="05000000000000000000" charset="0"/>
        <a:buNone/>
        <a:defRPr>
          <a:solidFill>
            <a:schemeClr val="tx1"/>
          </a:solidFill>
          <a:latin typeface="+mn-lt"/>
          <a:ea typeface="+mn-ea"/>
        </a:defRPr>
      </a:lvl6pPr>
      <a:lvl7pPr marL="72009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panose="05000000000000000000" charset="0"/>
        <a:buNone/>
        <a:defRPr>
          <a:solidFill>
            <a:schemeClr val="tx1"/>
          </a:solidFill>
          <a:latin typeface="+mn-lt"/>
          <a:ea typeface="+mn-ea"/>
        </a:defRPr>
      </a:lvl7pPr>
      <a:lvl8pPr marL="72009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panose="05000000000000000000" charset="0"/>
        <a:buNone/>
        <a:defRPr>
          <a:solidFill>
            <a:schemeClr val="tx1"/>
          </a:solidFill>
          <a:latin typeface="+mn-lt"/>
          <a:ea typeface="+mn-ea"/>
        </a:defRPr>
      </a:lvl8pPr>
      <a:lvl9pPr marL="72009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panose="05000000000000000000" charset="0"/>
        <a:buNone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7BFC96F-BB3D-4CE3-8A69-6C34D9DC88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0089624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592" imgH="591" progId="TCLayout.ActiveDocument.1">
                  <p:embed/>
                </p:oleObj>
              </mc:Choice>
              <mc:Fallback>
                <p:oleObj name="think-cell Slide" r:id="rId62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cdtRectangle 115 Id3078"/>
          <p:cNvSpPr>
            <a:spLocks noGrp="1" noChangeArrowheads="1"/>
          </p:cNvSpPr>
          <p:nvPr>
            <p:ph type="title"/>
            <p:custDataLst>
              <p:tags r:id="rId34"/>
            </p:custDataLst>
          </p:nvPr>
        </p:nvSpPr>
        <p:spPr bwMode="auto">
          <a:xfrm>
            <a:off x="0" y="-1"/>
            <a:ext cx="12198350" cy="1440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26400" tIns="432000" rIns="3384000" bIns="234000" numCol="1" anchor="t" anchorCtr="0" compatLnSpc="1"/>
          <a:lstStyle/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3079" name="cdtRectangle 116 Id3079"/>
          <p:cNvSpPr>
            <a:spLocks noGrp="1" noChangeArrowheads="1"/>
          </p:cNvSpPr>
          <p:nvPr>
            <p:ph type="body" idx="1"/>
            <p:custDataLst>
              <p:tags r:id="rId35"/>
            </p:custDataLst>
          </p:nvPr>
        </p:nvSpPr>
        <p:spPr bwMode="auto">
          <a:xfrm>
            <a:off x="627063" y="1443037"/>
            <a:ext cx="8208962" cy="4750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cxnSp>
        <p:nvCxnSpPr>
          <p:cNvPr id="3072" name="cdtMasterTags_CL1 Id3072"/>
          <p:cNvCxnSpPr/>
          <p:nvPr>
            <p:custDataLst>
              <p:tags r:id="rId3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" name="cdtMasterTags_CL2 Id3073"/>
          <p:cNvCxnSpPr/>
          <p:nvPr>
            <p:custDataLst>
              <p:tags r:id="rId3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" name="cdtMasterTags_CL3 Id3074"/>
          <p:cNvCxnSpPr/>
          <p:nvPr>
            <p:custDataLst>
              <p:tags r:id="rId3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" name="cdtMasterTags_CL4 Id3075"/>
          <p:cNvCxnSpPr/>
          <p:nvPr>
            <p:custDataLst>
              <p:tags r:id="rId3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6" name="cdtMasterTags_CL5 Id3076"/>
          <p:cNvCxnSpPr/>
          <p:nvPr>
            <p:custDataLst>
              <p:tags r:id="rId4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7" name="cdtMasterTags_CL6 Id3077"/>
          <p:cNvCxnSpPr/>
          <p:nvPr>
            <p:custDataLst>
              <p:tags r:id="rId4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0" name="cdtMasterTags_CL7 Id3080"/>
          <p:cNvCxnSpPr/>
          <p:nvPr>
            <p:custDataLst>
              <p:tags r:id="rId4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1" name="cdtMasterTags_CL8 Id3081"/>
          <p:cNvCxnSpPr/>
          <p:nvPr>
            <p:custDataLst>
              <p:tags r:id="rId4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2" name="cdtMasterTags_CL9 Id3082"/>
          <p:cNvCxnSpPr/>
          <p:nvPr>
            <p:custDataLst>
              <p:tags r:id="rId4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3" name="cdtMasterTags_CL10 Id3083"/>
          <p:cNvCxnSpPr/>
          <p:nvPr>
            <p:custDataLst>
              <p:tags r:id="rId4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4" name="cdtMasterTags_CL11 Id3084"/>
          <p:cNvCxnSpPr/>
          <p:nvPr>
            <p:custDataLst>
              <p:tags r:id="rId4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5" name="cdtMasterTags_CL12 Id3085"/>
          <p:cNvCxnSpPr/>
          <p:nvPr>
            <p:custDataLst>
              <p:tags r:id="rId4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6" name="cdtMasterTags_CL13 Id3086"/>
          <p:cNvCxnSpPr/>
          <p:nvPr>
            <p:custDataLst>
              <p:tags r:id="rId4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7" name="cdtMasterTags_CL14 Id3087"/>
          <p:cNvCxnSpPr/>
          <p:nvPr>
            <p:custDataLst>
              <p:tags r:id="rId4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8" name="cdtMasterTags_CL15 Id3088"/>
          <p:cNvCxnSpPr/>
          <p:nvPr>
            <p:custDataLst>
              <p:tags r:id="rId5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9" name="cdtMasterTags_CL16 Id3089"/>
          <p:cNvCxnSpPr/>
          <p:nvPr>
            <p:custDataLst>
              <p:tags r:id="rId5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0" name="cdtMasterTags_CL17 Id3090"/>
          <p:cNvCxnSpPr/>
          <p:nvPr>
            <p:custDataLst>
              <p:tags r:id="rId5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1" name="cdtMasterTags_CL18 Id3091"/>
          <p:cNvCxnSpPr/>
          <p:nvPr>
            <p:custDataLst>
              <p:tags r:id="rId5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2" name="cdtMasterTags_CL19 Id3092"/>
          <p:cNvCxnSpPr/>
          <p:nvPr>
            <p:custDataLst>
              <p:tags r:id="rId5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3" name="cdtMasterTags_CL20 Id3093"/>
          <p:cNvCxnSpPr/>
          <p:nvPr>
            <p:custDataLst>
              <p:tags r:id="rId5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4" name="cdtMasterTags_CL21 Id3094"/>
          <p:cNvCxnSpPr/>
          <p:nvPr>
            <p:custDataLst>
              <p:tags r:id="rId5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5" name="cdtMasterTags_CL22 Id3095"/>
          <p:cNvCxnSpPr/>
          <p:nvPr>
            <p:custDataLst>
              <p:tags r:id="rId5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6" name="cdtMasterTags"/>
          <p:cNvCxnSpPr/>
          <p:nvPr>
            <p:custDataLst>
              <p:tags r:id="rId5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cdtTextBox 12 Id17"/>
          <p:cNvSpPr txBox="1"/>
          <p:nvPr>
            <p:custDataLst>
              <p:tags r:id="rId59"/>
            </p:custDataLst>
          </p:nvPr>
        </p:nvSpPr>
        <p:spPr>
          <a:xfrm>
            <a:off x="0" y="6597650"/>
            <a:ext cx="3932230" cy="260350"/>
          </a:xfrm>
          <a:prstGeom prst="rect">
            <a:avLst/>
          </a:prstGeom>
          <a:noFill/>
        </p:spPr>
        <p:txBody>
          <a:bodyPr wrap="square" lIns="1908000" tIns="0" rIns="0" bIns="115200" rtlCol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65" name="cdtTextBox 11 Id18"/>
          <p:cNvSpPr txBox="1"/>
          <p:nvPr>
            <p:custDataLst>
              <p:tags r:id="rId60"/>
            </p:custDataLst>
          </p:nvPr>
        </p:nvSpPr>
        <p:spPr>
          <a:xfrm>
            <a:off x="0" y="6597650"/>
            <a:ext cx="1765285" cy="260350"/>
          </a:xfrm>
          <a:prstGeom prst="rect">
            <a:avLst/>
          </a:prstGeom>
          <a:noFill/>
        </p:spPr>
        <p:txBody>
          <a:bodyPr wrap="square" lIns="626400" tIns="0" rIns="0" bIns="115200" rtlCol="0" anchor="t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100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rPr>
              <a:t>Page</a:t>
            </a:r>
            <a:r>
              <a:rPr lang="zh-CN" altLang="en-US" sz="100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rPr>
              <a:t> </a:t>
            </a:r>
            <a:fld id="{91E7552C-A157-4A4F-8E99-698C0325FC94}" type="slidenum">
              <a:rPr lang="en-US" altLang="en-US" sz="1000" dirty="0" smtClean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rPr>
              <a:t>‹#›</a:t>
            </a:fld>
            <a:r>
              <a:rPr lang="en-US" sz="1000" dirty="0">
                <a:solidFill>
                  <a:srgbClr val="000000"/>
                </a:solidFill>
                <a:latin typeface="Arial" panose="020B0604020202020204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66" name="cdtTextBox 13 Id19"/>
          <p:cNvSpPr txBox="1"/>
          <p:nvPr userDrawn="1">
            <p:custDataLst>
              <p:tags r:id="rId61"/>
            </p:custDataLst>
          </p:nvPr>
        </p:nvSpPr>
        <p:spPr>
          <a:xfrm>
            <a:off x="3787765" y="6597650"/>
            <a:ext cx="8410584" cy="260350"/>
          </a:xfrm>
          <a:prstGeom prst="rect">
            <a:avLst/>
          </a:prstGeom>
          <a:noFill/>
        </p:spPr>
        <p:txBody>
          <a:bodyPr wrap="square" lIns="0" tIns="0" rIns="482400" bIns="115200" rtlCol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US" altLang="zh-CN" sz="1000" dirty="0">
                <a:solidFill>
                  <a:srgbClr val="000000"/>
                </a:solidFill>
                <a:latin typeface="+mn-ea"/>
                <a:ea typeface="+mn-ea"/>
              </a:rPr>
              <a:t>Siemens Ltd., China</a:t>
            </a:r>
            <a:endParaRPr lang="en-US" sz="10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67" name="Gruppieren 66"/>
          <p:cNvGrpSpPr/>
          <p:nvPr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68" name="Gerade Verbindung 67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9" name="Gerade Verbindung 68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Gerade Verbindung 69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Gerade Verbindung 70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Gerade Verbindung 71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3" name="Gerade Verbindung 72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Gerade Verbindung 73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Gerade Verbindung 74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Gerade Verbindung 75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Gerade Verbindung 76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8" name="Gerade Verbindung 77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9" name="Gerade Verbindung 78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0" name="Gerade Verbindung 79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Gerade Verbindung 80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Gerade Verbindung 81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Gerade Verbindung 82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Gerade Verbindung 83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646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ヒラギノ角ゴ Pro W3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ヒラギノ角ゴ Pro W3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ヒラギノ角ゴ Pro W3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ea typeface="ヒラギノ角ゴ Pro W3" charset="0"/>
        </a:defRPr>
      </a:lvl9pPr>
    </p:titleStyle>
    <p:bodyStyle>
      <a:lvl1pPr marL="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79705" indent="-17970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358775" indent="-17970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38480" indent="-17970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20090" indent="-17970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defRPr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72009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panose="05000000000000000000" charset="0"/>
        <a:buNone/>
        <a:defRPr>
          <a:solidFill>
            <a:schemeClr val="tx1"/>
          </a:solidFill>
          <a:latin typeface="+mn-lt"/>
          <a:ea typeface="+mn-ea"/>
        </a:defRPr>
      </a:lvl6pPr>
      <a:lvl7pPr marL="72009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panose="05000000000000000000" charset="0"/>
        <a:buNone/>
        <a:defRPr>
          <a:solidFill>
            <a:schemeClr val="tx1"/>
          </a:solidFill>
          <a:latin typeface="+mn-lt"/>
          <a:ea typeface="+mn-ea"/>
        </a:defRPr>
      </a:lvl7pPr>
      <a:lvl8pPr marL="72009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panose="05000000000000000000" charset="0"/>
        <a:buNone/>
        <a:defRPr>
          <a:solidFill>
            <a:schemeClr val="tx1"/>
          </a:solidFill>
          <a:latin typeface="+mn-lt"/>
          <a:ea typeface="+mn-ea"/>
        </a:defRPr>
      </a:lvl8pPr>
      <a:lvl9pPr marL="72009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panose="05000000000000000000" charset="0"/>
        <a:buNone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3507E7F-CE4F-4A8F-8FDE-93F9C876F8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18625431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592" imgH="591" progId="TCLayout.ActiveDocument.1">
                  <p:embed/>
                </p:oleObj>
              </mc:Choice>
              <mc:Fallback>
                <p:oleObj name="think-cell Slide" r:id="rId70" imgW="592" imgH="59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cdtRectangle 115 Id3078"/>
          <p:cNvSpPr>
            <a:spLocks noGrp="1" noChangeArrowheads="1"/>
          </p:cNvSpPr>
          <p:nvPr>
            <p:ph type="title"/>
            <p:custDataLst>
              <p:tags r:id="rId35"/>
            </p:custDataLst>
          </p:nvPr>
        </p:nvSpPr>
        <p:spPr bwMode="auto">
          <a:xfrm>
            <a:off x="0" y="-1"/>
            <a:ext cx="12198350" cy="14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26400" tIns="432000" rIns="3384000" bIns="208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Titelmasterformat durch Klicken bearbeiten</a:t>
            </a:r>
          </a:p>
        </p:txBody>
      </p:sp>
      <p:sp>
        <p:nvSpPr>
          <p:cNvPr id="3079" name="cdtRectangle 116 Id3079"/>
          <p:cNvSpPr>
            <a:spLocks noGrp="1" noChangeArrowheads="1"/>
          </p:cNvSpPr>
          <p:nvPr>
            <p:ph type="body" idx="1"/>
            <p:custDataLst>
              <p:tags r:id="rId36"/>
            </p:custDataLst>
          </p:nvPr>
        </p:nvSpPr>
        <p:spPr bwMode="auto">
          <a:xfrm>
            <a:off x="627063" y="1414800"/>
            <a:ext cx="8208962" cy="4750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cxnSp>
        <p:nvCxnSpPr>
          <p:cNvPr id="3072" name="cdtMasterTags_CL1 Id3072"/>
          <p:cNvCxnSpPr/>
          <p:nvPr>
            <p:custDataLst>
              <p:tags r:id="rId3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" name="cdtMasterTags_CL2 Id3073"/>
          <p:cNvCxnSpPr/>
          <p:nvPr>
            <p:custDataLst>
              <p:tags r:id="rId3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" name="cdtMasterTags_CL3 Id3074"/>
          <p:cNvCxnSpPr/>
          <p:nvPr>
            <p:custDataLst>
              <p:tags r:id="rId3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5" name="cdtMasterTags_CL4 Id3075"/>
          <p:cNvCxnSpPr/>
          <p:nvPr>
            <p:custDataLst>
              <p:tags r:id="rId4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6" name="cdtMasterTags_CL5 Id3076"/>
          <p:cNvCxnSpPr/>
          <p:nvPr>
            <p:custDataLst>
              <p:tags r:id="rId4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7" name="cdtMasterTags_CL6 Id3077"/>
          <p:cNvCxnSpPr/>
          <p:nvPr>
            <p:custDataLst>
              <p:tags r:id="rId4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0" name="cdtMasterTags_CL7 Id3080"/>
          <p:cNvCxnSpPr/>
          <p:nvPr>
            <p:custDataLst>
              <p:tags r:id="rId4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1" name="cdtMasterTags_CL8 Id3081"/>
          <p:cNvCxnSpPr/>
          <p:nvPr>
            <p:custDataLst>
              <p:tags r:id="rId4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2" name="cdtMasterTags_CL9 Id3082"/>
          <p:cNvCxnSpPr/>
          <p:nvPr>
            <p:custDataLst>
              <p:tags r:id="rId4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3" name="cdtMasterTags_CL10 Id3083"/>
          <p:cNvCxnSpPr/>
          <p:nvPr>
            <p:custDataLst>
              <p:tags r:id="rId4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4" name="cdtMasterTags_CL11 Id3084"/>
          <p:cNvCxnSpPr/>
          <p:nvPr>
            <p:custDataLst>
              <p:tags r:id="rId4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5" name="cdtMasterTags_CL12 Id3085"/>
          <p:cNvCxnSpPr/>
          <p:nvPr>
            <p:custDataLst>
              <p:tags r:id="rId4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6" name="cdtMasterTags_CL13 Id3086"/>
          <p:cNvCxnSpPr/>
          <p:nvPr>
            <p:custDataLst>
              <p:tags r:id="rId4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7" name="cdtMasterTags_CL14 Id3087"/>
          <p:cNvCxnSpPr/>
          <p:nvPr>
            <p:custDataLst>
              <p:tags r:id="rId50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8" name="cdtMasterTags_CL15 Id3088"/>
          <p:cNvCxnSpPr/>
          <p:nvPr>
            <p:custDataLst>
              <p:tags r:id="rId51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9" name="cdtMasterTags_CL16 Id3089"/>
          <p:cNvCxnSpPr/>
          <p:nvPr>
            <p:custDataLst>
              <p:tags r:id="rId52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0" name="cdtMasterTags_CL17 Id3090"/>
          <p:cNvCxnSpPr/>
          <p:nvPr>
            <p:custDataLst>
              <p:tags r:id="rId53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1" name="cdtMasterTags_CL18 Id3091"/>
          <p:cNvCxnSpPr/>
          <p:nvPr>
            <p:custDataLst>
              <p:tags r:id="rId54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2" name="cdtMasterTags_CL19 Id3092"/>
          <p:cNvCxnSpPr/>
          <p:nvPr>
            <p:custDataLst>
              <p:tags r:id="rId55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3" name="cdtMasterTags_CL20 Id3093"/>
          <p:cNvCxnSpPr/>
          <p:nvPr>
            <p:custDataLst>
              <p:tags r:id="rId56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4" name="cdtMasterTags_CL21 Id3094"/>
          <p:cNvCxnSpPr/>
          <p:nvPr>
            <p:custDataLst>
              <p:tags r:id="rId57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5" name="cdtMasterTags_CL22 Id3095"/>
          <p:cNvCxnSpPr/>
          <p:nvPr>
            <p:custDataLst>
              <p:tags r:id="rId58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6" name="cdtMasterTags"/>
          <p:cNvCxnSpPr/>
          <p:nvPr>
            <p:custDataLst>
              <p:tags r:id="rId59"/>
            </p:custDataLst>
          </p:nvPr>
        </p:nvCxnSpPr>
        <p:spPr bwMode="auto">
          <a:xfrm>
            <a:off x="0" y="0"/>
            <a:ext cx="0" cy="0"/>
          </a:xfrm>
          <a:prstGeom prst="line">
            <a:avLst/>
          </a:prstGeom>
          <a:solidFill>
            <a:schemeClr val="tx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" name="Gruppieren 3"/>
          <p:cNvGrpSpPr/>
          <p:nvPr/>
        </p:nvGrpSpPr>
        <p:grpSpPr>
          <a:xfrm>
            <a:off x="-216000" y="-216000"/>
            <a:ext cx="12628800" cy="7290000"/>
            <a:chOff x="-216000" y="-216000"/>
            <a:chExt cx="12628800" cy="7290000"/>
          </a:xfrm>
        </p:grpSpPr>
        <p:cxnSp>
          <p:nvCxnSpPr>
            <p:cNvPr id="3" name="Gerade Verbindung 2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Gerade Verbindung 35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Gerade Verbindung 36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Gerade Verbindung 37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Gerade Verbindung 38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Gerade Verbindung 39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" name="Gerade Verbindung 41"/>
            <p:cNvCxnSpPr/>
            <p:nvPr userDrawn="1"/>
          </p:nvCxnSpPr>
          <p:spPr bwMode="auto">
            <a:xfrm rot="5400000">
              <a:off x="123228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" name="Gerade Verbindung 42"/>
            <p:cNvCxnSpPr/>
            <p:nvPr userDrawn="1"/>
          </p:nvCxnSpPr>
          <p:spPr bwMode="auto">
            <a:xfrm rot="5400000">
              <a:off x="123228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" name="Gerade Verbindung 43"/>
            <p:cNvCxnSpPr/>
            <p:nvPr userDrawn="1"/>
          </p:nvCxnSpPr>
          <p:spPr bwMode="auto">
            <a:xfrm rot="5400000">
              <a:off x="123228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5" name="Gerade Verbindung 44"/>
            <p:cNvCxnSpPr/>
            <p:nvPr userDrawn="1"/>
          </p:nvCxnSpPr>
          <p:spPr bwMode="auto">
            <a:xfrm rot="5400000">
              <a:off x="123228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Gerade Verbindung 51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Gerade Verbindung 52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Gerade Verbindung 53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Gerade Verbindung 54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Gerade Verbindung 55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Gerade Verbindung 56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Gerade Verbindung 58"/>
            <p:cNvCxnSpPr/>
            <p:nvPr userDrawn="1"/>
          </p:nvCxnSpPr>
          <p:spPr bwMode="auto">
            <a:xfrm rot="5400000">
              <a:off x="-126000" y="1324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Gerade Verbindung 59"/>
            <p:cNvCxnSpPr/>
            <p:nvPr userDrawn="1"/>
          </p:nvCxnSpPr>
          <p:spPr bwMode="auto">
            <a:xfrm rot="5400000">
              <a:off x="-126000" y="3628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1" name="Gerade Verbindung 60"/>
            <p:cNvCxnSpPr/>
            <p:nvPr userDrawn="1"/>
          </p:nvCxnSpPr>
          <p:spPr bwMode="auto">
            <a:xfrm rot="5400000">
              <a:off x="-126000" y="3772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2" name="Gerade Verbindung 61"/>
            <p:cNvCxnSpPr/>
            <p:nvPr userDrawn="1"/>
          </p:nvCxnSpPr>
          <p:spPr bwMode="auto">
            <a:xfrm rot="5400000">
              <a:off x="-126000" y="607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3" name="cdtText Box 133 Id16"/>
          <p:cNvSpPr txBox="1"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0" y="6166800"/>
            <a:ext cx="12198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26400" tIns="144000" rIns="3211200" bIns="0" anchor="ctr"/>
          <a:lstStyle/>
          <a:p>
            <a:r>
              <a:rPr lang="de-DE" sz="1000" b="1" noProof="0" dirty="0">
                <a:solidFill>
                  <a:srgbClr val="879BAA"/>
                </a:solidFill>
              </a:rPr>
              <a:t>© Siemens 2020</a:t>
            </a:r>
          </a:p>
        </p:txBody>
      </p:sp>
      <p:sp>
        <p:nvSpPr>
          <p:cNvPr id="64" name="cdtTextBox 12 Id17"/>
          <p:cNvSpPr txBox="1"/>
          <p:nvPr>
            <p:custDataLst>
              <p:tags r:id="rId61"/>
            </p:custDataLst>
          </p:nvPr>
        </p:nvSpPr>
        <p:spPr>
          <a:xfrm>
            <a:off x="0" y="6562800"/>
            <a:ext cx="3932230" cy="295200"/>
          </a:xfrm>
          <a:prstGeom prst="rect">
            <a:avLst/>
          </a:prstGeom>
          <a:noFill/>
        </p:spPr>
        <p:txBody>
          <a:bodyPr wrap="square" lIns="1908000" tIns="0" rIns="0" bIns="115200" rtlCol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sz="1000" noProof="0" dirty="0">
                <a:solidFill>
                  <a:srgbClr val="FFFFFF"/>
                </a:solidFill>
              </a:rPr>
              <a:t>TT.MM.JJJJ</a:t>
            </a:r>
          </a:p>
        </p:txBody>
      </p:sp>
      <p:sp>
        <p:nvSpPr>
          <p:cNvPr id="65" name="cdtTextBox 11 Id18"/>
          <p:cNvSpPr txBox="1"/>
          <p:nvPr>
            <p:custDataLst>
              <p:tags r:id="rId62"/>
            </p:custDataLst>
          </p:nvPr>
        </p:nvSpPr>
        <p:spPr>
          <a:xfrm>
            <a:off x="0" y="6562800"/>
            <a:ext cx="1765285" cy="295200"/>
          </a:xfrm>
          <a:prstGeom prst="rect">
            <a:avLst/>
          </a:prstGeom>
          <a:noFill/>
        </p:spPr>
        <p:txBody>
          <a:bodyPr wrap="square" lIns="626400" tIns="0" rIns="0" bIns="115200" rtlCol="0" anchor="t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sz="1000" noProof="0" dirty="0">
                <a:solidFill>
                  <a:srgbClr val="FFFFFF"/>
                </a:solidFill>
              </a:rPr>
              <a:t>Seite </a:t>
            </a:r>
            <a:fld id="{91E7552C-A157-4A4F-8E99-698C0325FC94}" type="slidenum">
              <a:rPr lang="de-DE" sz="1000" noProof="0" smtClean="0">
                <a:solidFill>
                  <a:srgbClr val="FFFFFF"/>
                </a:solidFill>
              </a:rPr>
              <a:pPr>
                <a:lnSpc>
                  <a:spcPct val="110000"/>
                </a:lnSpc>
                <a:spcBef>
                  <a:spcPts val="0"/>
                </a:spcBef>
              </a:pPr>
              <a:t>‹#›</a:t>
            </a:fld>
            <a:endParaRPr lang="de-DE" sz="1000" noProof="0" dirty="0">
              <a:solidFill>
                <a:srgbClr val="FFFFFF"/>
              </a:solidFill>
            </a:endParaRPr>
          </a:p>
        </p:txBody>
      </p:sp>
      <p:sp>
        <p:nvSpPr>
          <p:cNvPr id="66" name="cdtTextBox 13 Id19"/>
          <p:cNvSpPr txBox="1"/>
          <p:nvPr>
            <p:custDataLst>
              <p:tags r:id="rId63"/>
            </p:custDataLst>
          </p:nvPr>
        </p:nvSpPr>
        <p:spPr>
          <a:xfrm>
            <a:off x="3787765" y="6562800"/>
            <a:ext cx="8410584" cy="295200"/>
          </a:xfrm>
          <a:prstGeom prst="rect">
            <a:avLst/>
          </a:prstGeom>
          <a:noFill/>
        </p:spPr>
        <p:txBody>
          <a:bodyPr wrap="square" lIns="0" tIns="0" rIns="482400" bIns="115200" rtlCol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de-DE" sz="1000" noProof="0" dirty="0">
                <a:solidFill>
                  <a:srgbClr val="FFFFFF"/>
                </a:solidFill>
              </a:rPr>
              <a:t>Autor / Abteilung</a:t>
            </a:r>
          </a:p>
        </p:txBody>
      </p:sp>
      <p:sp>
        <p:nvSpPr>
          <p:cNvPr id="58" name="cdtTextBox 12 Id17">
            <a:extLst>
              <a:ext uri="{FF2B5EF4-FFF2-40B4-BE49-F238E27FC236}">
                <a16:creationId xmlns:a16="http://schemas.microsoft.com/office/drawing/2014/main" id="{67D0F24B-9765-4C96-A340-4AFE27D1C785}"/>
              </a:ext>
            </a:extLst>
          </p:cNvPr>
          <p:cNvSpPr txBox="1"/>
          <p:nvPr userDrawn="1">
            <p:custDataLst>
              <p:tags r:id="rId64"/>
            </p:custDataLst>
          </p:nvPr>
        </p:nvSpPr>
        <p:spPr>
          <a:xfrm>
            <a:off x="0" y="6562800"/>
            <a:ext cx="3932230" cy="295200"/>
          </a:xfrm>
          <a:prstGeom prst="rect">
            <a:avLst/>
          </a:prstGeom>
          <a:noFill/>
        </p:spPr>
        <p:txBody>
          <a:bodyPr wrap="square" lIns="1908000" tIns="0" rIns="0" bIns="115200" rtlCol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sz="1000" noProof="0" dirty="0">
                <a:solidFill>
                  <a:srgbClr val="FFFFFF"/>
                </a:solidFill>
              </a:rPr>
              <a:t>TT.MM.JJJJ</a:t>
            </a:r>
          </a:p>
        </p:txBody>
      </p:sp>
      <p:sp>
        <p:nvSpPr>
          <p:cNvPr id="67" name="cdtTextBox 11 Id18">
            <a:extLst>
              <a:ext uri="{FF2B5EF4-FFF2-40B4-BE49-F238E27FC236}">
                <a16:creationId xmlns:a16="http://schemas.microsoft.com/office/drawing/2014/main" id="{D2A13474-212E-4FAD-88AC-B256095E68E8}"/>
              </a:ext>
            </a:extLst>
          </p:cNvPr>
          <p:cNvSpPr txBox="1"/>
          <p:nvPr userDrawn="1">
            <p:custDataLst>
              <p:tags r:id="rId65"/>
            </p:custDataLst>
          </p:nvPr>
        </p:nvSpPr>
        <p:spPr>
          <a:xfrm>
            <a:off x="0" y="6562800"/>
            <a:ext cx="1765285" cy="295200"/>
          </a:xfrm>
          <a:prstGeom prst="rect">
            <a:avLst/>
          </a:prstGeom>
          <a:noFill/>
        </p:spPr>
        <p:txBody>
          <a:bodyPr wrap="square" lIns="626400" tIns="0" rIns="0" bIns="115200" rtlCol="0" anchor="t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sz="1000" noProof="0" dirty="0">
                <a:solidFill>
                  <a:srgbClr val="FFFFFF"/>
                </a:solidFill>
              </a:rPr>
              <a:t>Seite </a:t>
            </a:r>
            <a:fld id="{91E7552C-A157-4A4F-8E99-698C0325FC94}" type="slidenum">
              <a:rPr lang="de-DE" sz="1000" noProof="0" smtClean="0">
                <a:solidFill>
                  <a:srgbClr val="FFFFFF"/>
                </a:solidFill>
              </a:rPr>
              <a:pPr>
                <a:lnSpc>
                  <a:spcPct val="110000"/>
                </a:lnSpc>
                <a:spcBef>
                  <a:spcPts val="0"/>
                </a:spcBef>
              </a:pPr>
              <a:t>‹#›</a:t>
            </a:fld>
            <a:endParaRPr lang="de-DE" sz="1000" noProof="0" dirty="0">
              <a:solidFill>
                <a:srgbClr val="FFFFFF"/>
              </a:solidFill>
            </a:endParaRPr>
          </a:p>
        </p:txBody>
      </p:sp>
      <p:sp>
        <p:nvSpPr>
          <p:cNvPr id="68" name="cdtTextBox 13 Id19">
            <a:extLst>
              <a:ext uri="{FF2B5EF4-FFF2-40B4-BE49-F238E27FC236}">
                <a16:creationId xmlns:a16="http://schemas.microsoft.com/office/drawing/2014/main" id="{7E3C5B99-3679-4E13-A7F7-0575FE7A4E73}"/>
              </a:ext>
            </a:extLst>
          </p:cNvPr>
          <p:cNvSpPr txBox="1"/>
          <p:nvPr userDrawn="1">
            <p:custDataLst>
              <p:tags r:id="rId66"/>
            </p:custDataLst>
          </p:nvPr>
        </p:nvSpPr>
        <p:spPr>
          <a:xfrm>
            <a:off x="3787765" y="6562800"/>
            <a:ext cx="8410584" cy="295200"/>
          </a:xfrm>
          <a:prstGeom prst="rect">
            <a:avLst/>
          </a:prstGeom>
          <a:noFill/>
        </p:spPr>
        <p:txBody>
          <a:bodyPr wrap="square" lIns="0" tIns="0" rIns="482400" bIns="115200" rtlCol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de-DE" sz="1000" noProof="0" dirty="0">
                <a:solidFill>
                  <a:srgbClr val="FFFFFF"/>
                </a:solidFill>
              </a:rPr>
              <a:t>Autor / Abteilung</a:t>
            </a:r>
          </a:p>
        </p:txBody>
      </p:sp>
      <p:sp>
        <p:nvSpPr>
          <p:cNvPr id="69" name="cdtTextBox 12 Id17">
            <a:extLst>
              <a:ext uri="{FF2B5EF4-FFF2-40B4-BE49-F238E27FC236}">
                <a16:creationId xmlns:a16="http://schemas.microsoft.com/office/drawing/2014/main" id="{2634A5CA-3CB9-4ABD-A0FF-A9D9834DE8C1}"/>
              </a:ext>
            </a:extLst>
          </p:cNvPr>
          <p:cNvSpPr txBox="1"/>
          <p:nvPr userDrawn="1">
            <p:custDataLst>
              <p:tags r:id="rId67"/>
            </p:custDataLst>
          </p:nvPr>
        </p:nvSpPr>
        <p:spPr>
          <a:xfrm>
            <a:off x="0" y="6597650"/>
            <a:ext cx="3932230" cy="260350"/>
          </a:xfrm>
          <a:prstGeom prst="rect">
            <a:avLst/>
          </a:prstGeom>
          <a:noFill/>
        </p:spPr>
        <p:txBody>
          <a:bodyPr wrap="square" lIns="1908000" tIns="0" rIns="0" bIns="115200" rtlCol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000" noProof="0" dirty="0">
                <a:solidFill>
                  <a:srgbClr val="000000"/>
                </a:solidFill>
              </a:rPr>
              <a:t>May </a:t>
            </a:r>
            <a:r>
              <a:rPr lang="de-DE" sz="1000" noProof="0" dirty="0">
                <a:solidFill>
                  <a:srgbClr val="000000"/>
                </a:solidFill>
              </a:rPr>
              <a:t>2020</a:t>
            </a:r>
          </a:p>
        </p:txBody>
      </p:sp>
      <p:sp>
        <p:nvSpPr>
          <p:cNvPr id="70" name="cdtTextBox 11 Id18">
            <a:extLst>
              <a:ext uri="{FF2B5EF4-FFF2-40B4-BE49-F238E27FC236}">
                <a16:creationId xmlns:a16="http://schemas.microsoft.com/office/drawing/2014/main" id="{3BC045FB-FAA6-4BA9-8345-ED78A2984842}"/>
              </a:ext>
            </a:extLst>
          </p:cNvPr>
          <p:cNvSpPr txBox="1"/>
          <p:nvPr userDrawn="1">
            <p:custDataLst>
              <p:tags r:id="rId68"/>
            </p:custDataLst>
          </p:nvPr>
        </p:nvSpPr>
        <p:spPr>
          <a:xfrm>
            <a:off x="0" y="6597650"/>
            <a:ext cx="1765285" cy="260350"/>
          </a:xfrm>
          <a:prstGeom prst="rect">
            <a:avLst/>
          </a:prstGeom>
          <a:noFill/>
        </p:spPr>
        <p:txBody>
          <a:bodyPr wrap="square" lIns="626400" tIns="0" rIns="0" bIns="115200" rtlCol="0" anchor="t" anchorCtr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de-DE" sz="1000" noProof="0" dirty="0">
                <a:solidFill>
                  <a:srgbClr val="000000"/>
                </a:solidFill>
              </a:rPr>
              <a:t>Page </a:t>
            </a:r>
            <a:fld id="{91E7552C-A157-4A4F-8E99-698C0325FC94}" type="slidenum">
              <a:rPr lang="de-DE" sz="1000" noProof="0" smtClean="0">
                <a:solidFill>
                  <a:srgbClr val="000000"/>
                </a:solidFill>
              </a:rPr>
              <a:pPr>
                <a:lnSpc>
                  <a:spcPct val="110000"/>
                </a:lnSpc>
                <a:spcBef>
                  <a:spcPts val="0"/>
                </a:spcBef>
              </a:pPr>
              <a:t>‹#›</a:t>
            </a:fld>
            <a:endParaRPr lang="de-DE" sz="1000" noProof="0" dirty="0">
              <a:solidFill>
                <a:srgbClr val="000000"/>
              </a:solidFill>
            </a:endParaRPr>
          </a:p>
        </p:txBody>
      </p:sp>
      <p:sp>
        <p:nvSpPr>
          <p:cNvPr id="71" name="cdtTextBox 13 Id19">
            <a:extLst>
              <a:ext uri="{FF2B5EF4-FFF2-40B4-BE49-F238E27FC236}">
                <a16:creationId xmlns:a16="http://schemas.microsoft.com/office/drawing/2014/main" id="{47BB1F9D-BC6C-479B-9A7E-115007C03DAA}"/>
              </a:ext>
            </a:extLst>
          </p:cNvPr>
          <p:cNvSpPr txBox="1"/>
          <p:nvPr userDrawn="1">
            <p:custDataLst>
              <p:tags r:id="rId69"/>
            </p:custDataLst>
          </p:nvPr>
        </p:nvSpPr>
        <p:spPr>
          <a:xfrm>
            <a:off x="3787765" y="6597650"/>
            <a:ext cx="8410584" cy="260350"/>
          </a:xfrm>
          <a:prstGeom prst="rect">
            <a:avLst/>
          </a:prstGeom>
          <a:noFill/>
        </p:spPr>
        <p:txBody>
          <a:bodyPr wrap="square" lIns="0" tIns="0" rIns="482400" bIns="115200" rtlCol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de-DE" sz="1000" noProof="0" dirty="0">
                <a:solidFill>
                  <a:srgbClr val="000000"/>
                </a:solidFill>
              </a:rPr>
              <a:t>siemens.com</a:t>
            </a:r>
          </a:p>
        </p:txBody>
      </p:sp>
    </p:spTree>
    <p:extLst>
      <p:ext uri="{BB962C8B-B14F-4D97-AF65-F5344CB8AC3E}">
        <p14:creationId xmlns:p14="http://schemas.microsoft.com/office/powerpoint/2010/main" val="400822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746" r:id="rId31"/>
    <p:sldLayoutId id="2147483747" r:id="rId3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646E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ヒラギノ角ゴ Pro W3" charset="0"/>
        </a:defRPr>
      </a:lvl9pPr>
    </p:titleStyle>
    <p:bodyStyle>
      <a:lvl1pPr marL="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Arial" pitchFamily="34" charset="0"/>
        <a:buNone/>
        <a:tabLst/>
        <a:defRPr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179388" indent="-1800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tabLst/>
        <a:defRPr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358775" indent="-1800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tabLst/>
        <a:defRPr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538163" indent="-1800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tabLst/>
        <a:defRPr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720000" indent="-18000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rgbClr val="879BAA"/>
        </a:buClr>
        <a:buChar char="•"/>
        <a:tabLst/>
        <a:defRPr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6pPr>
      <a:lvl7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7pPr>
      <a:lvl8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8pPr>
      <a:lvl9pPr marL="720000" indent="0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accent1"/>
        </a:buClr>
        <a:buFont typeface="Wingdings" charset="0"/>
        <a:buNone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2">
          <p15:clr>
            <a:srgbClr val="F26B43"/>
          </p15:clr>
        </p15:guide>
        <p15:guide id="2" pos="3932">
          <p15:clr>
            <a:srgbClr val="F26B43"/>
          </p15:clr>
        </p15:guide>
        <p15:guide id="3" pos="5566">
          <p15:clr>
            <a:srgbClr val="F26B43"/>
          </p15:clr>
        </p15:guide>
        <p15:guide id="4" pos="7380">
          <p15:clr>
            <a:srgbClr val="F26B43"/>
          </p15:clr>
        </p15:guide>
        <p15:guide id="5" pos="395">
          <p15:clr>
            <a:srgbClr val="F26B43"/>
          </p15:clr>
        </p15:guide>
        <p15:guide id="6" orient="horz" pos="2341">
          <p15:clr>
            <a:srgbClr val="F26B43"/>
          </p15:clr>
        </p15:guide>
        <p15:guide id="7" orient="horz" pos="2433">
          <p15:clr>
            <a:srgbClr val="F26B43"/>
          </p15:clr>
        </p15:guide>
        <p15:guide id="8" orient="horz" pos="891">
          <p15:clr>
            <a:srgbClr val="F26B43"/>
          </p15:clr>
        </p15:guide>
        <p15:guide id="10" orient="horz" pos="210">
          <p15:clr>
            <a:srgbClr val="F26B43"/>
          </p15:clr>
        </p15:guide>
        <p15:guide id="11" orient="horz" pos="388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ADE890C9-657A-4D1C-9CB5-5E6EF55BFE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712341379"/>
              </p:ext>
            </p:extLst>
          </p:nvPr>
        </p:nvGraphicFramePr>
        <p:xfrm>
          <a:off x="1589" y="1588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6" imgW="306" imgH="306" progId="TCLayout.ActiveDocument.1">
                  <p:embed/>
                </p:oleObj>
              </mc:Choice>
              <mc:Fallback>
                <p:oleObj name="think-cell Slide" r:id="rId56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ADE890C9-657A-4D1C-9CB5-5E6EF55BFE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C116953B-6D8C-47F6-8DC3-BE7DD8108073}"/>
              </a:ext>
            </a:extLst>
          </p:cNvPr>
          <p:cNvSpPr/>
          <p:nvPr userDrawn="1">
            <p:custDataLst>
              <p:tags r:id="rId55"/>
            </p:custDataLst>
          </p:nvPr>
        </p:nvSpPr>
        <p:spPr>
          <a:xfrm>
            <a:off x="0" y="0"/>
            <a:ext cx="158833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en-US" sz="2000" b="1" i="0" baseline="0" dirty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14" y="478800"/>
            <a:ext cx="9869134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375" y="1414800"/>
            <a:ext cx="720375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712" y="6310800"/>
            <a:ext cx="92208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376" y="6310800"/>
            <a:ext cx="648338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77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  <p:sldLayoutId id="2147483792" r:id="rId43"/>
    <p:sldLayoutId id="2147483793" r:id="rId44"/>
    <p:sldLayoutId id="2147483794" r:id="rId45"/>
    <p:sldLayoutId id="2147483795" r:id="rId46"/>
    <p:sldLayoutId id="2147483796" r:id="rId47"/>
    <p:sldLayoutId id="2147483797" r:id="rId48"/>
    <p:sldLayoutId id="2147483798" r:id="rId49"/>
    <p:sldLayoutId id="2147483799" r:id="rId50"/>
    <p:sldLayoutId id="2147483800" r:id="rId51"/>
    <p:sldLayoutId id="2147483801" r:id="rId5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ADE890C9-657A-4D1C-9CB5-5E6EF55BFE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2203724010"/>
              </p:ext>
            </p:extLst>
          </p:nvPr>
        </p:nvGraphicFramePr>
        <p:xfrm>
          <a:off x="1589" y="1588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6" imgW="306" imgH="306" progId="TCLayout.ActiveDocument.1">
                  <p:embed/>
                </p:oleObj>
              </mc:Choice>
              <mc:Fallback>
                <p:oleObj name="think-cell Slide" r:id="rId56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ADE890C9-657A-4D1C-9CB5-5E6EF55BFE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C116953B-6D8C-47F6-8DC3-BE7DD8108073}"/>
              </a:ext>
            </a:extLst>
          </p:cNvPr>
          <p:cNvSpPr/>
          <p:nvPr userDrawn="1">
            <p:custDataLst>
              <p:tags r:id="rId55"/>
            </p:custDataLst>
          </p:nvPr>
        </p:nvSpPr>
        <p:spPr>
          <a:xfrm>
            <a:off x="0" y="0"/>
            <a:ext cx="158833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en-US" sz="2000" b="1" i="0" baseline="0" dirty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14" y="478800"/>
            <a:ext cx="9869134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375" y="1414800"/>
            <a:ext cx="720375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712" y="6310800"/>
            <a:ext cx="92208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376" y="6310800"/>
            <a:ext cx="648338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39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0" r:id="rId18"/>
    <p:sldLayoutId id="2147483821" r:id="rId19"/>
    <p:sldLayoutId id="2147483822" r:id="rId20"/>
    <p:sldLayoutId id="2147483823" r:id="rId21"/>
    <p:sldLayoutId id="2147483824" r:id="rId22"/>
    <p:sldLayoutId id="2147483825" r:id="rId23"/>
    <p:sldLayoutId id="2147483826" r:id="rId24"/>
    <p:sldLayoutId id="2147483827" r:id="rId25"/>
    <p:sldLayoutId id="2147483828" r:id="rId26"/>
    <p:sldLayoutId id="2147483829" r:id="rId27"/>
    <p:sldLayoutId id="2147483830" r:id="rId28"/>
    <p:sldLayoutId id="2147483831" r:id="rId29"/>
    <p:sldLayoutId id="2147483832" r:id="rId30"/>
    <p:sldLayoutId id="2147483833" r:id="rId31"/>
    <p:sldLayoutId id="2147483834" r:id="rId32"/>
    <p:sldLayoutId id="2147483835" r:id="rId33"/>
    <p:sldLayoutId id="2147483836" r:id="rId34"/>
    <p:sldLayoutId id="2147483837" r:id="rId35"/>
    <p:sldLayoutId id="2147483838" r:id="rId36"/>
    <p:sldLayoutId id="2147483839" r:id="rId37"/>
    <p:sldLayoutId id="2147483840" r:id="rId38"/>
    <p:sldLayoutId id="2147483841" r:id="rId39"/>
    <p:sldLayoutId id="2147483842" r:id="rId40"/>
    <p:sldLayoutId id="2147483843" r:id="rId41"/>
    <p:sldLayoutId id="2147483844" r:id="rId42"/>
    <p:sldLayoutId id="2147483845" r:id="rId43"/>
    <p:sldLayoutId id="2147483846" r:id="rId44"/>
    <p:sldLayoutId id="2147483847" r:id="rId45"/>
    <p:sldLayoutId id="2147483848" r:id="rId46"/>
    <p:sldLayoutId id="2147483849" r:id="rId47"/>
    <p:sldLayoutId id="2147483850" r:id="rId48"/>
    <p:sldLayoutId id="2147483851" r:id="rId49"/>
    <p:sldLayoutId id="2147483852" r:id="rId50"/>
    <p:sldLayoutId id="2147483853" r:id="rId51"/>
    <p:sldLayoutId id="2147483854" r:id="rId5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ADE890C9-657A-4D1C-9CB5-5E6EF55BFE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3326947952"/>
              </p:ext>
            </p:extLst>
          </p:nvPr>
        </p:nvGraphicFramePr>
        <p:xfrm>
          <a:off x="1589" y="1588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6" imgW="306" imgH="306" progId="TCLayout.ActiveDocument.1">
                  <p:embed/>
                </p:oleObj>
              </mc:Choice>
              <mc:Fallback>
                <p:oleObj name="think-cell Slide" r:id="rId56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ADE890C9-657A-4D1C-9CB5-5E6EF55BFE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C116953B-6D8C-47F6-8DC3-BE7DD8108073}"/>
              </a:ext>
            </a:extLst>
          </p:cNvPr>
          <p:cNvSpPr/>
          <p:nvPr userDrawn="1">
            <p:custDataLst>
              <p:tags r:id="rId55"/>
            </p:custDataLst>
          </p:nvPr>
        </p:nvSpPr>
        <p:spPr>
          <a:xfrm>
            <a:off x="0" y="0"/>
            <a:ext cx="158833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en-US" sz="2000" b="1" i="0" baseline="0" dirty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14" y="478800"/>
            <a:ext cx="9869134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375" y="1414800"/>
            <a:ext cx="720375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712" y="6310800"/>
            <a:ext cx="92208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Unrestricted</a:t>
            </a:r>
            <a:r>
              <a:rPr lang="de-DE" dirty="0"/>
              <a:t> | © Siemens 2020 | Oktober 2020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376" y="6310800"/>
            <a:ext cx="648338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26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  <p:sldLayoutId id="2147483870" r:id="rId15"/>
    <p:sldLayoutId id="2147483871" r:id="rId16"/>
    <p:sldLayoutId id="2147483872" r:id="rId17"/>
    <p:sldLayoutId id="2147483873" r:id="rId18"/>
    <p:sldLayoutId id="2147483874" r:id="rId19"/>
    <p:sldLayoutId id="2147483875" r:id="rId20"/>
    <p:sldLayoutId id="2147483876" r:id="rId21"/>
    <p:sldLayoutId id="2147483877" r:id="rId22"/>
    <p:sldLayoutId id="2147483878" r:id="rId23"/>
    <p:sldLayoutId id="2147483879" r:id="rId24"/>
    <p:sldLayoutId id="2147483880" r:id="rId25"/>
    <p:sldLayoutId id="2147483881" r:id="rId26"/>
    <p:sldLayoutId id="2147483882" r:id="rId27"/>
    <p:sldLayoutId id="2147483883" r:id="rId28"/>
    <p:sldLayoutId id="2147483884" r:id="rId29"/>
    <p:sldLayoutId id="2147483885" r:id="rId30"/>
    <p:sldLayoutId id="2147483886" r:id="rId31"/>
    <p:sldLayoutId id="2147483887" r:id="rId32"/>
    <p:sldLayoutId id="2147483888" r:id="rId33"/>
    <p:sldLayoutId id="2147483889" r:id="rId34"/>
    <p:sldLayoutId id="2147483890" r:id="rId35"/>
    <p:sldLayoutId id="2147483891" r:id="rId36"/>
    <p:sldLayoutId id="2147483892" r:id="rId37"/>
    <p:sldLayoutId id="2147483893" r:id="rId38"/>
    <p:sldLayoutId id="2147483894" r:id="rId39"/>
    <p:sldLayoutId id="2147483895" r:id="rId40"/>
    <p:sldLayoutId id="2147483896" r:id="rId41"/>
    <p:sldLayoutId id="2147483897" r:id="rId42"/>
    <p:sldLayoutId id="2147483898" r:id="rId43"/>
    <p:sldLayoutId id="2147483899" r:id="rId44"/>
    <p:sldLayoutId id="2147483900" r:id="rId45"/>
    <p:sldLayoutId id="2147483901" r:id="rId46"/>
    <p:sldLayoutId id="2147483902" r:id="rId47"/>
    <p:sldLayoutId id="2147483903" r:id="rId48"/>
    <p:sldLayoutId id="2147483904" r:id="rId49"/>
    <p:sldLayoutId id="2147483905" r:id="rId50"/>
    <p:sldLayoutId id="2147483906" r:id="rId51"/>
    <p:sldLayoutId id="2147483907" r:id="rId5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ADE890C9-657A-4D1C-9CB5-5E6EF55BFE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908380004"/>
              </p:ext>
            </p:extLst>
          </p:nvPr>
        </p:nvGraphicFramePr>
        <p:xfrm>
          <a:off x="1589" y="1588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6" imgW="306" imgH="306" progId="TCLayout.ActiveDocument.1">
                  <p:embed/>
                </p:oleObj>
              </mc:Choice>
              <mc:Fallback>
                <p:oleObj name="think-cell Slide" r:id="rId56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ADE890C9-657A-4D1C-9CB5-5E6EF55BFE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C116953B-6D8C-47F6-8DC3-BE7DD8108073}"/>
              </a:ext>
            </a:extLst>
          </p:cNvPr>
          <p:cNvSpPr/>
          <p:nvPr userDrawn="1">
            <p:custDataLst>
              <p:tags r:id="rId55"/>
            </p:custDataLst>
          </p:nvPr>
        </p:nvSpPr>
        <p:spPr>
          <a:xfrm>
            <a:off x="0" y="0"/>
            <a:ext cx="158833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/>
            <a:endParaRPr lang="en-US" sz="2000" b="1" i="0" baseline="0" dirty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14" y="478800"/>
            <a:ext cx="9869134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375" y="1414800"/>
            <a:ext cx="720375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712" y="6310800"/>
            <a:ext cx="92208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Unrestricted | © Siemens 2020 | Author | Department | 2020-09-25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376" y="6310800"/>
            <a:ext cx="648338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094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  <p:sldLayoutId id="2147483920" r:id="rId12"/>
    <p:sldLayoutId id="2147483921" r:id="rId13"/>
    <p:sldLayoutId id="2147483922" r:id="rId14"/>
    <p:sldLayoutId id="2147483923" r:id="rId15"/>
    <p:sldLayoutId id="2147483924" r:id="rId16"/>
    <p:sldLayoutId id="2147483925" r:id="rId17"/>
    <p:sldLayoutId id="2147483926" r:id="rId18"/>
    <p:sldLayoutId id="2147483927" r:id="rId19"/>
    <p:sldLayoutId id="2147483928" r:id="rId20"/>
    <p:sldLayoutId id="2147483929" r:id="rId21"/>
    <p:sldLayoutId id="2147483930" r:id="rId22"/>
    <p:sldLayoutId id="2147483931" r:id="rId23"/>
    <p:sldLayoutId id="2147483932" r:id="rId24"/>
    <p:sldLayoutId id="2147483933" r:id="rId25"/>
    <p:sldLayoutId id="2147483934" r:id="rId26"/>
    <p:sldLayoutId id="2147483935" r:id="rId27"/>
    <p:sldLayoutId id="2147483936" r:id="rId28"/>
    <p:sldLayoutId id="2147483937" r:id="rId29"/>
    <p:sldLayoutId id="2147483938" r:id="rId30"/>
    <p:sldLayoutId id="2147483939" r:id="rId31"/>
    <p:sldLayoutId id="2147483940" r:id="rId32"/>
    <p:sldLayoutId id="2147483941" r:id="rId33"/>
    <p:sldLayoutId id="2147483942" r:id="rId34"/>
    <p:sldLayoutId id="2147483943" r:id="rId35"/>
    <p:sldLayoutId id="2147483944" r:id="rId36"/>
    <p:sldLayoutId id="2147483945" r:id="rId37"/>
    <p:sldLayoutId id="2147483946" r:id="rId38"/>
    <p:sldLayoutId id="2147483947" r:id="rId39"/>
    <p:sldLayoutId id="2147483948" r:id="rId40"/>
    <p:sldLayoutId id="2147483949" r:id="rId41"/>
    <p:sldLayoutId id="2147483950" r:id="rId42"/>
    <p:sldLayoutId id="2147483951" r:id="rId43"/>
    <p:sldLayoutId id="2147483952" r:id="rId44"/>
    <p:sldLayoutId id="2147483953" r:id="rId45"/>
    <p:sldLayoutId id="2147483954" r:id="rId46"/>
    <p:sldLayoutId id="2147483955" r:id="rId47"/>
    <p:sldLayoutId id="2147483956" r:id="rId48"/>
    <p:sldLayoutId id="2147483957" r:id="rId49"/>
    <p:sldLayoutId id="2147483958" r:id="rId50"/>
    <p:sldLayoutId id="2147483959" r:id="rId51"/>
    <p:sldLayoutId id="2147483960" r:id="rId5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tags" Target="../tags/tag295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9.bin"/><Relationship Id="rId4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1.png"/><Relationship Id="rId39" Type="http://schemas.openxmlformats.org/officeDocument/2006/relationships/image" Target="../media/image58.svg"/><Relationship Id="rId21" Type="http://schemas.microsoft.com/office/2007/relationships/hdphoto" Target="../media/hdphoto2.wdp"/><Relationship Id="rId34" Type="http://schemas.openxmlformats.org/officeDocument/2006/relationships/image" Target="../media/image55.png"/><Relationship Id="rId42" Type="http://schemas.openxmlformats.org/officeDocument/2006/relationships/image" Target="../media/image60.png"/><Relationship Id="rId47" Type="http://schemas.microsoft.com/office/2007/relationships/hdphoto" Target="../media/hdphoto13.wdp"/><Relationship Id="rId50" Type="http://schemas.openxmlformats.org/officeDocument/2006/relationships/image" Target="../media/image66.svg"/><Relationship Id="rId55" Type="http://schemas.openxmlformats.org/officeDocument/2006/relationships/image" Target="../media/image71.png"/><Relationship Id="rId7" Type="http://schemas.openxmlformats.org/officeDocument/2006/relationships/image" Target="../media/image36.emf"/><Relationship Id="rId2" Type="http://schemas.openxmlformats.org/officeDocument/2006/relationships/tags" Target="../tags/tag299.xml"/><Relationship Id="rId16" Type="http://schemas.openxmlformats.org/officeDocument/2006/relationships/image" Target="../media/image44.png"/><Relationship Id="rId29" Type="http://schemas.microsoft.com/office/2007/relationships/hdphoto" Target="../media/hdphoto6.wdp"/><Relationship Id="rId11" Type="http://schemas.openxmlformats.org/officeDocument/2006/relationships/image" Target="../media/image40.png"/><Relationship Id="rId24" Type="http://schemas.openxmlformats.org/officeDocument/2006/relationships/image" Target="../media/image50.png"/><Relationship Id="rId32" Type="http://schemas.openxmlformats.org/officeDocument/2006/relationships/image" Target="../media/image54.png"/><Relationship Id="rId37" Type="http://schemas.microsoft.com/office/2007/relationships/hdphoto" Target="../media/hdphoto10.wdp"/><Relationship Id="rId40" Type="http://schemas.openxmlformats.org/officeDocument/2006/relationships/image" Target="../media/image59.png"/><Relationship Id="rId45" Type="http://schemas.openxmlformats.org/officeDocument/2006/relationships/image" Target="../media/image62.png"/><Relationship Id="rId53" Type="http://schemas.openxmlformats.org/officeDocument/2006/relationships/image" Target="../media/image69.jpeg"/><Relationship Id="rId58" Type="http://schemas.microsoft.com/office/2007/relationships/hdphoto" Target="../media/hdphoto14.wdp"/><Relationship Id="rId5" Type="http://schemas.openxmlformats.org/officeDocument/2006/relationships/notesSlide" Target="../notesSlides/notesSlide1.xml"/><Relationship Id="rId61" Type="http://schemas.openxmlformats.org/officeDocument/2006/relationships/image" Target="../media/image75.jpg"/><Relationship Id="rId19" Type="http://schemas.openxmlformats.org/officeDocument/2006/relationships/image" Target="../media/image47.png"/><Relationship Id="rId14" Type="http://schemas.openxmlformats.org/officeDocument/2006/relationships/image" Target="../media/image42.png"/><Relationship Id="rId22" Type="http://schemas.openxmlformats.org/officeDocument/2006/relationships/image" Target="../media/image49.png"/><Relationship Id="rId27" Type="http://schemas.microsoft.com/office/2007/relationships/hdphoto" Target="../media/hdphoto5.wdp"/><Relationship Id="rId30" Type="http://schemas.openxmlformats.org/officeDocument/2006/relationships/image" Target="../media/image53.png"/><Relationship Id="rId35" Type="http://schemas.microsoft.com/office/2007/relationships/hdphoto" Target="../media/hdphoto9.wdp"/><Relationship Id="rId43" Type="http://schemas.microsoft.com/office/2007/relationships/hdphoto" Target="../media/hdphoto12.wdp"/><Relationship Id="rId48" Type="http://schemas.openxmlformats.org/officeDocument/2006/relationships/image" Target="../media/image64.png"/><Relationship Id="rId56" Type="http://schemas.openxmlformats.org/officeDocument/2006/relationships/image" Target="../media/image72.jpeg"/><Relationship Id="rId8" Type="http://schemas.openxmlformats.org/officeDocument/2006/relationships/image" Target="../media/image37.png"/><Relationship Id="rId51" Type="http://schemas.openxmlformats.org/officeDocument/2006/relationships/image" Target="../media/image67.png"/><Relationship Id="rId3" Type="http://schemas.openxmlformats.org/officeDocument/2006/relationships/tags" Target="../tags/tag300.xml"/><Relationship Id="rId12" Type="http://schemas.microsoft.com/office/2007/relationships/hdphoto" Target="../media/hdphoto1.wdp"/><Relationship Id="rId17" Type="http://schemas.openxmlformats.org/officeDocument/2006/relationships/image" Target="../media/image45.png"/><Relationship Id="rId25" Type="http://schemas.microsoft.com/office/2007/relationships/hdphoto" Target="../media/hdphoto4.wdp"/><Relationship Id="rId33" Type="http://schemas.microsoft.com/office/2007/relationships/hdphoto" Target="../media/hdphoto8.wdp"/><Relationship Id="rId38" Type="http://schemas.openxmlformats.org/officeDocument/2006/relationships/image" Target="../media/image57.png"/><Relationship Id="rId46" Type="http://schemas.openxmlformats.org/officeDocument/2006/relationships/image" Target="../media/image63.png"/><Relationship Id="rId59" Type="http://schemas.openxmlformats.org/officeDocument/2006/relationships/image" Target="../media/image74.png"/><Relationship Id="rId20" Type="http://schemas.openxmlformats.org/officeDocument/2006/relationships/image" Target="../media/image48.png"/><Relationship Id="rId41" Type="http://schemas.microsoft.com/office/2007/relationships/hdphoto" Target="../media/hdphoto11.wdp"/><Relationship Id="rId54" Type="http://schemas.openxmlformats.org/officeDocument/2006/relationships/image" Target="../media/image70.jpeg"/><Relationship Id="rId1" Type="http://schemas.openxmlformats.org/officeDocument/2006/relationships/tags" Target="../tags/tag298.xml"/><Relationship Id="rId6" Type="http://schemas.openxmlformats.org/officeDocument/2006/relationships/oleObject" Target="../embeddings/oleObject10.bin"/><Relationship Id="rId15" Type="http://schemas.openxmlformats.org/officeDocument/2006/relationships/image" Target="../media/image43.png"/><Relationship Id="rId23" Type="http://schemas.microsoft.com/office/2007/relationships/hdphoto" Target="../media/hdphoto3.wdp"/><Relationship Id="rId28" Type="http://schemas.openxmlformats.org/officeDocument/2006/relationships/image" Target="../media/image52.png"/><Relationship Id="rId36" Type="http://schemas.openxmlformats.org/officeDocument/2006/relationships/image" Target="../media/image56.png"/><Relationship Id="rId49" Type="http://schemas.openxmlformats.org/officeDocument/2006/relationships/image" Target="../media/image65.png"/><Relationship Id="rId57" Type="http://schemas.openxmlformats.org/officeDocument/2006/relationships/image" Target="../media/image73.png"/><Relationship Id="rId10" Type="http://schemas.openxmlformats.org/officeDocument/2006/relationships/image" Target="../media/image39.png"/><Relationship Id="rId31" Type="http://schemas.microsoft.com/office/2007/relationships/hdphoto" Target="../media/hdphoto7.wdp"/><Relationship Id="rId44" Type="http://schemas.openxmlformats.org/officeDocument/2006/relationships/image" Target="../media/image61.png"/><Relationship Id="rId52" Type="http://schemas.openxmlformats.org/officeDocument/2006/relationships/image" Target="../media/image68.jpeg"/><Relationship Id="rId60" Type="http://schemas.microsoft.com/office/2007/relationships/hdphoto" Target="../media/hdphoto15.wdp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03.xml"/><Relationship Id="rId7" Type="http://schemas.openxmlformats.org/officeDocument/2006/relationships/image" Target="../media/image36.emf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6" Type="http://schemas.openxmlformats.org/officeDocument/2006/relationships/oleObject" Target="../embeddings/oleObject11.bin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641624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3" imgH="353" progId="TCLayout.ActiveDocument.1">
                  <p:embed/>
                </p:oleObj>
              </mc:Choice>
              <mc:Fallback>
                <p:oleObj name="think-cell Slide" r:id="rId5" imgW="353" imgH="353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</a:pPr>
            <a:endParaRPr lang="de-DE" b="1" dirty="0" err="1">
              <a:solidFill>
                <a:schemeClr val="tx1"/>
              </a:solidFill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ctrTitle"/>
          </p:nvPr>
        </p:nvSpPr>
        <p:spPr>
          <a:xfrm>
            <a:off x="627063" y="3335826"/>
            <a:ext cx="6480000" cy="2401869"/>
          </a:xfrm>
        </p:spPr>
        <p:txBody>
          <a:bodyPr vert="horz"/>
          <a:lstStyle/>
          <a:p>
            <a:r>
              <a:rPr lang="en-US" sz="1800" dirty="0"/>
              <a:t>Team </a:t>
            </a:r>
            <a:r>
              <a:rPr lang="en-US" sz="1800" dirty="0" err="1"/>
              <a:t>Automatas</a:t>
            </a:r>
            <a:r>
              <a:rPr lang="en-US" sz="1800" dirty="0"/>
              <a:t> 4.0</a:t>
            </a:r>
            <a:br>
              <a:rPr lang="de-DE" sz="4400" dirty="0"/>
            </a:br>
            <a:r>
              <a:rPr lang="de-DE" sz="4400" dirty="0"/>
              <a:t>Capstone Project</a:t>
            </a:r>
            <a:br>
              <a:rPr lang="de-DE" sz="4400" dirty="0"/>
            </a:br>
            <a:r>
              <a:rPr lang="en-US" sz="2800" dirty="0"/>
              <a:t>Reshape B2B Offering Competency with digital Technologies</a:t>
            </a:r>
            <a:br>
              <a:rPr lang="de-DE" sz="4400" dirty="0"/>
            </a:br>
            <a:r>
              <a:rPr lang="de-DE" sz="1800" dirty="0"/>
              <a:t>July 2021</a:t>
            </a:r>
            <a:endParaRPr lang="en-US" sz="2200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de-DE" dirty="0"/>
              <a:t>siemens.com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Unrestricted © Siemens AG 2021</a:t>
            </a:r>
            <a:endParaRPr lang="de-DE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5082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87191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3" imgH="353" progId="TCLayout.ActiveDocument.1">
                  <p:embed/>
                </p:oleObj>
              </mc:Choice>
              <mc:Fallback>
                <p:oleObj name="think-cell Slide" r:id="rId6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</a:pPr>
            <a:endParaRPr lang="en-US" sz="2200" b="1" dirty="0" err="1">
              <a:solidFill>
                <a:schemeClr val="tx1"/>
              </a:solidFill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690" name="cdtRectangle 2 Id114690"/>
          <p:cNvSpPr>
            <a:spLocks noGrp="1" noChangeArrowheads="1"/>
          </p:cNvSpPr>
          <p:nvPr>
            <p:ph type="title"/>
          </p:nvPr>
        </p:nvSpPr>
        <p:spPr bwMode="gray"/>
        <p:txBody>
          <a:bodyPr vert="horz"/>
          <a:lstStyle/>
          <a:p>
            <a:r>
              <a:rPr lang="en-US" noProof="0" dirty="0"/>
              <a:t>C</a:t>
            </a:r>
            <a:r>
              <a:rPr lang="en-US" dirty="0" err="1"/>
              <a:t>apstone</a:t>
            </a:r>
            <a:r>
              <a:rPr lang="en-US" dirty="0"/>
              <a:t> Company: Siemens Digital Industries</a:t>
            </a:r>
            <a:endParaRPr lang="en-US" noProof="0" dirty="0"/>
          </a:p>
        </p:txBody>
      </p:sp>
      <p:sp>
        <p:nvSpPr>
          <p:cNvPr id="28" name="Pfeil: Chevron 65">
            <a:extLst>
              <a:ext uri="{FF2B5EF4-FFF2-40B4-BE49-F238E27FC236}">
                <a16:creationId xmlns:a16="http://schemas.microsoft.com/office/drawing/2014/main" id="{DBEBF724-F938-43A7-A8D8-C1B67DA6F1A5}"/>
              </a:ext>
            </a:extLst>
          </p:cNvPr>
          <p:cNvSpPr/>
          <p:nvPr/>
        </p:nvSpPr>
        <p:spPr>
          <a:xfrm>
            <a:off x="7591405" y="1409497"/>
            <a:ext cx="4189420" cy="4784786"/>
          </a:xfrm>
          <a:custGeom>
            <a:avLst/>
            <a:gdLst>
              <a:gd name="connsiteX0" fmla="*/ 0 w 5187335"/>
              <a:gd name="connsiteY0" fmla="*/ 0 h 4784786"/>
              <a:gd name="connsiteX1" fmla="*/ 4189420 w 5187335"/>
              <a:gd name="connsiteY1" fmla="*/ 0 h 4784786"/>
              <a:gd name="connsiteX2" fmla="*/ 5187335 w 5187335"/>
              <a:gd name="connsiteY2" fmla="*/ 2392393 h 4784786"/>
              <a:gd name="connsiteX3" fmla="*/ 4189420 w 5187335"/>
              <a:gd name="connsiteY3" fmla="*/ 4784786 h 4784786"/>
              <a:gd name="connsiteX4" fmla="*/ 0 w 5187335"/>
              <a:gd name="connsiteY4" fmla="*/ 4784786 h 4784786"/>
              <a:gd name="connsiteX5" fmla="*/ 997915 w 5187335"/>
              <a:gd name="connsiteY5" fmla="*/ 2392393 h 4784786"/>
              <a:gd name="connsiteX6" fmla="*/ 0 w 5187335"/>
              <a:gd name="connsiteY6" fmla="*/ 0 h 4784786"/>
              <a:gd name="connsiteX0" fmla="*/ 0 w 4189420"/>
              <a:gd name="connsiteY0" fmla="*/ 0 h 4784786"/>
              <a:gd name="connsiteX1" fmla="*/ 4189420 w 4189420"/>
              <a:gd name="connsiteY1" fmla="*/ 0 h 4784786"/>
              <a:gd name="connsiteX2" fmla="*/ 4189420 w 4189420"/>
              <a:gd name="connsiteY2" fmla="*/ 4784786 h 4784786"/>
              <a:gd name="connsiteX3" fmla="*/ 0 w 4189420"/>
              <a:gd name="connsiteY3" fmla="*/ 4784786 h 4784786"/>
              <a:gd name="connsiteX4" fmla="*/ 997915 w 4189420"/>
              <a:gd name="connsiteY4" fmla="*/ 2392393 h 4784786"/>
              <a:gd name="connsiteX5" fmla="*/ 0 w 4189420"/>
              <a:gd name="connsiteY5" fmla="*/ 0 h 4784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89420" h="4784786">
                <a:moveTo>
                  <a:pt x="0" y="0"/>
                </a:moveTo>
                <a:lnTo>
                  <a:pt x="4189420" y="0"/>
                </a:lnTo>
                <a:lnTo>
                  <a:pt x="4189420" y="4784786"/>
                </a:lnTo>
                <a:lnTo>
                  <a:pt x="0" y="4784786"/>
                </a:lnTo>
                <a:lnTo>
                  <a:pt x="997915" y="2392393"/>
                </a:lnTo>
                <a:lnTo>
                  <a:pt x="0" y="0"/>
                </a:lnTo>
                <a:close/>
              </a:path>
            </a:pathLst>
          </a:cu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Pfeil: Chevron 117">
            <a:extLst>
              <a:ext uri="{FF2B5EF4-FFF2-40B4-BE49-F238E27FC236}">
                <a16:creationId xmlns:a16="http://schemas.microsoft.com/office/drawing/2014/main" id="{E0949925-D835-4E08-AB1F-672B032E1C1D}"/>
              </a:ext>
            </a:extLst>
          </p:cNvPr>
          <p:cNvSpPr/>
          <p:nvPr/>
        </p:nvSpPr>
        <p:spPr>
          <a:xfrm>
            <a:off x="3767765" y="1409497"/>
            <a:ext cx="4768081" cy="4784786"/>
          </a:xfrm>
          <a:prstGeom prst="chevron">
            <a:avLst>
              <a:gd name="adj" fmla="val 20856"/>
            </a:avLst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30" name="Gruppieren 4">
            <a:extLst>
              <a:ext uri="{FF2B5EF4-FFF2-40B4-BE49-F238E27FC236}">
                <a16:creationId xmlns:a16="http://schemas.microsoft.com/office/drawing/2014/main" id="{029C061A-73A5-4148-97D0-F03478B3873F}"/>
              </a:ext>
            </a:extLst>
          </p:cNvPr>
          <p:cNvGrpSpPr/>
          <p:nvPr/>
        </p:nvGrpSpPr>
        <p:grpSpPr>
          <a:xfrm>
            <a:off x="723285" y="1409499"/>
            <a:ext cx="11069493" cy="4756092"/>
            <a:chOff x="640494" y="1751964"/>
            <a:chExt cx="11075258" cy="4207514"/>
          </a:xfrm>
        </p:grpSpPr>
        <p:sp>
          <p:nvSpPr>
            <p:cNvPr id="31" name="Rechteck: abgerundete Ecken 55">
              <a:extLst>
                <a:ext uri="{FF2B5EF4-FFF2-40B4-BE49-F238E27FC236}">
                  <a16:creationId xmlns:a16="http://schemas.microsoft.com/office/drawing/2014/main" id="{DB41283C-D780-4C45-A6AA-8438FB773AFF}"/>
                </a:ext>
              </a:extLst>
            </p:cNvPr>
            <p:cNvSpPr/>
            <p:nvPr/>
          </p:nvSpPr>
          <p:spPr bwMode="auto">
            <a:xfrm>
              <a:off x="4399204" y="2363342"/>
              <a:ext cx="3260607" cy="590829"/>
            </a:xfrm>
            <a:prstGeom prst="homePlate">
              <a:avLst>
                <a:gd name="adj" fmla="val 24838"/>
              </a:avLst>
            </a:prstGeom>
            <a:gradFill>
              <a:gsLst>
                <a:gs pos="33000">
                  <a:srgbClr val="FFFFFF">
                    <a:alpha val="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0" scaled="0"/>
            </a:gradFill>
            <a:ln w="9525">
              <a:noFill/>
              <a:miter lim="800000"/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5981" tIns="0" rIns="0" bIns="0" numCol="1" spcCol="71979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943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999" b="1" dirty="0">
                  <a:solidFill>
                    <a:srgbClr val="FFFFFF"/>
                  </a:solidFill>
                  <a:latin typeface="Arial" panose="020B0604020202020204" pitchFamily="34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Area </a:t>
              </a:r>
              <a:r>
                <a:rPr lang="en-US" sz="1599" dirty="0">
                  <a:solidFill>
                    <a:srgbClr val="FFFFFF"/>
                  </a:solidFill>
                  <a:latin typeface="Arial" panose="020B0604020202020204" pitchFamily="34" charset="0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125,000 customers</a:t>
              </a:r>
            </a:p>
          </p:txBody>
        </p:sp>
        <p:sp>
          <p:nvSpPr>
            <p:cNvPr id="32" name="Rechteck: abgerundete Ecken 55">
              <a:extLst>
                <a:ext uri="{FF2B5EF4-FFF2-40B4-BE49-F238E27FC236}">
                  <a16:creationId xmlns:a16="http://schemas.microsoft.com/office/drawing/2014/main" id="{F5F8CD55-E74B-411C-A27E-A7BF7AA675D6}"/>
                </a:ext>
              </a:extLst>
            </p:cNvPr>
            <p:cNvSpPr/>
            <p:nvPr/>
          </p:nvSpPr>
          <p:spPr bwMode="auto">
            <a:xfrm>
              <a:off x="4698592" y="2961863"/>
              <a:ext cx="3260607" cy="590829"/>
            </a:xfrm>
            <a:prstGeom prst="homePlate">
              <a:avLst>
                <a:gd name="adj" fmla="val 24838"/>
              </a:avLst>
            </a:prstGeom>
            <a:gradFill>
              <a:gsLst>
                <a:gs pos="33000">
                  <a:srgbClr val="FFFFFF">
                    <a:alpha val="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0" scaled="0"/>
            </a:gradFill>
            <a:ln w="9525">
              <a:noFill/>
              <a:miter lim="800000"/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5981" tIns="0" rIns="0" bIns="0" numCol="1" spcCol="71979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943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999" b="1" dirty="0">
                  <a:solidFill>
                    <a:srgbClr val="FFFFFF"/>
                  </a:solidFill>
                  <a:latin typeface="Arial" panose="020B0604020202020204" pitchFamily="34" charset="0"/>
                  <a:ea typeface="Arial Unicode MS" panose="020B0604020202020204" pitchFamily="34" charset="-128"/>
                </a:rPr>
                <a:t>OEM </a:t>
              </a:r>
              <a:r>
                <a:rPr lang="en-US" sz="1599" dirty="0">
                  <a:solidFill>
                    <a:srgbClr val="FFFFFF"/>
                  </a:solidFill>
                  <a:latin typeface="Arial" panose="020B0604020202020204" pitchFamily="34" charset="0"/>
                  <a:ea typeface="Arial Unicode MS" panose="020B0604020202020204" pitchFamily="34" charset="-128"/>
                </a:rPr>
                <a:t>22,000 customers</a:t>
              </a:r>
            </a:p>
          </p:txBody>
        </p:sp>
        <p:sp>
          <p:nvSpPr>
            <p:cNvPr id="33" name="Rechteck: abgerundete Ecken 55">
              <a:extLst>
                <a:ext uri="{FF2B5EF4-FFF2-40B4-BE49-F238E27FC236}">
                  <a16:creationId xmlns:a16="http://schemas.microsoft.com/office/drawing/2014/main" id="{C768B52C-254E-4BEA-8BCC-9C1433661297}"/>
                </a:ext>
              </a:extLst>
            </p:cNvPr>
            <p:cNvSpPr/>
            <p:nvPr/>
          </p:nvSpPr>
          <p:spPr bwMode="auto">
            <a:xfrm>
              <a:off x="4846471" y="3560381"/>
              <a:ext cx="3405523" cy="590829"/>
            </a:xfrm>
            <a:prstGeom prst="homePlate">
              <a:avLst>
                <a:gd name="adj" fmla="val 24838"/>
              </a:avLst>
            </a:prstGeom>
            <a:gradFill>
              <a:gsLst>
                <a:gs pos="33000">
                  <a:srgbClr val="FFFFFF">
                    <a:alpha val="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0" scaled="0"/>
            </a:gradFill>
            <a:ln w="9525">
              <a:noFill/>
              <a:miter lim="800000"/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5981" tIns="0" rIns="0" bIns="0" numCol="1" spcCol="71979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943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999" b="1" dirty="0">
                  <a:solidFill>
                    <a:srgbClr val="FFFFFF"/>
                  </a:solidFill>
                  <a:latin typeface="Arial" panose="020B0604020202020204" pitchFamily="34" charset="0"/>
                  <a:ea typeface="Arial Unicode MS" panose="020B0604020202020204" pitchFamily="34" charset="-128"/>
                </a:rPr>
                <a:t>Verticals </a:t>
              </a:r>
              <a:r>
                <a:rPr lang="en-US" sz="1599" dirty="0">
                  <a:solidFill>
                    <a:srgbClr val="FFFFFF"/>
                  </a:solidFill>
                  <a:latin typeface="Arial" panose="020B0604020202020204" pitchFamily="34" charset="0"/>
                  <a:ea typeface="Arial Unicode MS" panose="020B0604020202020204" pitchFamily="34" charset="-128"/>
                </a:rPr>
                <a:t>15,000 customers</a:t>
              </a:r>
            </a:p>
          </p:txBody>
        </p:sp>
        <p:sp>
          <p:nvSpPr>
            <p:cNvPr id="34" name="Rechteck: abgerundete Ecken 55">
              <a:extLst>
                <a:ext uri="{FF2B5EF4-FFF2-40B4-BE49-F238E27FC236}">
                  <a16:creationId xmlns:a16="http://schemas.microsoft.com/office/drawing/2014/main" id="{38A5B361-53F0-47EB-8880-60EB00E7B677}"/>
                </a:ext>
              </a:extLst>
            </p:cNvPr>
            <p:cNvSpPr/>
            <p:nvPr/>
          </p:nvSpPr>
          <p:spPr bwMode="auto">
            <a:xfrm>
              <a:off x="4698950" y="4158900"/>
              <a:ext cx="3260607" cy="590829"/>
            </a:xfrm>
            <a:prstGeom prst="homePlate">
              <a:avLst>
                <a:gd name="adj" fmla="val 24838"/>
              </a:avLst>
            </a:prstGeom>
            <a:gradFill>
              <a:gsLst>
                <a:gs pos="33000">
                  <a:srgbClr val="FFFFFF">
                    <a:alpha val="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0" scaled="0"/>
            </a:gradFill>
            <a:ln w="9525">
              <a:noFill/>
              <a:miter lim="800000"/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5981" tIns="0" rIns="0" bIns="0" numCol="1" spcCol="71979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943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999" b="1" dirty="0">
                  <a:solidFill>
                    <a:srgbClr val="FFFFFF"/>
                  </a:solidFill>
                  <a:latin typeface="Arial" panose="020B0604020202020204" pitchFamily="34" charset="0"/>
                  <a:ea typeface="Arial Unicode MS" panose="020B0604020202020204" pitchFamily="34" charset="-128"/>
                </a:rPr>
                <a:t>Partners </a:t>
              </a:r>
              <a:r>
                <a:rPr lang="en-US" sz="1599" dirty="0">
                  <a:solidFill>
                    <a:srgbClr val="FFFFFF"/>
                  </a:solidFill>
                  <a:latin typeface="Arial" panose="020B0604020202020204" pitchFamily="34" charset="0"/>
                  <a:ea typeface="Arial Unicode MS" panose="020B0604020202020204" pitchFamily="34" charset="-128"/>
                </a:rPr>
                <a:t>7,500 partners</a:t>
              </a:r>
            </a:p>
          </p:txBody>
        </p:sp>
        <p:sp>
          <p:nvSpPr>
            <p:cNvPr id="35" name="Rechteck: abgerundete Ecken 55">
              <a:extLst>
                <a:ext uri="{FF2B5EF4-FFF2-40B4-BE49-F238E27FC236}">
                  <a16:creationId xmlns:a16="http://schemas.microsoft.com/office/drawing/2014/main" id="{F65446BB-7754-4D66-A0E1-9B25FABF111E}"/>
                </a:ext>
              </a:extLst>
            </p:cNvPr>
            <p:cNvSpPr/>
            <p:nvPr/>
          </p:nvSpPr>
          <p:spPr bwMode="auto">
            <a:xfrm>
              <a:off x="4404324" y="4757420"/>
              <a:ext cx="3260606" cy="590829"/>
            </a:xfrm>
            <a:prstGeom prst="homePlate">
              <a:avLst>
                <a:gd name="adj" fmla="val 24838"/>
              </a:avLst>
            </a:prstGeom>
            <a:gradFill>
              <a:gsLst>
                <a:gs pos="33000">
                  <a:srgbClr val="FFFFFF">
                    <a:alpha val="0"/>
                  </a:srgbClr>
                </a:gs>
                <a:gs pos="100000">
                  <a:srgbClr val="FFFFFF">
                    <a:alpha val="50000"/>
                  </a:srgbClr>
                </a:gs>
              </a:gsLst>
              <a:lin ang="0" scaled="0"/>
            </a:gradFill>
            <a:ln w="9525">
              <a:noFill/>
              <a:miter lim="800000"/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5981" tIns="0" rIns="0" bIns="0" numCol="1" spcCol="71979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3943"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999" b="1" dirty="0">
                  <a:solidFill>
                    <a:srgbClr val="FFFFFF"/>
                  </a:solidFill>
                  <a:latin typeface="Arial" panose="020B0604020202020204" pitchFamily="34" charset="0"/>
                  <a:ea typeface="Arial Unicode MS" panose="020B0604020202020204" pitchFamily="34" charset="-128"/>
                </a:rPr>
                <a:t>Software </a:t>
              </a:r>
              <a:r>
                <a:rPr lang="en-US" sz="1599" dirty="0">
                  <a:solidFill>
                    <a:srgbClr val="FFFFFF"/>
                  </a:solidFill>
                  <a:latin typeface="Arial" panose="020B0604020202020204" pitchFamily="34" charset="0"/>
                  <a:ea typeface="Arial Unicode MS" panose="020B0604020202020204" pitchFamily="34" charset="-128"/>
                </a:rPr>
                <a:t>90,000 customers</a:t>
              </a:r>
            </a:p>
          </p:txBody>
        </p:sp>
        <p:sp>
          <p:nvSpPr>
            <p:cNvPr id="36" name="Pfeil: Fünfeck 110">
              <a:extLst>
                <a:ext uri="{FF2B5EF4-FFF2-40B4-BE49-F238E27FC236}">
                  <a16:creationId xmlns:a16="http://schemas.microsoft.com/office/drawing/2014/main" id="{3EDCF293-BDDB-4F8A-848B-7624ACCEA3C3}"/>
                </a:ext>
              </a:extLst>
            </p:cNvPr>
            <p:cNvSpPr/>
            <p:nvPr/>
          </p:nvSpPr>
          <p:spPr bwMode="gray">
            <a:xfrm>
              <a:off x="640494" y="1751964"/>
              <a:ext cx="4006478" cy="4207514"/>
            </a:xfrm>
            <a:custGeom>
              <a:avLst/>
              <a:gdLst>
                <a:gd name="connsiteX0" fmla="*/ 0 w 4043484"/>
                <a:gd name="connsiteY0" fmla="*/ 0 h 3809773"/>
                <a:gd name="connsiteX1" fmla="*/ 2943679 w 4043484"/>
                <a:gd name="connsiteY1" fmla="*/ 0 h 3809773"/>
                <a:gd name="connsiteX2" fmla="*/ 4043484 w 4043484"/>
                <a:gd name="connsiteY2" fmla="*/ 1904887 h 3809773"/>
                <a:gd name="connsiteX3" fmla="*/ 2943679 w 4043484"/>
                <a:gd name="connsiteY3" fmla="*/ 3809773 h 3809773"/>
                <a:gd name="connsiteX4" fmla="*/ 0 w 4043484"/>
                <a:gd name="connsiteY4" fmla="*/ 3809773 h 3809773"/>
                <a:gd name="connsiteX5" fmla="*/ 0 w 4043484"/>
                <a:gd name="connsiteY5" fmla="*/ 0 h 3809773"/>
                <a:gd name="connsiteX0" fmla="*/ 0 w 3994178"/>
                <a:gd name="connsiteY0" fmla="*/ 0 h 3809773"/>
                <a:gd name="connsiteX1" fmla="*/ 2943679 w 3994178"/>
                <a:gd name="connsiteY1" fmla="*/ 0 h 3809773"/>
                <a:gd name="connsiteX2" fmla="*/ 3994178 w 3994178"/>
                <a:gd name="connsiteY2" fmla="*/ 1891440 h 3809773"/>
                <a:gd name="connsiteX3" fmla="*/ 2943679 w 3994178"/>
                <a:gd name="connsiteY3" fmla="*/ 3809773 h 3809773"/>
                <a:gd name="connsiteX4" fmla="*/ 0 w 3994178"/>
                <a:gd name="connsiteY4" fmla="*/ 3809773 h 3809773"/>
                <a:gd name="connsiteX5" fmla="*/ 0 w 3994178"/>
                <a:gd name="connsiteY5" fmla="*/ 0 h 3809773"/>
                <a:gd name="connsiteX0" fmla="*/ 0 w 3967284"/>
                <a:gd name="connsiteY0" fmla="*/ 0 h 3809773"/>
                <a:gd name="connsiteX1" fmla="*/ 2943679 w 3967284"/>
                <a:gd name="connsiteY1" fmla="*/ 0 h 3809773"/>
                <a:gd name="connsiteX2" fmla="*/ 3967284 w 3967284"/>
                <a:gd name="connsiteY2" fmla="*/ 1904887 h 3809773"/>
                <a:gd name="connsiteX3" fmla="*/ 2943679 w 3967284"/>
                <a:gd name="connsiteY3" fmla="*/ 3809773 h 3809773"/>
                <a:gd name="connsiteX4" fmla="*/ 0 w 3967284"/>
                <a:gd name="connsiteY4" fmla="*/ 3809773 h 3809773"/>
                <a:gd name="connsiteX5" fmla="*/ 0 w 3967284"/>
                <a:gd name="connsiteY5" fmla="*/ 0 h 3809773"/>
                <a:gd name="connsiteX0" fmla="*/ 0 w 3989696"/>
                <a:gd name="connsiteY0" fmla="*/ 0 h 3809773"/>
                <a:gd name="connsiteX1" fmla="*/ 2943679 w 3989696"/>
                <a:gd name="connsiteY1" fmla="*/ 0 h 3809773"/>
                <a:gd name="connsiteX2" fmla="*/ 3989696 w 3989696"/>
                <a:gd name="connsiteY2" fmla="*/ 1904887 h 3809773"/>
                <a:gd name="connsiteX3" fmla="*/ 2943679 w 3989696"/>
                <a:gd name="connsiteY3" fmla="*/ 3809773 h 3809773"/>
                <a:gd name="connsiteX4" fmla="*/ 0 w 3989696"/>
                <a:gd name="connsiteY4" fmla="*/ 3809773 h 3809773"/>
                <a:gd name="connsiteX5" fmla="*/ 0 w 3989696"/>
                <a:gd name="connsiteY5" fmla="*/ 0 h 3809773"/>
                <a:gd name="connsiteX0" fmla="*/ 0 w 3985214"/>
                <a:gd name="connsiteY0" fmla="*/ 0 h 3809773"/>
                <a:gd name="connsiteX1" fmla="*/ 2943679 w 3985214"/>
                <a:gd name="connsiteY1" fmla="*/ 0 h 3809773"/>
                <a:gd name="connsiteX2" fmla="*/ 3985214 w 3985214"/>
                <a:gd name="connsiteY2" fmla="*/ 1900404 h 3809773"/>
                <a:gd name="connsiteX3" fmla="*/ 2943679 w 3985214"/>
                <a:gd name="connsiteY3" fmla="*/ 3809773 h 3809773"/>
                <a:gd name="connsiteX4" fmla="*/ 0 w 3985214"/>
                <a:gd name="connsiteY4" fmla="*/ 3809773 h 3809773"/>
                <a:gd name="connsiteX5" fmla="*/ 0 w 3985214"/>
                <a:gd name="connsiteY5" fmla="*/ 0 h 3809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5214" h="3809773">
                  <a:moveTo>
                    <a:pt x="0" y="0"/>
                  </a:moveTo>
                  <a:lnTo>
                    <a:pt x="2943679" y="0"/>
                  </a:lnTo>
                  <a:lnTo>
                    <a:pt x="3985214" y="1900404"/>
                  </a:lnTo>
                  <a:lnTo>
                    <a:pt x="2943679" y="3809773"/>
                  </a:lnTo>
                  <a:lnTo>
                    <a:pt x="0" y="3809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FFFFFF"/>
              </a:solidFill>
            </a:ln>
            <a:effectLst/>
          </p:spPr>
          <p:txBody>
            <a:bodyPr wrap="square" lIns="179906" tIns="143924" rIns="179906" bIns="71963" numCol="1" spcCol="72000" rtlCol="0" anchor="ctr" anchorCtr="0">
              <a:noAutofit/>
            </a:bodyPr>
            <a:lstStyle/>
            <a:p>
              <a:pPr algn="ctr" defTabSz="913943" fontAlgn="base">
                <a:spcBef>
                  <a:spcPct val="0"/>
                </a:spcBef>
                <a:spcAft>
                  <a:spcPts val="1598"/>
                </a:spcAft>
                <a:defRPr/>
              </a:pPr>
              <a:endParaRPr lang="en-US" sz="3998" b="1" dirty="0">
                <a:solidFill>
                  <a:srgbClr val="AF235F"/>
                </a:solidFill>
                <a:latin typeface="Arial" pitchFamily="34" charset="0"/>
                <a:ea typeface="ＭＳ Ｐゴシック" charset="-128"/>
                <a:cs typeface="Arial" panose="020B0604020202020204" pitchFamily="34" charset="-128"/>
              </a:endParaRPr>
            </a:p>
          </p:txBody>
        </p:sp>
        <p:sp>
          <p:nvSpPr>
            <p:cNvPr id="37" name="Textfeld 2">
              <a:extLst>
                <a:ext uri="{FF2B5EF4-FFF2-40B4-BE49-F238E27FC236}">
                  <a16:creationId xmlns:a16="http://schemas.microsoft.com/office/drawing/2014/main" id="{202DA833-DDBD-4232-8072-ABF0369DD48D}"/>
                </a:ext>
              </a:extLst>
            </p:cNvPr>
            <p:cNvSpPr txBox="1"/>
            <p:nvPr/>
          </p:nvSpPr>
          <p:spPr>
            <a:xfrm>
              <a:off x="4076364" y="5447237"/>
              <a:ext cx="2346852" cy="431383"/>
            </a:xfrm>
            <a:prstGeom prst="rect">
              <a:avLst/>
            </a:prstGeom>
            <a:noFill/>
          </p:spPr>
          <p:txBody>
            <a:bodyPr wrap="square" lIns="35981" tIns="0" rIns="0" bIns="0" rtlCol="0">
              <a:noAutofit/>
            </a:bodyPr>
            <a:lstStyle/>
            <a:p>
              <a:pPr defTabSz="913943" fontAlgn="base">
                <a:lnSpc>
                  <a:spcPct val="110000"/>
                </a:lnSpc>
                <a:spcAft>
                  <a:spcPct val="0"/>
                </a:spcAft>
                <a:defRPr/>
              </a:pPr>
              <a:r>
                <a:rPr lang="en-US" sz="1999" b="1" dirty="0">
                  <a:solidFill>
                    <a:srgbClr val="FFFFFF"/>
                  </a:solidFill>
                  <a:latin typeface="Arial"/>
                  <a:ea typeface="Arial" panose="020B0604020202020204" pitchFamily="34" charset="-128"/>
                  <a:cs typeface="Arial" panose="020B0604020202020204" pitchFamily="34" charset="-128"/>
                </a:rPr>
                <a:t>Online sales</a:t>
              </a:r>
            </a:p>
          </p:txBody>
        </p:sp>
        <p:pic>
          <p:nvPicPr>
            <p:cNvPr id="38" name="Grafik 83">
              <a:extLst>
                <a:ext uri="{FF2B5EF4-FFF2-40B4-BE49-F238E27FC236}">
                  <a16:creationId xmlns:a16="http://schemas.microsoft.com/office/drawing/2014/main" id="{9F5B2552-4809-4C6F-AC53-1AA903EA6D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14860" b="-14860"/>
            <a:stretch/>
          </p:blipFill>
          <p:spPr>
            <a:xfrm>
              <a:off x="10619947" y="4308414"/>
              <a:ext cx="908909" cy="391287"/>
            </a:xfrm>
            <a:prstGeom prst="rect">
              <a:avLst/>
            </a:prstGeom>
          </p:spPr>
        </p:pic>
        <p:pic>
          <p:nvPicPr>
            <p:cNvPr id="39" name="Grafik 91">
              <a:extLst>
                <a:ext uri="{FF2B5EF4-FFF2-40B4-BE49-F238E27FC236}">
                  <a16:creationId xmlns:a16="http://schemas.microsoft.com/office/drawing/2014/main" id="{851AE294-AEA8-4E01-9D55-E596E94B01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62" b="-6562"/>
            <a:stretch/>
          </p:blipFill>
          <p:spPr>
            <a:xfrm>
              <a:off x="8041101" y="5113177"/>
              <a:ext cx="454454" cy="285922"/>
            </a:xfrm>
            <a:prstGeom prst="rect">
              <a:avLst/>
            </a:prstGeom>
          </p:spPr>
        </p:pic>
        <p:pic>
          <p:nvPicPr>
            <p:cNvPr id="40" name="Grafik 92">
              <a:extLst>
                <a:ext uri="{FF2B5EF4-FFF2-40B4-BE49-F238E27FC236}">
                  <a16:creationId xmlns:a16="http://schemas.microsoft.com/office/drawing/2014/main" id="{44CD0D80-6055-4311-9935-6A23B9CE28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62" b="-6562"/>
            <a:stretch/>
          </p:blipFill>
          <p:spPr>
            <a:xfrm>
              <a:off x="8642666" y="3178862"/>
              <a:ext cx="661024" cy="391417"/>
            </a:xfrm>
            <a:prstGeom prst="rect">
              <a:avLst/>
            </a:prstGeom>
          </p:spPr>
        </p:pic>
        <p:pic>
          <p:nvPicPr>
            <p:cNvPr id="41" name="Grafik 94">
              <a:extLst>
                <a:ext uri="{FF2B5EF4-FFF2-40B4-BE49-F238E27FC236}">
                  <a16:creationId xmlns:a16="http://schemas.microsoft.com/office/drawing/2014/main" id="{00370F72-1F7B-4F92-9D8F-D3052C7A4C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screen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560" b="-6560"/>
            <a:stretch/>
          </p:blipFill>
          <p:spPr>
            <a:xfrm>
              <a:off x="7848171" y="1918009"/>
              <a:ext cx="1404676" cy="200913"/>
            </a:xfrm>
            <a:prstGeom prst="rect">
              <a:avLst/>
            </a:prstGeom>
          </p:spPr>
        </p:pic>
        <p:pic>
          <p:nvPicPr>
            <p:cNvPr id="42" name="Grafik 95">
              <a:extLst>
                <a:ext uri="{FF2B5EF4-FFF2-40B4-BE49-F238E27FC236}">
                  <a16:creationId xmlns:a16="http://schemas.microsoft.com/office/drawing/2014/main" id="{52FA72F1-89BD-4502-8BE6-F1CEA89552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62" b="-6562"/>
            <a:stretch/>
          </p:blipFill>
          <p:spPr>
            <a:xfrm>
              <a:off x="9623307" y="4039923"/>
              <a:ext cx="908909" cy="209098"/>
            </a:xfrm>
            <a:prstGeom prst="rect">
              <a:avLst/>
            </a:prstGeom>
          </p:spPr>
        </p:pic>
        <p:pic>
          <p:nvPicPr>
            <p:cNvPr id="43" name="Grafik 96">
              <a:extLst>
                <a:ext uri="{FF2B5EF4-FFF2-40B4-BE49-F238E27FC236}">
                  <a16:creationId xmlns:a16="http://schemas.microsoft.com/office/drawing/2014/main" id="{B5D436DC-49B8-49AC-96F8-029FE9EC27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62" b="-6562"/>
            <a:stretch/>
          </p:blipFill>
          <p:spPr>
            <a:xfrm>
              <a:off x="7848672" y="5616187"/>
              <a:ext cx="784966" cy="240255"/>
            </a:xfrm>
            <a:prstGeom prst="rect">
              <a:avLst/>
            </a:prstGeom>
          </p:spPr>
        </p:pic>
        <p:pic>
          <p:nvPicPr>
            <p:cNvPr id="44" name="Picture 2">
              <a:extLst>
                <a:ext uri="{FF2B5EF4-FFF2-40B4-BE49-F238E27FC236}">
                  <a16:creationId xmlns:a16="http://schemas.microsoft.com/office/drawing/2014/main" id="{914BCDBC-F4C2-4650-9A31-1BA80E7ED6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48" b="-6548"/>
            <a:stretch/>
          </p:blipFill>
          <p:spPr bwMode="auto">
            <a:xfrm>
              <a:off x="9521243" y="2746673"/>
              <a:ext cx="1239420" cy="239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3">
              <a:extLst>
                <a:ext uri="{FF2B5EF4-FFF2-40B4-BE49-F238E27FC236}">
                  <a16:creationId xmlns:a16="http://schemas.microsoft.com/office/drawing/2014/main" id="{DA51783C-BEDB-4C83-853E-089B2F6D0F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48" b="-6548"/>
            <a:stretch/>
          </p:blipFill>
          <p:spPr bwMode="auto">
            <a:xfrm>
              <a:off x="10776958" y="3029827"/>
              <a:ext cx="826280" cy="212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Grafik 106">
              <a:extLst>
                <a:ext uri="{FF2B5EF4-FFF2-40B4-BE49-F238E27FC236}">
                  <a16:creationId xmlns:a16="http://schemas.microsoft.com/office/drawing/2014/main" id="{DEB98F23-D999-409E-85E2-F8FAD72D2B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48" b="-6548"/>
            <a:stretch/>
          </p:blipFill>
          <p:spPr>
            <a:xfrm>
              <a:off x="8758736" y="2634148"/>
              <a:ext cx="619710" cy="228396"/>
            </a:xfrm>
            <a:prstGeom prst="rect">
              <a:avLst/>
            </a:prstGeom>
          </p:spPr>
        </p:pic>
        <p:pic>
          <p:nvPicPr>
            <p:cNvPr id="47" name="Grafik 107">
              <a:extLst>
                <a:ext uri="{FF2B5EF4-FFF2-40B4-BE49-F238E27FC236}">
                  <a16:creationId xmlns:a16="http://schemas.microsoft.com/office/drawing/2014/main" id="{67AB59F0-7EE3-43B7-B0E3-CA53C1A50F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48" b="-6548"/>
            <a:stretch/>
          </p:blipFill>
          <p:spPr>
            <a:xfrm>
              <a:off x="10792522" y="3788320"/>
              <a:ext cx="743653" cy="397854"/>
            </a:xfrm>
            <a:prstGeom prst="rect">
              <a:avLst/>
            </a:prstGeom>
          </p:spPr>
        </p:pic>
        <p:pic>
          <p:nvPicPr>
            <p:cNvPr id="48" name="Grafik 109">
              <a:extLst>
                <a:ext uri="{FF2B5EF4-FFF2-40B4-BE49-F238E27FC236}">
                  <a16:creationId xmlns:a16="http://schemas.microsoft.com/office/drawing/2014/main" id="{9C27A27E-AB1E-477F-871B-1C519C5920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49" b="-6549"/>
            <a:stretch/>
          </p:blipFill>
          <p:spPr bwMode="gray">
            <a:xfrm>
              <a:off x="9194874" y="5156801"/>
              <a:ext cx="760340" cy="150976"/>
            </a:xfrm>
            <a:prstGeom prst="rect">
              <a:avLst/>
            </a:prstGeom>
          </p:spPr>
        </p:pic>
        <p:pic>
          <p:nvPicPr>
            <p:cNvPr id="53" name="Picture 16">
              <a:extLst>
                <a:ext uri="{FF2B5EF4-FFF2-40B4-BE49-F238E27FC236}">
                  <a16:creationId xmlns:a16="http://schemas.microsoft.com/office/drawing/2014/main" id="{73C6FD3D-7282-4DB9-B6C5-B07EECEF06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 cstate="screen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555" b="-6555"/>
            <a:stretch/>
          </p:blipFill>
          <p:spPr bwMode="auto">
            <a:xfrm>
              <a:off x="8403961" y="4391400"/>
              <a:ext cx="758847" cy="356611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" name="Picture 41">
              <a:extLst>
                <a:ext uri="{FF2B5EF4-FFF2-40B4-BE49-F238E27FC236}">
                  <a16:creationId xmlns:a16="http://schemas.microsoft.com/office/drawing/2014/main" id="{5E6A41D8-557F-4D54-8799-2A8C390E7E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 cstate="screen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714" b="-6714"/>
            <a:stretch/>
          </p:blipFill>
          <p:spPr bwMode="auto">
            <a:xfrm>
              <a:off x="9611831" y="4404118"/>
              <a:ext cx="712569" cy="31427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43">
              <a:extLst>
                <a:ext uri="{FF2B5EF4-FFF2-40B4-BE49-F238E27FC236}">
                  <a16:creationId xmlns:a16="http://schemas.microsoft.com/office/drawing/2014/main" id="{623A333E-7544-45CC-AFA3-652D4F618F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4" cstate="screen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858" b="-6858"/>
            <a:stretch/>
          </p:blipFill>
          <p:spPr bwMode="auto">
            <a:xfrm>
              <a:off x="10272552" y="5313005"/>
              <a:ext cx="1442270" cy="20477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2">
              <a:extLst>
                <a:ext uri="{FF2B5EF4-FFF2-40B4-BE49-F238E27FC236}">
                  <a16:creationId xmlns:a16="http://schemas.microsoft.com/office/drawing/2014/main" id="{470724E7-C6F1-4B73-AB28-ECB58B509F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 cstate="screen">
              <a:extLst>
                <a:ext uri="{BEBA8EAE-BF5A-486C-A8C5-ECC9F3942E4B}">
                  <a14:imgProps xmlns:a14="http://schemas.microsoft.com/office/drawing/2010/main">
                    <a14:imgLayer r:embed="rId2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31684" b="31684"/>
            <a:stretch/>
          </p:blipFill>
          <p:spPr bwMode="auto">
            <a:xfrm>
              <a:off x="8996555" y="4795430"/>
              <a:ext cx="1060526" cy="257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7" name="Grafik 10">
              <a:extLst>
                <a:ext uri="{FF2B5EF4-FFF2-40B4-BE49-F238E27FC236}">
                  <a16:creationId xmlns:a16="http://schemas.microsoft.com/office/drawing/2014/main" id="{D0BBBFE9-9C7A-43FB-8A4A-4E62302A7EC4}"/>
                </a:ext>
              </a:extLst>
            </p:cNvPr>
            <p:cNvGrpSpPr/>
            <p:nvPr/>
          </p:nvGrpSpPr>
          <p:grpSpPr>
            <a:xfrm>
              <a:off x="10976554" y="2660450"/>
              <a:ext cx="633842" cy="185650"/>
              <a:chOff x="10298791" y="2320795"/>
              <a:chExt cx="1232032" cy="409010"/>
            </a:xfrm>
          </p:grpSpPr>
          <p:sp>
            <p:nvSpPr>
              <p:cNvPr id="84" name="Freihandform: Form 131">
                <a:extLst>
                  <a:ext uri="{FF2B5EF4-FFF2-40B4-BE49-F238E27FC236}">
                    <a16:creationId xmlns:a16="http://schemas.microsoft.com/office/drawing/2014/main" id="{8DCEA6E6-4DC5-4276-9F95-A4DF0C291E03}"/>
                  </a:ext>
                </a:extLst>
              </p:cNvPr>
              <p:cNvSpPr/>
              <p:nvPr/>
            </p:nvSpPr>
            <p:spPr>
              <a:xfrm>
                <a:off x="10802676" y="2320816"/>
                <a:ext cx="233604" cy="408989"/>
              </a:xfrm>
              <a:custGeom>
                <a:avLst/>
                <a:gdLst>
                  <a:gd name="connsiteX0" fmla="*/ 235113 w 233605"/>
                  <a:gd name="connsiteY0" fmla="*/ 0 h 445974"/>
                  <a:gd name="connsiteX1" fmla="*/ 210160 w 233605"/>
                  <a:gd name="connsiteY1" fmla="*/ 0 h 445974"/>
                  <a:gd name="connsiteX2" fmla="*/ 117673 w 233605"/>
                  <a:gd name="connsiteY2" fmla="*/ 148276 h 445974"/>
                  <a:gd name="connsiteX3" fmla="*/ 25187 w 233605"/>
                  <a:gd name="connsiteY3" fmla="*/ 0 h 445974"/>
                  <a:gd name="connsiteX4" fmla="*/ 0 w 233605"/>
                  <a:gd name="connsiteY4" fmla="*/ 0 h 445974"/>
                  <a:gd name="connsiteX5" fmla="*/ 0 w 233605"/>
                  <a:gd name="connsiteY5" fmla="*/ 446059 h 445974"/>
                  <a:gd name="connsiteX6" fmla="*/ 25187 w 233605"/>
                  <a:gd name="connsiteY6" fmla="*/ 446059 h 445974"/>
                  <a:gd name="connsiteX7" fmla="*/ 117673 w 233605"/>
                  <a:gd name="connsiteY7" fmla="*/ 297804 h 445974"/>
                  <a:gd name="connsiteX8" fmla="*/ 210160 w 233605"/>
                  <a:gd name="connsiteY8" fmla="*/ 446059 h 445974"/>
                  <a:gd name="connsiteX9" fmla="*/ 235453 w 233605"/>
                  <a:gd name="connsiteY9" fmla="*/ 446059 h 445974"/>
                  <a:gd name="connsiteX10" fmla="*/ 235113 w 233605"/>
                  <a:gd name="connsiteY10" fmla="*/ 445698 h 445974"/>
                  <a:gd name="connsiteX11" fmla="*/ 235113 w 233605"/>
                  <a:gd name="connsiteY11" fmla="*/ 0 h 445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3605" h="445974">
                    <a:moveTo>
                      <a:pt x="235113" y="0"/>
                    </a:moveTo>
                    <a:lnTo>
                      <a:pt x="210160" y="0"/>
                    </a:lnTo>
                    <a:lnTo>
                      <a:pt x="117673" y="148276"/>
                    </a:lnTo>
                    <a:lnTo>
                      <a:pt x="25187" y="0"/>
                    </a:lnTo>
                    <a:lnTo>
                      <a:pt x="0" y="0"/>
                    </a:lnTo>
                    <a:lnTo>
                      <a:pt x="0" y="446059"/>
                    </a:lnTo>
                    <a:lnTo>
                      <a:pt x="25187" y="446059"/>
                    </a:lnTo>
                    <a:lnTo>
                      <a:pt x="117673" y="297804"/>
                    </a:lnTo>
                    <a:lnTo>
                      <a:pt x="210160" y="446059"/>
                    </a:lnTo>
                    <a:lnTo>
                      <a:pt x="235453" y="446059"/>
                    </a:lnTo>
                    <a:lnTo>
                      <a:pt x="235113" y="445698"/>
                    </a:lnTo>
                    <a:lnTo>
                      <a:pt x="2351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21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3943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1799" dirty="0">
                  <a:solidFill>
                    <a:srgbClr val="ADBECB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sp>
            <p:nvSpPr>
              <p:cNvPr id="85" name="Freihandform: Form 132">
                <a:extLst>
                  <a:ext uri="{FF2B5EF4-FFF2-40B4-BE49-F238E27FC236}">
                    <a16:creationId xmlns:a16="http://schemas.microsoft.com/office/drawing/2014/main" id="{FCBF9507-77C2-4E64-A6D1-0197E8FC8010}"/>
                  </a:ext>
                </a:extLst>
              </p:cNvPr>
              <p:cNvSpPr/>
              <p:nvPr/>
            </p:nvSpPr>
            <p:spPr>
              <a:xfrm>
                <a:off x="10667929" y="2320816"/>
                <a:ext cx="135917" cy="408989"/>
              </a:xfrm>
              <a:custGeom>
                <a:avLst/>
                <a:gdLst>
                  <a:gd name="connsiteX0" fmla="*/ 137126 w 135915"/>
                  <a:gd name="connsiteY0" fmla="*/ 0 h 445974"/>
                  <a:gd name="connsiteX1" fmla="*/ 0 w 135915"/>
                  <a:gd name="connsiteY1" fmla="*/ 0 h 445974"/>
                  <a:gd name="connsiteX2" fmla="*/ 137020 w 135915"/>
                  <a:gd name="connsiteY2" fmla="*/ 223029 h 445974"/>
                  <a:gd name="connsiteX3" fmla="*/ 0 w 135915"/>
                  <a:gd name="connsiteY3" fmla="*/ 446059 h 445974"/>
                  <a:gd name="connsiteX4" fmla="*/ 137126 w 135915"/>
                  <a:gd name="connsiteY4" fmla="*/ 446059 h 445974"/>
                  <a:gd name="connsiteX5" fmla="*/ 137126 w 135915"/>
                  <a:gd name="connsiteY5" fmla="*/ 0 h 445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5915" h="445974">
                    <a:moveTo>
                      <a:pt x="137126" y="0"/>
                    </a:moveTo>
                    <a:lnTo>
                      <a:pt x="0" y="0"/>
                    </a:lnTo>
                    <a:lnTo>
                      <a:pt x="137020" y="223029"/>
                    </a:lnTo>
                    <a:lnTo>
                      <a:pt x="0" y="446059"/>
                    </a:lnTo>
                    <a:lnTo>
                      <a:pt x="137126" y="446059"/>
                    </a:lnTo>
                    <a:lnTo>
                      <a:pt x="137126" y="0"/>
                    </a:lnTo>
                    <a:close/>
                  </a:path>
                </a:pathLst>
              </a:custGeom>
              <a:solidFill>
                <a:srgbClr val="D3D3D3"/>
              </a:solidFill>
              <a:ln w="21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3943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1799" dirty="0">
                  <a:solidFill>
                    <a:srgbClr val="ADBECB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sp>
            <p:nvSpPr>
              <p:cNvPr id="86" name="Freihandform: Form 133">
                <a:extLst>
                  <a:ext uri="{FF2B5EF4-FFF2-40B4-BE49-F238E27FC236}">
                    <a16:creationId xmlns:a16="http://schemas.microsoft.com/office/drawing/2014/main" id="{BD0A08F1-A3FF-49D7-B7E0-7B317EA4836D}"/>
                  </a:ext>
                </a:extLst>
              </p:cNvPr>
              <p:cNvSpPr/>
              <p:nvPr/>
            </p:nvSpPr>
            <p:spPr>
              <a:xfrm>
                <a:off x="11037788" y="2320816"/>
                <a:ext cx="135917" cy="408989"/>
              </a:xfrm>
              <a:custGeom>
                <a:avLst/>
                <a:gdLst>
                  <a:gd name="connsiteX0" fmla="*/ 137232 w 135915"/>
                  <a:gd name="connsiteY0" fmla="*/ 0 h 445974"/>
                  <a:gd name="connsiteX1" fmla="*/ 0 w 135915"/>
                  <a:gd name="connsiteY1" fmla="*/ 0 h 445974"/>
                  <a:gd name="connsiteX2" fmla="*/ 0 w 135915"/>
                  <a:gd name="connsiteY2" fmla="*/ 445698 h 445974"/>
                  <a:gd name="connsiteX3" fmla="*/ 340 w 135915"/>
                  <a:gd name="connsiteY3" fmla="*/ 446059 h 445974"/>
                  <a:gd name="connsiteX4" fmla="*/ 137232 w 135915"/>
                  <a:gd name="connsiteY4" fmla="*/ 446038 h 445974"/>
                  <a:gd name="connsiteX5" fmla="*/ 340 w 135915"/>
                  <a:gd name="connsiteY5" fmla="*/ 223029 h 445974"/>
                  <a:gd name="connsiteX6" fmla="*/ 137232 w 135915"/>
                  <a:gd name="connsiteY6" fmla="*/ 0 h 445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5915" h="445974">
                    <a:moveTo>
                      <a:pt x="137232" y="0"/>
                    </a:moveTo>
                    <a:lnTo>
                      <a:pt x="0" y="0"/>
                    </a:lnTo>
                    <a:lnTo>
                      <a:pt x="0" y="445698"/>
                    </a:lnTo>
                    <a:lnTo>
                      <a:pt x="340" y="446059"/>
                    </a:lnTo>
                    <a:lnTo>
                      <a:pt x="137232" y="446038"/>
                    </a:lnTo>
                    <a:lnTo>
                      <a:pt x="340" y="223029"/>
                    </a:lnTo>
                    <a:lnTo>
                      <a:pt x="137232" y="0"/>
                    </a:lnTo>
                    <a:close/>
                  </a:path>
                </a:pathLst>
              </a:custGeom>
              <a:solidFill>
                <a:srgbClr val="D3D3D3"/>
              </a:solidFill>
              <a:ln w="21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3943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1799" dirty="0">
                  <a:solidFill>
                    <a:srgbClr val="ADBECB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sp>
            <p:nvSpPr>
              <p:cNvPr id="87" name="Freihandform: Form 134">
                <a:extLst>
                  <a:ext uri="{FF2B5EF4-FFF2-40B4-BE49-F238E27FC236}">
                    <a16:creationId xmlns:a16="http://schemas.microsoft.com/office/drawing/2014/main" id="{98EDB0E1-4CC1-4625-A06F-436D7463180B}"/>
                  </a:ext>
                </a:extLst>
              </p:cNvPr>
              <p:cNvSpPr/>
              <p:nvPr/>
            </p:nvSpPr>
            <p:spPr>
              <a:xfrm>
                <a:off x="11038128" y="2320816"/>
                <a:ext cx="492695" cy="408989"/>
              </a:xfrm>
              <a:custGeom>
                <a:avLst/>
                <a:gdLst>
                  <a:gd name="connsiteX0" fmla="*/ 366612 w 492694"/>
                  <a:gd name="connsiteY0" fmla="*/ 179961 h 445974"/>
                  <a:gd name="connsiteX1" fmla="*/ 321972 w 492694"/>
                  <a:gd name="connsiteY1" fmla="*/ 236833 h 445974"/>
                  <a:gd name="connsiteX2" fmla="*/ 137126 w 492694"/>
                  <a:gd name="connsiteY2" fmla="*/ 236833 h 445974"/>
                  <a:gd name="connsiteX3" fmla="*/ 137126 w 492694"/>
                  <a:gd name="connsiteY3" fmla="*/ 110644 h 445974"/>
                  <a:gd name="connsiteX4" fmla="*/ 310313 w 492694"/>
                  <a:gd name="connsiteY4" fmla="*/ 110644 h 445974"/>
                  <a:gd name="connsiteX5" fmla="*/ 366633 w 492694"/>
                  <a:gd name="connsiteY5" fmla="*/ 157981 h 445974"/>
                  <a:gd name="connsiteX6" fmla="*/ 366633 w 492694"/>
                  <a:gd name="connsiteY6" fmla="*/ 179961 h 445974"/>
                  <a:gd name="connsiteX7" fmla="*/ 332399 w 492694"/>
                  <a:gd name="connsiteY7" fmla="*/ 0 h 445974"/>
                  <a:gd name="connsiteX8" fmla="*/ 136893 w 492694"/>
                  <a:gd name="connsiteY8" fmla="*/ 0 h 445974"/>
                  <a:gd name="connsiteX9" fmla="*/ 0 w 492694"/>
                  <a:gd name="connsiteY9" fmla="*/ 223029 h 445974"/>
                  <a:gd name="connsiteX10" fmla="*/ 136893 w 492694"/>
                  <a:gd name="connsiteY10" fmla="*/ 446059 h 445974"/>
                  <a:gd name="connsiteX11" fmla="*/ 136893 w 492694"/>
                  <a:gd name="connsiteY11" fmla="*/ 446059 h 445974"/>
                  <a:gd name="connsiteX12" fmla="*/ 136893 w 492694"/>
                  <a:gd name="connsiteY12" fmla="*/ 347520 h 445974"/>
                  <a:gd name="connsiteX13" fmla="*/ 368226 w 492694"/>
                  <a:gd name="connsiteY13" fmla="*/ 347520 h 445974"/>
                  <a:gd name="connsiteX14" fmla="*/ 494478 w 492694"/>
                  <a:gd name="connsiteY14" fmla="*/ 204872 h 445974"/>
                  <a:gd name="connsiteX15" fmla="*/ 494478 w 492694"/>
                  <a:gd name="connsiteY15" fmla="*/ 152459 h 445974"/>
                  <a:gd name="connsiteX16" fmla="*/ 332399 w 492694"/>
                  <a:gd name="connsiteY16" fmla="*/ 0 h 445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2694" h="445974">
                    <a:moveTo>
                      <a:pt x="366612" y="179961"/>
                    </a:moveTo>
                    <a:cubicBezTo>
                      <a:pt x="366612" y="206422"/>
                      <a:pt x="354252" y="236833"/>
                      <a:pt x="321972" y="236833"/>
                    </a:cubicBezTo>
                    <a:lnTo>
                      <a:pt x="137126" y="236833"/>
                    </a:lnTo>
                    <a:lnTo>
                      <a:pt x="137126" y="110644"/>
                    </a:lnTo>
                    <a:lnTo>
                      <a:pt x="310313" y="110644"/>
                    </a:lnTo>
                    <a:cubicBezTo>
                      <a:pt x="351746" y="110644"/>
                      <a:pt x="366633" y="127867"/>
                      <a:pt x="366633" y="157981"/>
                    </a:cubicBezTo>
                    <a:lnTo>
                      <a:pt x="366633" y="179961"/>
                    </a:lnTo>
                    <a:close/>
                    <a:moveTo>
                      <a:pt x="332399" y="0"/>
                    </a:moveTo>
                    <a:lnTo>
                      <a:pt x="136893" y="0"/>
                    </a:lnTo>
                    <a:lnTo>
                      <a:pt x="0" y="223029"/>
                    </a:lnTo>
                    <a:lnTo>
                      <a:pt x="136893" y="446059"/>
                    </a:lnTo>
                    <a:lnTo>
                      <a:pt x="136893" y="446059"/>
                    </a:lnTo>
                    <a:lnTo>
                      <a:pt x="136893" y="347520"/>
                    </a:lnTo>
                    <a:lnTo>
                      <a:pt x="368226" y="347520"/>
                    </a:lnTo>
                    <a:cubicBezTo>
                      <a:pt x="465405" y="347520"/>
                      <a:pt x="494478" y="271280"/>
                      <a:pt x="494478" y="204872"/>
                    </a:cubicBezTo>
                    <a:lnTo>
                      <a:pt x="494478" y="152459"/>
                    </a:lnTo>
                    <a:cubicBezTo>
                      <a:pt x="494478" y="65133"/>
                      <a:pt x="462878" y="0"/>
                      <a:pt x="332399" y="0"/>
                    </a:cubicBezTo>
                  </a:path>
                </a:pathLst>
              </a:custGeom>
              <a:solidFill>
                <a:srgbClr val="FFFFFF"/>
              </a:solidFill>
              <a:ln w="21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3943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1799" dirty="0">
                  <a:solidFill>
                    <a:srgbClr val="ADBECB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  <p:sp>
            <p:nvSpPr>
              <p:cNvPr id="88" name="Freihandform: Form 135">
                <a:extLst>
                  <a:ext uri="{FF2B5EF4-FFF2-40B4-BE49-F238E27FC236}">
                    <a16:creationId xmlns:a16="http://schemas.microsoft.com/office/drawing/2014/main" id="{E1B30F80-C265-4BE9-94AB-C74A140A1EE6}"/>
                  </a:ext>
                </a:extLst>
              </p:cNvPr>
              <p:cNvSpPr/>
              <p:nvPr/>
            </p:nvSpPr>
            <p:spPr>
              <a:xfrm>
                <a:off x="10298791" y="2320795"/>
                <a:ext cx="505438" cy="408989"/>
              </a:xfrm>
              <a:custGeom>
                <a:avLst/>
                <a:gdLst>
                  <a:gd name="connsiteX0" fmla="*/ 506159 w 505436"/>
                  <a:gd name="connsiteY0" fmla="*/ 223051 h 445974"/>
                  <a:gd name="connsiteX1" fmla="*/ 369139 w 505436"/>
                  <a:gd name="connsiteY1" fmla="*/ 21 h 445974"/>
                  <a:gd name="connsiteX2" fmla="*/ 369139 w 505436"/>
                  <a:gd name="connsiteY2" fmla="*/ 0 h 445974"/>
                  <a:gd name="connsiteX3" fmla="*/ 369139 w 505436"/>
                  <a:gd name="connsiteY3" fmla="*/ 269581 h 445974"/>
                  <a:gd name="connsiteX4" fmla="*/ 137126 w 505436"/>
                  <a:gd name="connsiteY4" fmla="*/ 0 h 445974"/>
                  <a:gd name="connsiteX5" fmla="*/ 0 w 505436"/>
                  <a:gd name="connsiteY5" fmla="*/ 0 h 445974"/>
                  <a:gd name="connsiteX6" fmla="*/ 0 w 505436"/>
                  <a:gd name="connsiteY6" fmla="*/ 446080 h 445974"/>
                  <a:gd name="connsiteX7" fmla="*/ 137232 w 505436"/>
                  <a:gd name="connsiteY7" fmla="*/ 446059 h 445974"/>
                  <a:gd name="connsiteX8" fmla="*/ 137126 w 505436"/>
                  <a:gd name="connsiteY8" fmla="*/ 176521 h 445974"/>
                  <a:gd name="connsiteX9" fmla="*/ 369139 w 505436"/>
                  <a:gd name="connsiteY9" fmla="*/ 446080 h 445974"/>
                  <a:gd name="connsiteX10" fmla="*/ 506159 w 505436"/>
                  <a:gd name="connsiteY10" fmla="*/ 223051 h 445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436" h="445974">
                    <a:moveTo>
                      <a:pt x="506159" y="223051"/>
                    </a:moveTo>
                    <a:lnTo>
                      <a:pt x="369139" y="21"/>
                    </a:lnTo>
                    <a:lnTo>
                      <a:pt x="369139" y="0"/>
                    </a:lnTo>
                    <a:lnTo>
                      <a:pt x="369139" y="269581"/>
                    </a:lnTo>
                    <a:lnTo>
                      <a:pt x="137126" y="0"/>
                    </a:lnTo>
                    <a:lnTo>
                      <a:pt x="0" y="0"/>
                    </a:lnTo>
                    <a:lnTo>
                      <a:pt x="0" y="446080"/>
                    </a:lnTo>
                    <a:lnTo>
                      <a:pt x="137232" y="446059"/>
                    </a:lnTo>
                    <a:lnTo>
                      <a:pt x="137126" y="176521"/>
                    </a:lnTo>
                    <a:lnTo>
                      <a:pt x="369139" y="446080"/>
                    </a:lnTo>
                    <a:lnTo>
                      <a:pt x="506159" y="223051"/>
                    </a:lnTo>
                    <a:close/>
                  </a:path>
                </a:pathLst>
              </a:custGeom>
              <a:solidFill>
                <a:srgbClr val="FFFFFF"/>
              </a:solidFill>
              <a:ln w="21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913943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endParaRPr lang="en-US" sz="1799" dirty="0">
                  <a:solidFill>
                    <a:srgbClr val="ADBECB"/>
                  </a:solidFill>
                  <a:latin typeface="Arial" pitchFamily="34" charset="0"/>
                  <a:ea typeface="ＭＳ Ｐゴシック" charset="-128"/>
                </a:endParaRPr>
              </a:p>
            </p:txBody>
          </p:sp>
        </p:grpSp>
        <p:pic>
          <p:nvPicPr>
            <p:cNvPr id="58" name="Picture 26">
              <a:extLst>
                <a:ext uri="{FF2B5EF4-FFF2-40B4-BE49-F238E27FC236}">
                  <a16:creationId xmlns:a16="http://schemas.microsoft.com/office/drawing/2014/main" id="{48324AE4-6297-4FBE-A945-5E82E885B8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8" cstate="screen">
              <a:extLst>
                <a:ext uri="{BEBA8EAE-BF5A-486C-A8C5-ECC9F3942E4B}">
                  <a14:imgProps xmlns:a14="http://schemas.microsoft.com/office/drawing/2010/main">
                    <a14:imgLayer r:embed="rId2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551" b="-6551"/>
            <a:stretch/>
          </p:blipFill>
          <p:spPr bwMode="auto">
            <a:xfrm>
              <a:off x="8002102" y="2261572"/>
              <a:ext cx="703050" cy="37119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8">
              <a:extLst>
                <a:ext uri="{FF2B5EF4-FFF2-40B4-BE49-F238E27FC236}">
                  <a16:creationId xmlns:a16="http://schemas.microsoft.com/office/drawing/2014/main" id="{749462EF-C69D-4A36-98F1-535425CEBE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0" cstate="screen">
              <a:extLst>
                <a:ext uri="{BEBA8EAE-BF5A-486C-A8C5-ECC9F3942E4B}">
                  <a14:imgProps xmlns:a14="http://schemas.microsoft.com/office/drawing/2010/main">
                    <a14:imgLayer r:embed="rId3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496" b="-6496"/>
            <a:stretch/>
          </p:blipFill>
          <p:spPr bwMode="auto">
            <a:xfrm>
              <a:off x="8749776" y="4080372"/>
              <a:ext cx="725757" cy="393116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37">
              <a:extLst>
                <a:ext uri="{FF2B5EF4-FFF2-40B4-BE49-F238E27FC236}">
                  <a16:creationId xmlns:a16="http://schemas.microsoft.com/office/drawing/2014/main" id="{78D18EDC-DAD5-4960-8F52-1BC2BA31AB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2" cstate="screen">
              <a:extLst>
                <a:ext uri="{BEBA8EAE-BF5A-486C-A8C5-ECC9F3942E4B}">
                  <a14:imgProps xmlns:a14="http://schemas.microsoft.com/office/drawing/2010/main">
                    <a14:imgLayer r:embed="rId3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313" b="-6313"/>
            <a:stretch/>
          </p:blipFill>
          <p:spPr bwMode="auto">
            <a:xfrm>
              <a:off x="8344463" y="2916847"/>
              <a:ext cx="956438" cy="225959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Picture 39">
              <a:extLst>
                <a:ext uri="{FF2B5EF4-FFF2-40B4-BE49-F238E27FC236}">
                  <a16:creationId xmlns:a16="http://schemas.microsoft.com/office/drawing/2014/main" id="{19270102-D9C5-4456-9E0F-769DDFB274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4" cstate="screen">
              <a:extLst>
                <a:ext uri="{BEBA8EAE-BF5A-486C-A8C5-ECC9F3942E4B}">
                  <a14:imgProps xmlns:a14="http://schemas.microsoft.com/office/drawing/2010/main">
                    <a14:imgLayer r:embed="rId3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781" b="-6781"/>
            <a:stretch/>
          </p:blipFill>
          <p:spPr bwMode="auto">
            <a:xfrm>
              <a:off x="9852967" y="2498034"/>
              <a:ext cx="776934" cy="18564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49">
              <a:extLst>
                <a:ext uri="{FF2B5EF4-FFF2-40B4-BE49-F238E27FC236}">
                  <a16:creationId xmlns:a16="http://schemas.microsoft.com/office/drawing/2014/main" id="{129BA77C-E76D-4CBF-82E3-2D9BE209DB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6" cstate="screen">
              <a:extLst>
                <a:ext uri="{BEBA8EAE-BF5A-486C-A8C5-ECC9F3942E4B}">
                  <a14:imgProps xmlns:a14="http://schemas.microsoft.com/office/drawing/2010/main">
                    <a14:imgLayer r:embed="rId3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689" b="-6689"/>
            <a:stretch/>
          </p:blipFill>
          <p:spPr bwMode="auto">
            <a:xfrm>
              <a:off x="9585675" y="5559640"/>
              <a:ext cx="993427" cy="297188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Grafik 141">
              <a:extLst>
                <a:ext uri="{FF2B5EF4-FFF2-40B4-BE49-F238E27FC236}">
                  <a16:creationId xmlns:a16="http://schemas.microsoft.com/office/drawing/2014/main" id="{75C895C3-CB28-45BF-8C3F-A887BB5619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8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rcRect t="-6549" b="-6549"/>
            <a:stretch/>
          </p:blipFill>
          <p:spPr>
            <a:xfrm>
              <a:off x="8488572" y="5444147"/>
              <a:ext cx="969216" cy="243025"/>
            </a:xfrm>
            <a:prstGeom prst="rect">
              <a:avLst/>
            </a:prstGeom>
          </p:spPr>
        </p:pic>
        <p:pic>
          <p:nvPicPr>
            <p:cNvPr id="75" name="Picture 19">
              <a:extLst>
                <a:ext uri="{FF2B5EF4-FFF2-40B4-BE49-F238E27FC236}">
                  <a16:creationId xmlns:a16="http://schemas.microsoft.com/office/drawing/2014/main" id="{D7059D76-9B55-4769-881F-3C3B26307D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0" cstate="screen">
              <a:extLst>
                <a:ext uri="{BEBA8EAE-BF5A-486C-A8C5-ECC9F3942E4B}">
                  <a14:imgProps xmlns:a14="http://schemas.microsoft.com/office/drawing/2010/main">
                    <a14:imgLayer r:embed="rId4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339" b="-6339"/>
            <a:stretch/>
          </p:blipFill>
          <p:spPr bwMode="gray">
            <a:xfrm>
              <a:off x="10745280" y="1814863"/>
              <a:ext cx="803680" cy="3158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3">
              <a:extLst>
                <a:ext uri="{FF2B5EF4-FFF2-40B4-BE49-F238E27FC236}">
                  <a16:creationId xmlns:a16="http://schemas.microsoft.com/office/drawing/2014/main" id="{45000309-736C-4322-B270-2F513F686F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2" cstate="screen">
              <a:extLst>
                <a:ext uri="{BEBA8EAE-BF5A-486C-A8C5-ECC9F3942E4B}">
                  <a14:imgProps xmlns:a14="http://schemas.microsoft.com/office/drawing/2010/main">
                    <a14:imgLayer r:embed="rId4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050" b="-6050"/>
            <a:stretch/>
          </p:blipFill>
          <p:spPr bwMode="gray">
            <a:xfrm>
              <a:off x="9979469" y="2167173"/>
              <a:ext cx="522021" cy="189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7" name="Picture 12">
              <a:extLst>
                <a:ext uri="{FF2B5EF4-FFF2-40B4-BE49-F238E27FC236}">
                  <a16:creationId xmlns:a16="http://schemas.microsoft.com/office/drawing/2014/main" id="{5AFFBE64-8A5B-494A-8899-17A1F35CB3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48" b="-6548"/>
            <a:stretch/>
          </p:blipFill>
          <p:spPr bwMode="gray">
            <a:xfrm>
              <a:off x="9765240" y="3572382"/>
              <a:ext cx="945625" cy="3036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" name="Picture 76">
              <a:extLst>
                <a:ext uri="{FF2B5EF4-FFF2-40B4-BE49-F238E27FC236}">
                  <a16:creationId xmlns:a16="http://schemas.microsoft.com/office/drawing/2014/main" id="{684BF7C5-3120-460F-A579-ED6A883AC5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48" b="-6548"/>
            <a:stretch/>
          </p:blipFill>
          <p:spPr bwMode="auto">
            <a:xfrm>
              <a:off x="8613402" y="4821509"/>
              <a:ext cx="314351" cy="439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" name="Picture 6">
              <a:extLst>
                <a:ext uri="{FF2B5EF4-FFF2-40B4-BE49-F238E27FC236}">
                  <a16:creationId xmlns:a16="http://schemas.microsoft.com/office/drawing/2014/main" id="{4356523A-FD6F-402C-8307-D55D2184A7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6" cstate="screen">
              <a:extLst>
                <a:ext uri="{BEBA8EAE-BF5A-486C-A8C5-ECC9F3942E4B}">
                  <a14:imgProps xmlns:a14="http://schemas.microsoft.com/office/drawing/2010/main">
                    <a14:imgLayer r:embed="rId4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-6477" b="-6477"/>
            <a:stretch/>
          </p:blipFill>
          <p:spPr bwMode="gray">
            <a:xfrm>
              <a:off x="8669500" y="2171649"/>
              <a:ext cx="1298616" cy="404557"/>
            </a:xfrm>
            <a:prstGeom prst="rect">
              <a:avLst/>
            </a:prstGeom>
            <a:noFill/>
          </p:spPr>
        </p:pic>
        <p:pic>
          <p:nvPicPr>
            <p:cNvPr id="80" name="Picture 70">
              <a:extLst>
                <a:ext uri="{FF2B5EF4-FFF2-40B4-BE49-F238E27FC236}">
                  <a16:creationId xmlns:a16="http://schemas.microsoft.com/office/drawing/2014/main" id="{67733A14-21DB-4F19-A827-9B9E05696A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48" b="-6548"/>
            <a:stretch/>
          </p:blipFill>
          <p:spPr bwMode="auto">
            <a:xfrm>
              <a:off x="10781445" y="2251181"/>
              <a:ext cx="871866" cy="1634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Grafik 149">
              <a:extLst>
                <a:ext uri="{FF2B5EF4-FFF2-40B4-BE49-F238E27FC236}">
                  <a16:creationId xmlns:a16="http://schemas.microsoft.com/office/drawing/2014/main" id="{1BE51ABD-A86B-47BF-A2A4-48EAE39E8E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9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rcRect t="-6548" b="-6548"/>
            <a:stretch/>
          </p:blipFill>
          <p:spPr>
            <a:xfrm>
              <a:off x="10199439" y="5001133"/>
              <a:ext cx="1483948" cy="178074"/>
            </a:xfrm>
            <a:prstGeom prst="rect">
              <a:avLst/>
            </a:prstGeom>
          </p:spPr>
        </p:pic>
        <p:pic>
          <p:nvPicPr>
            <p:cNvPr id="82" name="Grafik 150">
              <a:extLst>
                <a:ext uri="{FF2B5EF4-FFF2-40B4-BE49-F238E27FC236}">
                  <a16:creationId xmlns:a16="http://schemas.microsoft.com/office/drawing/2014/main" id="{1909A7B1-BA96-4AAC-878B-1931915A2A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6548" b="-6548"/>
            <a:stretch/>
          </p:blipFill>
          <p:spPr>
            <a:xfrm>
              <a:off x="9456167" y="1821304"/>
              <a:ext cx="816385" cy="219655"/>
            </a:xfrm>
            <a:prstGeom prst="rect">
              <a:avLst/>
            </a:prstGeom>
          </p:spPr>
        </p:pic>
        <p:sp>
          <p:nvSpPr>
            <p:cNvPr id="83" name="Textfeld 31">
              <a:extLst>
                <a:ext uri="{FF2B5EF4-FFF2-40B4-BE49-F238E27FC236}">
                  <a16:creationId xmlns:a16="http://schemas.microsoft.com/office/drawing/2014/main" id="{DD965724-DA60-434F-8018-4D585594C783}"/>
                </a:ext>
              </a:extLst>
            </p:cNvPr>
            <p:cNvSpPr txBox="1"/>
            <p:nvPr/>
          </p:nvSpPr>
          <p:spPr bwMode="gray">
            <a:xfrm>
              <a:off x="6291264" y="5813326"/>
              <a:ext cx="5424488" cy="135954"/>
            </a:xfrm>
            <a:prstGeom prst="rect">
              <a:avLst/>
            </a:prstGeom>
            <a:noFill/>
          </p:spPr>
          <p:txBody>
            <a:bodyPr wrap="square" lIns="0" tIns="0" rIns="35981" bIns="0" rtlCol="0" anchor="b">
              <a:spAutoFit/>
            </a:bodyPr>
            <a:lstStyle>
              <a:defPPr>
                <a:defRPr lang="de-DE"/>
              </a:defPPr>
              <a:lvl1pPr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1pPr>
              <a:lvl2pPr marL="4572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2pPr>
              <a:lvl3pPr marL="9144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3pPr>
              <a:lvl4pPr marL="13716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4pPr>
              <a:lvl5pPr marL="1828800" algn="l" rtl="0" fontAlgn="base">
                <a:spcBef>
                  <a:spcPct val="50000"/>
                </a:spcBef>
                <a:spcAft>
                  <a:spcPct val="0"/>
                </a:spcAft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2"/>
                  </a:solidFill>
                  <a:latin typeface="Arial" pitchFamily="34" charset="0"/>
                  <a:ea typeface="ＭＳ Ｐゴシック" charset="-128"/>
                  <a:cs typeface="+mn-cs"/>
                </a:defRPr>
              </a:lvl9pPr>
            </a:lstStyle>
            <a:p>
              <a:pPr marL="93481" indent="-93481" algn="r" defTabSz="913943">
                <a:spcBef>
                  <a:spcPts val="30"/>
                </a:spcBef>
                <a:defRPr/>
              </a:pPr>
              <a:r>
                <a:rPr lang="en-US" sz="999" dirty="0">
                  <a:solidFill>
                    <a:srgbClr val="FFFFFF"/>
                  </a:solidFill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Exemplary selection</a:t>
              </a:r>
            </a:p>
          </p:txBody>
        </p:sp>
      </p:grpSp>
      <p:pic>
        <p:nvPicPr>
          <p:cNvPr id="89" name="Grafik 104">
            <a:extLst>
              <a:ext uri="{FF2B5EF4-FFF2-40B4-BE49-F238E27FC236}">
                <a16:creationId xmlns:a16="http://schemas.microsoft.com/office/drawing/2014/main" id="{C25D57FD-4D7D-4DA8-AF6C-86069205C105}"/>
              </a:ext>
            </a:extLst>
          </p:cNvPr>
          <p:cNvPicPr>
            <a:picLocks/>
          </p:cNvPicPr>
          <p:nvPr/>
        </p:nvPicPr>
        <p:blipFill rotWithShape="1"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20" b="1410"/>
          <a:stretch/>
        </p:blipFill>
        <p:spPr bwMode="gray">
          <a:xfrm>
            <a:off x="914564" y="1409497"/>
            <a:ext cx="1352895" cy="917522"/>
          </a:xfrm>
          <a:prstGeom prst="rect">
            <a:avLst/>
          </a:prstGeom>
          <a:ln>
            <a:noFill/>
          </a:ln>
        </p:spPr>
      </p:pic>
      <p:pic>
        <p:nvPicPr>
          <p:cNvPr id="90" name="Grafik 103">
            <a:extLst>
              <a:ext uri="{FF2B5EF4-FFF2-40B4-BE49-F238E27FC236}">
                <a16:creationId xmlns:a16="http://schemas.microsoft.com/office/drawing/2014/main" id="{F5459773-8A58-4BDB-A62D-312778E653FE}"/>
              </a:ext>
            </a:extLst>
          </p:cNvPr>
          <p:cNvPicPr>
            <a:picLocks/>
          </p:cNvPicPr>
          <p:nvPr/>
        </p:nvPicPr>
        <p:blipFill rotWithShape="1">
          <a:blip r:embed="rId5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40" t="20709" r="11978" b="-645"/>
          <a:stretch/>
        </p:blipFill>
        <p:spPr>
          <a:xfrm>
            <a:off x="914564" y="3329141"/>
            <a:ext cx="1352895" cy="917522"/>
          </a:xfrm>
          <a:prstGeom prst="rect">
            <a:avLst/>
          </a:prstGeom>
        </p:spPr>
      </p:pic>
      <p:pic>
        <p:nvPicPr>
          <p:cNvPr id="91" name="Grafik 89">
            <a:extLst>
              <a:ext uri="{FF2B5EF4-FFF2-40B4-BE49-F238E27FC236}">
                <a16:creationId xmlns:a16="http://schemas.microsoft.com/office/drawing/2014/main" id="{5AC02130-E88E-445B-BF6B-F6DC9F6EF033}"/>
              </a:ext>
            </a:extLst>
          </p:cNvPr>
          <p:cNvPicPr>
            <a:picLocks/>
          </p:cNvPicPr>
          <p:nvPr/>
        </p:nvPicPr>
        <p:blipFill rotWithShape="1">
          <a:blip r:embed="rId5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347" t="26297" b="21109"/>
          <a:stretch/>
        </p:blipFill>
        <p:spPr>
          <a:xfrm>
            <a:off x="914564" y="2369319"/>
            <a:ext cx="1352895" cy="917522"/>
          </a:xfrm>
          <a:prstGeom prst="rect">
            <a:avLst/>
          </a:prstGeom>
        </p:spPr>
      </p:pic>
      <p:pic>
        <p:nvPicPr>
          <p:cNvPr id="92" name="Picture 2">
            <a:extLst>
              <a:ext uri="{FF2B5EF4-FFF2-40B4-BE49-F238E27FC236}">
                <a16:creationId xmlns:a16="http://schemas.microsoft.com/office/drawing/2014/main" id="{A3CC7D90-9DBD-406F-9134-4728018226BB}"/>
              </a:ext>
            </a:extLst>
          </p:cNvPr>
          <p:cNvPicPr>
            <a:picLocks noChangeArrowheads="1"/>
          </p:cNvPicPr>
          <p:nvPr/>
        </p:nvPicPr>
        <p:blipFill rotWithShape="1">
          <a:blip r:embed="rId5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3" t="-1" b="1448"/>
          <a:stretch/>
        </p:blipFill>
        <p:spPr bwMode="auto">
          <a:xfrm>
            <a:off x="914564" y="4288963"/>
            <a:ext cx="1352895" cy="917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3" name="Grafik 111">
            <a:extLst>
              <a:ext uri="{FF2B5EF4-FFF2-40B4-BE49-F238E27FC236}">
                <a16:creationId xmlns:a16="http://schemas.microsoft.com/office/drawing/2014/main" id="{3A0E5EDB-5F51-439C-A2B5-99A71447C27A}"/>
              </a:ext>
            </a:extLst>
          </p:cNvPr>
          <p:cNvPicPr>
            <a:picLocks/>
          </p:cNvPicPr>
          <p:nvPr/>
        </p:nvPicPr>
        <p:blipFill rotWithShape="1">
          <a:blip r:embed="rId5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31" r="1587"/>
          <a:stretch/>
        </p:blipFill>
        <p:spPr>
          <a:xfrm>
            <a:off x="914564" y="5248784"/>
            <a:ext cx="1352895" cy="917522"/>
          </a:xfrm>
          <a:prstGeom prst="rect">
            <a:avLst/>
          </a:prstGeom>
        </p:spPr>
      </p:pic>
      <p:pic>
        <p:nvPicPr>
          <p:cNvPr id="94" name="Grafik 6">
            <a:extLst>
              <a:ext uri="{FF2B5EF4-FFF2-40B4-BE49-F238E27FC236}">
                <a16:creationId xmlns:a16="http://schemas.microsoft.com/office/drawing/2014/main" id="{66FC8863-7AAE-4AEC-BDA0-9DFFB936C7EE}"/>
              </a:ext>
            </a:extLst>
          </p:cNvPr>
          <p:cNvPicPr>
            <a:picLocks noChangeAspect="1"/>
          </p:cNvPicPr>
          <p:nvPr/>
        </p:nvPicPr>
        <p:blipFill>
          <a:blip r:embed="rId57" cstate="screen">
            <a:extLst>
              <a:ext uri="{BEBA8EAE-BF5A-486C-A8C5-ECC9F3942E4B}">
                <a14:imgProps xmlns:a14="http://schemas.microsoft.com/office/drawing/2010/main">
                  <a14:imgLayer r:embed="rId5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9406" y="3571101"/>
            <a:ext cx="826325" cy="409190"/>
          </a:xfrm>
          <a:prstGeom prst="rect">
            <a:avLst/>
          </a:prstGeom>
        </p:spPr>
      </p:pic>
      <p:sp>
        <p:nvSpPr>
          <p:cNvPr id="95" name="Textfeld 98">
            <a:extLst>
              <a:ext uri="{FF2B5EF4-FFF2-40B4-BE49-F238E27FC236}">
                <a16:creationId xmlns:a16="http://schemas.microsoft.com/office/drawing/2014/main" id="{2F9A72F1-6D9D-44F9-B855-FE3AA4C4C68F}"/>
              </a:ext>
            </a:extLst>
          </p:cNvPr>
          <p:cNvSpPr txBox="1"/>
          <p:nvPr/>
        </p:nvSpPr>
        <p:spPr>
          <a:xfrm rot="16200000">
            <a:off x="-1733933" y="3567616"/>
            <a:ext cx="4755041" cy="444485"/>
          </a:xfrm>
          <a:prstGeom prst="rect">
            <a:avLst/>
          </a:prstGeom>
          <a:solidFill>
            <a:srgbClr val="000028"/>
          </a:solidFill>
          <a:ln>
            <a:noFill/>
          </a:ln>
        </p:spPr>
        <p:txBody>
          <a:bodyPr wrap="square" lIns="179906" tIns="71963" rIns="179906" bIns="71963" rtlCol="0" anchor="t" anchorCtr="0">
            <a:noAutofit/>
          </a:bodyPr>
          <a:lstStyle/>
          <a:p>
            <a:pPr algn="ctr" defTabSz="913943" fontAlgn="base">
              <a:lnSpc>
                <a:spcPct val="110000"/>
              </a:lnSpc>
              <a:spcAft>
                <a:spcPct val="0"/>
              </a:spcAft>
              <a:defRPr/>
            </a:pPr>
            <a:r>
              <a:rPr lang="en-US" sz="1999" b="1" dirty="0">
                <a:solidFill>
                  <a:srgbClr val="FFFFFF"/>
                </a:solidFill>
                <a:latin typeface="Arial"/>
                <a:ea typeface="Arial" panose="020B0604020202020204" pitchFamily="34" charset="-128"/>
                <a:cs typeface="Arial" panose="020B0604020202020204" pitchFamily="34" charset="-128"/>
              </a:rPr>
              <a:t>Digital Enterprise Offerings</a:t>
            </a:r>
          </a:p>
        </p:txBody>
      </p:sp>
      <p:sp>
        <p:nvSpPr>
          <p:cNvPr id="96" name="Rechteck 101">
            <a:extLst>
              <a:ext uri="{FF2B5EF4-FFF2-40B4-BE49-F238E27FC236}">
                <a16:creationId xmlns:a16="http://schemas.microsoft.com/office/drawing/2014/main" id="{E57532E2-1CC0-4C86-8DA8-94EE240D477E}"/>
              </a:ext>
            </a:extLst>
          </p:cNvPr>
          <p:cNvSpPr/>
          <p:nvPr/>
        </p:nvSpPr>
        <p:spPr bwMode="gray">
          <a:xfrm>
            <a:off x="2230154" y="1417292"/>
            <a:ext cx="2356408" cy="91752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3924" tIns="71963" rIns="143924" bIns="71963" numCol="1" spcCol="72000" rtlCol="0" anchor="ctr" anchorCtr="0">
            <a:noAutofit/>
          </a:bodyPr>
          <a:lstStyle/>
          <a:p>
            <a:pPr defTabSz="913943" fontAlgn="base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999" b="1" dirty="0">
                <a:solidFill>
                  <a:srgbClr val="00557C"/>
                </a:solidFill>
                <a:latin typeface="Arial" pitchFamily="34" charset="0"/>
                <a:ea typeface="ＭＳ Ｐゴシック" charset="-128"/>
                <a:cs typeface="Arial" panose="020B0604020202020204" pitchFamily="34" charset="-128"/>
              </a:rPr>
              <a:t>Software</a:t>
            </a:r>
            <a:endParaRPr lang="en-US" sz="1999" dirty="0">
              <a:solidFill>
                <a:srgbClr val="00557C"/>
              </a:solidFill>
              <a:latin typeface="Arial" pitchFamily="34" charset="0"/>
              <a:ea typeface="ＭＳ Ｐゴシック" charset="-128"/>
              <a:cs typeface="Arial" panose="020B0604020202020204" pitchFamily="34" charset="-128"/>
            </a:endParaRPr>
          </a:p>
        </p:txBody>
      </p:sp>
      <p:sp>
        <p:nvSpPr>
          <p:cNvPr id="97" name="Rechteck 108">
            <a:extLst>
              <a:ext uri="{FF2B5EF4-FFF2-40B4-BE49-F238E27FC236}">
                <a16:creationId xmlns:a16="http://schemas.microsoft.com/office/drawing/2014/main" id="{F7978D2C-D3A4-4D1B-BB1D-D64D3DDE94B4}"/>
              </a:ext>
            </a:extLst>
          </p:cNvPr>
          <p:cNvSpPr/>
          <p:nvPr/>
        </p:nvSpPr>
        <p:spPr bwMode="gray">
          <a:xfrm>
            <a:off x="2230154" y="2375165"/>
            <a:ext cx="2302890" cy="91752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3924" tIns="71963" rIns="143924" bIns="71963" numCol="1" spcCol="72000" rtlCol="0" anchor="ctr" anchorCtr="0">
            <a:noAutofit/>
          </a:bodyPr>
          <a:lstStyle/>
          <a:p>
            <a:pPr defTabSz="913943" fontAlgn="base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999" b="1" dirty="0">
                <a:solidFill>
                  <a:srgbClr val="0087BE"/>
                </a:solidFill>
                <a:latin typeface="Arial" pitchFamily="34" charset="0"/>
                <a:ea typeface="ＭＳ Ｐゴシック" charset="-128"/>
                <a:cs typeface="Arial" panose="020B0604020202020204" pitchFamily="34" charset="-128"/>
              </a:rPr>
              <a:t>Factory Automation</a:t>
            </a:r>
            <a:endParaRPr lang="en-US" sz="1999" dirty="0">
              <a:solidFill>
                <a:srgbClr val="0087BE"/>
              </a:solidFill>
              <a:latin typeface="Arial" pitchFamily="34" charset="0"/>
              <a:ea typeface="ＭＳ Ｐゴシック" charset="-128"/>
              <a:cs typeface="Arial" panose="020B0604020202020204" pitchFamily="34" charset="-128"/>
            </a:endParaRPr>
          </a:p>
        </p:txBody>
      </p:sp>
      <p:sp>
        <p:nvSpPr>
          <p:cNvPr id="98" name="Rechteck 112">
            <a:extLst>
              <a:ext uri="{FF2B5EF4-FFF2-40B4-BE49-F238E27FC236}">
                <a16:creationId xmlns:a16="http://schemas.microsoft.com/office/drawing/2014/main" id="{00C7E68F-144D-478F-BD5B-4281F286CA4B}"/>
              </a:ext>
            </a:extLst>
          </p:cNvPr>
          <p:cNvSpPr/>
          <p:nvPr/>
        </p:nvSpPr>
        <p:spPr bwMode="gray">
          <a:xfrm>
            <a:off x="2230154" y="3333039"/>
            <a:ext cx="2284816" cy="91752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3924" tIns="71963" rIns="143924" bIns="71963" numCol="1" spcCol="72000" rtlCol="0" anchor="ctr" anchorCtr="0">
            <a:noAutofit/>
          </a:bodyPr>
          <a:lstStyle/>
          <a:p>
            <a:pPr defTabSz="913943" fontAlgn="base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999" b="1" dirty="0">
                <a:solidFill>
                  <a:srgbClr val="00B0F0"/>
                </a:solidFill>
                <a:latin typeface="Arial" pitchFamily="34" charset="0"/>
                <a:ea typeface="ＭＳ Ｐゴシック" charset="-128"/>
                <a:cs typeface="Arial" panose="020B0604020202020204" pitchFamily="34" charset="-128"/>
              </a:rPr>
              <a:t>Motion </a:t>
            </a:r>
            <a:br>
              <a:rPr lang="en-US" sz="1999" b="1" dirty="0">
                <a:solidFill>
                  <a:srgbClr val="00B0F0"/>
                </a:solidFill>
                <a:latin typeface="Arial" pitchFamily="34" charset="0"/>
                <a:ea typeface="ＭＳ Ｐゴシック" charset="-128"/>
                <a:cs typeface="Arial" panose="020B0604020202020204" pitchFamily="34" charset="-128"/>
              </a:rPr>
            </a:br>
            <a:r>
              <a:rPr lang="en-US" sz="1999" b="1" dirty="0">
                <a:solidFill>
                  <a:srgbClr val="00B0F0"/>
                </a:solidFill>
                <a:latin typeface="Arial" pitchFamily="34" charset="0"/>
                <a:ea typeface="ＭＳ Ｐゴシック" charset="-128"/>
                <a:cs typeface="Arial" panose="020B0604020202020204" pitchFamily="34" charset="-128"/>
              </a:rPr>
              <a:t>Control</a:t>
            </a:r>
            <a:endParaRPr lang="en-US" sz="1999" dirty="0">
              <a:solidFill>
                <a:srgbClr val="00B0F0"/>
              </a:solidFill>
              <a:latin typeface="Arial" pitchFamily="34" charset="0"/>
              <a:ea typeface="ＭＳ Ｐゴシック" charset="-128"/>
              <a:cs typeface="Arial" panose="020B0604020202020204" pitchFamily="34" charset="-128"/>
            </a:endParaRPr>
          </a:p>
        </p:txBody>
      </p:sp>
      <p:sp>
        <p:nvSpPr>
          <p:cNvPr id="99" name="Rechteck 113">
            <a:extLst>
              <a:ext uri="{FF2B5EF4-FFF2-40B4-BE49-F238E27FC236}">
                <a16:creationId xmlns:a16="http://schemas.microsoft.com/office/drawing/2014/main" id="{84768B10-875F-4A76-91F5-87C0A19E668C}"/>
              </a:ext>
            </a:extLst>
          </p:cNvPr>
          <p:cNvSpPr/>
          <p:nvPr/>
        </p:nvSpPr>
        <p:spPr bwMode="gray">
          <a:xfrm>
            <a:off x="2230154" y="4290912"/>
            <a:ext cx="2284816" cy="91752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3924" tIns="71963" rIns="143924" bIns="71963" numCol="1" spcCol="72000" rtlCol="0" anchor="ctr" anchorCtr="0">
            <a:noAutofit/>
          </a:bodyPr>
          <a:lstStyle/>
          <a:p>
            <a:pPr defTabSz="913943" fontAlgn="base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999" b="1" dirty="0">
                <a:solidFill>
                  <a:srgbClr val="00AF8E"/>
                </a:solidFill>
                <a:latin typeface="Arial" pitchFamily="34" charset="0"/>
                <a:ea typeface="ＭＳ Ｐゴシック" charset="-128"/>
                <a:cs typeface="Arial" panose="020B0604020202020204" pitchFamily="34" charset="-128"/>
              </a:rPr>
              <a:t>Process Automation</a:t>
            </a:r>
            <a:endParaRPr lang="en-US" sz="1999" dirty="0">
              <a:solidFill>
                <a:srgbClr val="00AF8E"/>
              </a:solidFill>
              <a:latin typeface="Arial" pitchFamily="34" charset="0"/>
              <a:ea typeface="ＭＳ Ｐゴシック" charset="-128"/>
              <a:cs typeface="Arial" panose="020B0604020202020204" pitchFamily="34" charset="-128"/>
            </a:endParaRPr>
          </a:p>
        </p:txBody>
      </p:sp>
      <p:sp>
        <p:nvSpPr>
          <p:cNvPr id="100" name="Rechteck 114">
            <a:extLst>
              <a:ext uri="{FF2B5EF4-FFF2-40B4-BE49-F238E27FC236}">
                <a16:creationId xmlns:a16="http://schemas.microsoft.com/office/drawing/2014/main" id="{00838871-5730-4DAB-88B4-ABB5A5BD6C88}"/>
              </a:ext>
            </a:extLst>
          </p:cNvPr>
          <p:cNvSpPr/>
          <p:nvPr/>
        </p:nvSpPr>
        <p:spPr bwMode="gray">
          <a:xfrm>
            <a:off x="2230154" y="5248784"/>
            <a:ext cx="2284816" cy="91752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43924" tIns="71963" rIns="143924" bIns="71963" numCol="1" spcCol="72000" rtlCol="0" anchor="ctr" anchorCtr="0">
            <a:noAutofit/>
          </a:bodyPr>
          <a:lstStyle/>
          <a:p>
            <a:pPr defTabSz="913943" fontAlgn="base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999" b="1" dirty="0">
                <a:solidFill>
                  <a:srgbClr val="FF9000"/>
                </a:solidFill>
                <a:latin typeface="Arial" pitchFamily="34" charset="0"/>
                <a:ea typeface="ＭＳ Ｐゴシック" charset="-128"/>
                <a:cs typeface="Arial" panose="020B0604020202020204" pitchFamily="34" charset="-128"/>
              </a:rPr>
              <a:t>Customer Services</a:t>
            </a:r>
            <a:endParaRPr lang="en-US" sz="1999" dirty="0">
              <a:solidFill>
                <a:srgbClr val="FF9000"/>
              </a:solidFill>
              <a:latin typeface="Arial" pitchFamily="34" charset="0"/>
              <a:ea typeface="ＭＳ Ｐゴシック" charset="-128"/>
              <a:cs typeface="Arial" panose="020B0604020202020204" pitchFamily="34" charset="-128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0F4F870B-A640-41B4-A2CC-3DDBA85C08E8}"/>
              </a:ext>
            </a:extLst>
          </p:cNvPr>
          <p:cNvPicPr>
            <a:picLocks noChangeAspect="1"/>
          </p:cNvPicPr>
          <p:nvPr/>
        </p:nvPicPr>
        <p:blipFill>
          <a:blip r:embed="rId59">
            <a:biLevel thresh="25000"/>
            <a:extLst>
              <a:ext uri="{BEBA8EAE-BF5A-486C-A8C5-ECC9F3942E4B}">
                <a14:imgProps xmlns:a14="http://schemas.microsoft.com/office/drawing/2010/main">
                  <a14:imgLayer r:embed="rId6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59875" y="2978575"/>
            <a:ext cx="1004317" cy="271104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8DA5450-C5F9-4A1D-9C8B-A8F14AC54F27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0865362" y="3199078"/>
            <a:ext cx="871126" cy="4824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3597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662248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53" imgH="353" progId="TCLayout.ActiveDocument.1">
                  <p:embed/>
                </p:oleObj>
              </mc:Choice>
              <mc:Fallback>
                <p:oleObj name="think-cell Slide" r:id="rId6" imgW="353" imgH="353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</a:pPr>
            <a:endParaRPr lang="en-US" sz="2200" b="1" dirty="0" err="1">
              <a:solidFill>
                <a:schemeClr val="tx1"/>
              </a:solidFill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690" name="cdtRectangle 2 Id114690"/>
          <p:cNvSpPr>
            <a:spLocks noGrp="1" noChangeArrowheads="1"/>
          </p:cNvSpPr>
          <p:nvPr>
            <p:ph type="title"/>
          </p:nvPr>
        </p:nvSpPr>
        <p:spPr bwMode="gray"/>
        <p:txBody>
          <a:bodyPr vert="horz" wrap="none"/>
          <a:lstStyle/>
          <a:p>
            <a:r>
              <a:rPr lang="en-US" noProof="0" dirty="0"/>
              <a:t>C</a:t>
            </a:r>
            <a:r>
              <a:rPr lang="en-US" dirty="0" err="1"/>
              <a:t>apstone</a:t>
            </a:r>
            <a:r>
              <a:rPr lang="en-US" dirty="0"/>
              <a:t> Company: Project Structure (with Key Deliverables)</a:t>
            </a:r>
            <a:endParaRPr lang="en-US" noProof="0" dirty="0"/>
          </a:p>
        </p:txBody>
      </p:sp>
      <p:sp>
        <p:nvSpPr>
          <p:cNvPr id="8" name="Rectangle 159">
            <a:extLst>
              <a:ext uri="{FF2B5EF4-FFF2-40B4-BE49-F238E27FC236}">
                <a16:creationId xmlns:a16="http://schemas.microsoft.com/office/drawing/2014/main" id="{B34D491B-2D70-4EC6-ABFD-7F1EF3F8E57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7063" y="3031948"/>
            <a:ext cx="2664000" cy="3205442"/>
          </a:xfrm>
          <a:prstGeom prst="rect">
            <a:avLst/>
          </a:prstGeom>
          <a:solidFill>
            <a:srgbClr val="D7D7CD"/>
          </a:solidFill>
          <a:ln w="9525">
            <a:noFill/>
            <a:miter lim="800000"/>
            <a:headEnd/>
            <a:tailEnd/>
          </a:ln>
        </p:spPr>
        <p:txBody>
          <a:bodyPr wrap="none" lIns="72009" tIns="36005" rIns="72009" bIns="36005" anchor="t"/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96850" indent="-193675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10800" indent="0">
              <a:spcBef>
                <a:spcPts val="600"/>
              </a:spcBef>
              <a:buClr>
                <a:schemeClr val="accent1"/>
              </a:buClr>
              <a:tabLst/>
            </a:pPr>
            <a:r>
              <a:rPr lang="en-US" sz="1200" b="1" dirty="0">
                <a:latin typeface="Arial" pitchFamily="34" charset="0"/>
                <a:ea typeface="ＭＳ Ｐゴシック" pitchFamily="34" charset="-128"/>
              </a:rPr>
              <a:t>External View:</a:t>
            </a: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ea typeface="ＭＳ Ｐゴシック" pitchFamily="34" charset="-128"/>
              </a:rPr>
              <a:t>Overview of </a:t>
            </a:r>
            <a:r>
              <a:rPr lang="en-US" sz="1200" b="1" dirty="0">
                <a:latin typeface="Arial" pitchFamily="34" charset="0"/>
                <a:ea typeface="ＭＳ Ｐゴシック" pitchFamily="34" charset="-128"/>
              </a:rPr>
              <a:t>current AI / Big Data </a:t>
            </a:r>
            <a:br>
              <a:rPr lang="en-US" sz="1200" b="1" dirty="0">
                <a:latin typeface="Arial" pitchFamily="34" charset="0"/>
                <a:ea typeface="ＭＳ Ｐゴシック" pitchFamily="34" charset="-128"/>
              </a:rPr>
            </a:br>
            <a:r>
              <a:rPr lang="en-US" sz="1200" b="1" dirty="0">
                <a:latin typeface="Arial" pitchFamily="34" charset="0"/>
                <a:ea typeface="ＭＳ Ｐゴシック" pitchFamily="34" charset="-128"/>
              </a:rPr>
              <a:t>B2B Offerings</a:t>
            </a:r>
            <a:r>
              <a:rPr lang="en-US" sz="1200" dirty="0">
                <a:latin typeface="Arial" pitchFamily="34" charset="0"/>
                <a:ea typeface="ＭＳ Ｐゴシック" pitchFamily="34" charset="-128"/>
              </a:rPr>
              <a:t> in the Market</a:t>
            </a: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ea typeface="ＭＳ Ｐゴシック" pitchFamily="34" charset="-128"/>
              </a:rPr>
              <a:t>Overview of selected </a:t>
            </a:r>
            <a:r>
              <a:rPr lang="en-US" sz="1200" b="1" dirty="0">
                <a:latin typeface="Arial" pitchFamily="34" charset="0"/>
                <a:ea typeface="ＭＳ Ｐゴシック" pitchFamily="34" charset="-128"/>
              </a:rPr>
              <a:t>Customer’s </a:t>
            </a:r>
            <a:br>
              <a:rPr lang="en-US" sz="1200" b="1" dirty="0">
                <a:latin typeface="Arial" pitchFamily="34" charset="0"/>
                <a:ea typeface="ＭＳ Ｐゴシック" pitchFamily="34" charset="-128"/>
              </a:rPr>
            </a:br>
            <a:r>
              <a:rPr lang="en-US" sz="1200" b="1" dirty="0">
                <a:latin typeface="Arial" pitchFamily="34" charset="0"/>
                <a:ea typeface="ＭＳ Ｐゴシック" pitchFamily="34" charset="-128"/>
              </a:rPr>
              <a:t>Pain Points </a:t>
            </a:r>
            <a:r>
              <a:rPr lang="en-US" sz="1200" dirty="0">
                <a:latin typeface="Arial" pitchFamily="34" charset="0"/>
                <a:ea typeface="ＭＳ Ｐゴシック" pitchFamily="34" charset="-128"/>
              </a:rPr>
              <a:t>where AI/Big Data </a:t>
            </a:r>
            <a:br>
              <a:rPr lang="en-US" sz="1200" dirty="0">
                <a:latin typeface="Arial" pitchFamily="34" charset="0"/>
                <a:ea typeface="ＭＳ Ｐゴシック" pitchFamily="34" charset="-128"/>
              </a:rPr>
            </a:br>
            <a:r>
              <a:rPr lang="en-US" sz="1200" dirty="0">
                <a:latin typeface="Arial" pitchFamily="34" charset="0"/>
                <a:ea typeface="ＭＳ Ｐゴシック" pitchFamily="34" charset="-128"/>
              </a:rPr>
              <a:t>could be the solution </a:t>
            </a:r>
          </a:p>
          <a:p>
            <a:pPr marL="10800" indent="0">
              <a:spcBef>
                <a:spcPts val="600"/>
              </a:spcBef>
              <a:buClr>
                <a:schemeClr val="accent1"/>
              </a:buClr>
            </a:pPr>
            <a:r>
              <a:rPr lang="en-US" sz="1200" b="1" dirty="0"/>
              <a:t>Internal View: </a:t>
            </a:r>
            <a:endParaRPr lang="en-US" sz="1200" b="1" dirty="0">
              <a:latin typeface="Arial" pitchFamily="34" charset="0"/>
              <a:ea typeface="ＭＳ Ｐゴシック" pitchFamily="34" charset="-128"/>
            </a:endParaRP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latin typeface="Arial" pitchFamily="34" charset="0"/>
                <a:ea typeface="ＭＳ Ｐゴシック" pitchFamily="34" charset="-128"/>
              </a:rPr>
              <a:t>Overview of </a:t>
            </a:r>
            <a:r>
              <a:rPr lang="en-US" sz="1200" b="1" dirty="0">
                <a:latin typeface="Arial" pitchFamily="34" charset="0"/>
                <a:ea typeface="ＭＳ Ｐゴシック" pitchFamily="34" charset="-128"/>
              </a:rPr>
              <a:t>Siemens current </a:t>
            </a:r>
            <a:br>
              <a:rPr lang="en-US" sz="1200" b="1" dirty="0">
                <a:latin typeface="Arial" pitchFamily="34" charset="0"/>
                <a:ea typeface="ＭＳ Ｐゴシック" pitchFamily="34" charset="-128"/>
              </a:rPr>
            </a:br>
            <a:r>
              <a:rPr lang="en-US" sz="1200" b="1" dirty="0">
                <a:latin typeface="Arial" pitchFamily="34" charset="0"/>
                <a:ea typeface="ＭＳ Ｐゴシック" pitchFamily="34" charset="-128"/>
              </a:rPr>
              <a:t>Offerings for AI / Big Data </a:t>
            </a:r>
            <a:r>
              <a:rPr lang="en-US" sz="1200" dirty="0">
                <a:latin typeface="Arial" pitchFamily="34" charset="0"/>
                <a:ea typeface="ＭＳ Ｐゴシック" pitchFamily="34" charset="-128"/>
              </a:rPr>
              <a:t>with </a:t>
            </a:r>
            <a:br>
              <a:rPr lang="en-US" sz="1200" dirty="0">
                <a:latin typeface="Arial" pitchFamily="34" charset="0"/>
                <a:ea typeface="ＭＳ Ｐゴシック" pitchFamily="34" charset="-128"/>
              </a:rPr>
            </a:br>
            <a:r>
              <a:rPr lang="en-US" sz="1200" dirty="0">
                <a:latin typeface="Arial" pitchFamily="34" charset="0"/>
                <a:ea typeface="ＭＳ Ｐゴシック" pitchFamily="34" charset="-128"/>
              </a:rPr>
              <a:t>List of Reference Projects </a:t>
            </a:r>
            <a:endParaRPr lang="en-US" sz="1200" dirty="0"/>
          </a:p>
        </p:txBody>
      </p:sp>
      <p:sp>
        <p:nvSpPr>
          <p:cNvPr id="9" name="Rectangle 159">
            <a:extLst>
              <a:ext uri="{FF2B5EF4-FFF2-40B4-BE49-F238E27FC236}">
                <a16:creationId xmlns:a16="http://schemas.microsoft.com/office/drawing/2014/main" id="{27B08D9A-8277-4E1A-9E3D-BBC7D868A9B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5292" y="3031948"/>
            <a:ext cx="2664000" cy="3205442"/>
          </a:xfrm>
          <a:prstGeom prst="rect">
            <a:avLst/>
          </a:prstGeom>
          <a:solidFill>
            <a:srgbClr val="D7D7CD"/>
          </a:solidFill>
          <a:ln w="9525">
            <a:noFill/>
            <a:miter lim="800000"/>
            <a:headEnd/>
            <a:tailEnd/>
          </a:ln>
        </p:spPr>
        <p:txBody>
          <a:bodyPr wrap="none" lIns="72009" tIns="36005" rIns="72009" bIns="36005" anchor="t"/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96850" indent="-193675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10800" indent="0">
              <a:spcBef>
                <a:spcPts val="600"/>
              </a:spcBef>
              <a:buClr>
                <a:schemeClr val="accent1"/>
              </a:buClr>
            </a:pPr>
            <a:r>
              <a:rPr lang="en-US" sz="1200" b="1" dirty="0"/>
              <a:t>Develop 2 days B2B Digitalization </a:t>
            </a:r>
            <a:br>
              <a:rPr lang="en-US" sz="1200" b="1" dirty="0"/>
            </a:br>
            <a:r>
              <a:rPr lang="en-US" sz="1200" b="1" dirty="0"/>
              <a:t>Training Course for internal Sales </a:t>
            </a:r>
            <a:br>
              <a:rPr lang="en-US" sz="1200" b="1" dirty="0"/>
            </a:br>
            <a:r>
              <a:rPr lang="en-US" sz="1200" b="1" dirty="0"/>
              <a:t>Workforce including:</a:t>
            </a: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Digitalization Basics</a:t>
            </a: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2 real Siemens Case Studies</a:t>
            </a: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Showroom Tour</a:t>
            </a: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2-3 Quiz </a:t>
            </a: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Training Satisfactory Survey</a:t>
            </a: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0" name="Rectangle 159">
            <a:extLst>
              <a:ext uri="{FF2B5EF4-FFF2-40B4-BE49-F238E27FC236}">
                <a16:creationId xmlns:a16="http://schemas.microsoft.com/office/drawing/2014/main" id="{584ADCCF-E00D-49A4-829F-A877F40BE9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43521" y="3031948"/>
            <a:ext cx="2664000" cy="3205442"/>
          </a:xfrm>
          <a:prstGeom prst="rect">
            <a:avLst/>
          </a:prstGeom>
          <a:solidFill>
            <a:srgbClr val="D7D7CD"/>
          </a:solidFill>
          <a:ln w="9525">
            <a:noFill/>
            <a:miter lim="800000"/>
            <a:headEnd/>
            <a:tailEnd/>
          </a:ln>
        </p:spPr>
        <p:txBody>
          <a:bodyPr wrap="none" lIns="72009" tIns="36005" rIns="72009" bIns="36005" anchor="t">
            <a:noAutofit/>
          </a:bodyPr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96850" indent="-193675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10800" indent="0">
              <a:spcBef>
                <a:spcPts val="600"/>
              </a:spcBef>
              <a:buClr>
                <a:schemeClr val="accent1"/>
              </a:buClr>
            </a:pPr>
            <a:r>
              <a:rPr lang="en-US" sz="1200" b="1" dirty="0"/>
              <a:t>Draft Siemens AI Development </a:t>
            </a:r>
            <a:br>
              <a:rPr lang="en-US" sz="1200" b="1" dirty="0"/>
            </a:br>
            <a:r>
              <a:rPr lang="en-US" sz="1200" b="1" dirty="0"/>
              <a:t>Program </a:t>
            </a:r>
            <a:br>
              <a:rPr lang="en-US" sz="1200" b="1" dirty="0"/>
            </a:br>
            <a:r>
              <a:rPr lang="en-US" sz="1200" b="1" dirty="0"/>
              <a:t>(1. Students, 2. Professional)</a:t>
            </a: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Overview of </a:t>
            </a:r>
            <a:r>
              <a:rPr lang="en-US" sz="1200" b="1" dirty="0"/>
              <a:t>AI / Big Data </a:t>
            </a:r>
            <a:br>
              <a:rPr lang="en-US" sz="1200" b="1" dirty="0"/>
            </a:br>
            <a:r>
              <a:rPr lang="en-US" sz="1200" b="1" dirty="0"/>
              <a:t>Competences </a:t>
            </a:r>
            <a:r>
              <a:rPr lang="en-US" sz="1200" dirty="0"/>
              <a:t>for B2B</a:t>
            </a:r>
          </a:p>
          <a:p>
            <a:pPr marL="582300" lvl="1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What skills demanded in </a:t>
            </a:r>
            <a:br>
              <a:rPr lang="en-US" sz="1200" dirty="0"/>
            </a:br>
            <a:r>
              <a:rPr lang="en-US" sz="1200" dirty="0"/>
              <a:t>market?</a:t>
            </a:r>
          </a:p>
          <a:p>
            <a:pPr marL="582300" lvl="1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What skills demanded by </a:t>
            </a:r>
            <a:br>
              <a:rPr lang="en-US" sz="1200" dirty="0"/>
            </a:br>
            <a:r>
              <a:rPr lang="en-US" sz="1200" dirty="0"/>
              <a:t>Siemens?</a:t>
            </a:r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Identify suitable </a:t>
            </a:r>
            <a:r>
              <a:rPr lang="en-US" sz="1200" b="1" dirty="0"/>
              <a:t>AI / Big Data </a:t>
            </a:r>
            <a:br>
              <a:rPr lang="en-US" sz="1200" b="1" dirty="0"/>
            </a:br>
            <a:r>
              <a:rPr lang="en-US" sz="1200" b="1" dirty="0"/>
              <a:t>Courses </a:t>
            </a:r>
            <a:r>
              <a:rPr lang="en-US" sz="1200" dirty="0"/>
              <a:t>for</a:t>
            </a:r>
            <a:r>
              <a:rPr lang="zh-CN" altLang="en-US" sz="1200" dirty="0"/>
              <a:t> </a:t>
            </a:r>
            <a:r>
              <a:rPr lang="en-US" altLang="zh-CN" sz="1200" b="1" dirty="0"/>
              <a:t>Re-education</a:t>
            </a:r>
            <a:r>
              <a:rPr lang="zh-CN" altLang="en-US" sz="1200" dirty="0"/>
              <a:t> </a:t>
            </a:r>
            <a:r>
              <a:rPr lang="en-US" altLang="zh-CN" sz="1200" dirty="0"/>
              <a:t>of</a:t>
            </a:r>
            <a:r>
              <a:rPr lang="zh-CN" altLang="en-US" sz="1200" dirty="0"/>
              <a:t> </a:t>
            </a:r>
            <a:r>
              <a:rPr lang="en-US" altLang="zh-CN" sz="1200" dirty="0"/>
              <a:t>high</a:t>
            </a:r>
            <a:r>
              <a:rPr lang="zh-CN" altLang="en-US" sz="1200" dirty="0"/>
              <a:t> </a:t>
            </a:r>
            <a:br>
              <a:rPr lang="en-US" altLang="zh-CN" sz="1200" dirty="0"/>
            </a:br>
            <a:r>
              <a:rPr lang="en-US" altLang="zh-CN" sz="1200" dirty="0"/>
              <a:t>potential staff</a:t>
            </a:r>
            <a:endParaRPr lang="en-US" sz="1200" dirty="0"/>
          </a:p>
          <a:p>
            <a:pPr marL="1822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Overview </a:t>
            </a:r>
            <a:r>
              <a:rPr lang="en-US" sz="1200" b="1" dirty="0"/>
              <a:t>Siemens IT </a:t>
            </a:r>
            <a:r>
              <a:rPr lang="en-US" sz="1200" b="1" dirty="0" err="1"/>
              <a:t>Enginering</a:t>
            </a:r>
            <a:r>
              <a:rPr lang="en-US" sz="1200" b="1" dirty="0"/>
              <a:t> </a:t>
            </a:r>
            <a:br>
              <a:rPr lang="en-US" sz="1200" b="1" dirty="0"/>
            </a:br>
            <a:r>
              <a:rPr lang="en-US" sz="1200" b="1" dirty="0"/>
              <a:t>Competence </a:t>
            </a:r>
            <a:r>
              <a:rPr lang="en-US" sz="1200" dirty="0"/>
              <a:t>(Current – Future)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11" name="Rectangle 159">
            <a:extLst>
              <a:ext uri="{FF2B5EF4-FFF2-40B4-BE49-F238E27FC236}">
                <a16:creationId xmlns:a16="http://schemas.microsoft.com/office/drawing/2014/main" id="{A2192D94-92DA-41B9-A467-6CE2A3F26F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9051750" y="3031948"/>
            <a:ext cx="2664000" cy="3205442"/>
          </a:xfrm>
          <a:prstGeom prst="rect">
            <a:avLst/>
          </a:prstGeom>
          <a:solidFill>
            <a:srgbClr val="D7D7CD"/>
          </a:solidFill>
          <a:ln w="9525">
            <a:noFill/>
            <a:miter lim="800000"/>
            <a:headEnd/>
            <a:tailEnd/>
          </a:ln>
        </p:spPr>
        <p:txBody>
          <a:bodyPr wrap="none" lIns="72009" tIns="36005" rIns="72009" bIns="36005" anchor="t">
            <a:noAutofit/>
          </a:bodyPr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96850" indent="-193675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lvl="2"/>
            <a:r>
              <a:rPr lang="en-US" altLang="en-US" sz="1200" b="1" dirty="0"/>
              <a:t>Predictive Maintenance Big Data: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200" dirty="0"/>
              <a:t>VW (Plant: Shanghai)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200" dirty="0"/>
              <a:t>Daimler (Plant: Beijing)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200" dirty="0"/>
              <a:t>Jaguar Land Rover (Plant: </a:t>
            </a:r>
            <a:br>
              <a:rPr lang="en-US" altLang="en-US" sz="1200" dirty="0"/>
            </a:br>
            <a:r>
              <a:rPr lang="en-US" altLang="en-US" sz="1200" dirty="0"/>
              <a:t>Changshu)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200" dirty="0"/>
              <a:t>Henkel (Optional)</a:t>
            </a:r>
          </a:p>
          <a:p>
            <a:pPr lvl="2"/>
            <a:r>
              <a:rPr lang="en-US" altLang="en-US" sz="1200" b="1" dirty="0"/>
              <a:t>AI Machine-2-Machine: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 sz="1200" dirty="0"/>
              <a:t>Flex (</a:t>
            </a:r>
            <a:r>
              <a:rPr lang="en-US" altLang="zh-CN" sz="1200" dirty="0"/>
              <a:t>Optional)</a:t>
            </a:r>
          </a:p>
          <a:p>
            <a:pPr lvl="2"/>
            <a:endParaRPr lang="en-US" altLang="en-US" dirty="0"/>
          </a:p>
        </p:txBody>
      </p:sp>
      <p:sp>
        <p:nvSpPr>
          <p:cNvPr id="12" name="Rectangle 160">
            <a:extLst>
              <a:ext uri="{FF2B5EF4-FFF2-40B4-BE49-F238E27FC236}">
                <a16:creationId xmlns:a16="http://schemas.microsoft.com/office/drawing/2014/main" id="{F229B4CD-6CDD-4900-A468-622D0996965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7063" y="2581948"/>
            <a:ext cx="2664000" cy="450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lIns="72009" tIns="36005" rIns="72009" bIns="36005" anchor="ctr" anchorCtr="0"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200" b="1" dirty="0">
                <a:solidFill>
                  <a:schemeClr val="bg1"/>
                </a:solidFill>
              </a:rPr>
              <a:t>Sub Module 1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AI / Big Data Market + Portfolio Fit</a:t>
            </a:r>
          </a:p>
        </p:txBody>
      </p:sp>
      <p:sp>
        <p:nvSpPr>
          <p:cNvPr id="13" name="Rectangle 160">
            <a:extLst>
              <a:ext uri="{FF2B5EF4-FFF2-40B4-BE49-F238E27FC236}">
                <a16:creationId xmlns:a16="http://schemas.microsoft.com/office/drawing/2014/main" id="{35F29A97-3327-4164-BCAC-1A46606F53A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5292" y="2581948"/>
            <a:ext cx="2664000" cy="450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lIns="72009" tIns="36005" rIns="72009" bIns="36005" anchor="ctr" anchorCtr="0"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200" b="1" dirty="0">
                <a:solidFill>
                  <a:schemeClr val="bg1"/>
                </a:solidFill>
              </a:rPr>
              <a:t>Sub Module 2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Value Sales Training</a:t>
            </a:r>
          </a:p>
        </p:txBody>
      </p:sp>
      <p:sp>
        <p:nvSpPr>
          <p:cNvPr id="14" name="Rectangle 160">
            <a:extLst>
              <a:ext uri="{FF2B5EF4-FFF2-40B4-BE49-F238E27FC236}">
                <a16:creationId xmlns:a16="http://schemas.microsoft.com/office/drawing/2014/main" id="{224E2DE6-F138-4C9E-AD23-72C8893C16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43521" y="2581948"/>
            <a:ext cx="2664000" cy="450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lIns="72009" tIns="36005" rIns="72009" bIns="36005" anchor="ctr" anchorCtr="0"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200" b="1" dirty="0">
                <a:solidFill>
                  <a:schemeClr val="bg1"/>
                </a:solidFill>
              </a:rPr>
              <a:t>Sub Module 3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People Competency &amp; Development</a:t>
            </a:r>
          </a:p>
        </p:txBody>
      </p:sp>
      <p:sp>
        <p:nvSpPr>
          <p:cNvPr id="15" name="Rectangle 160">
            <a:extLst>
              <a:ext uri="{FF2B5EF4-FFF2-40B4-BE49-F238E27FC236}">
                <a16:creationId xmlns:a16="http://schemas.microsoft.com/office/drawing/2014/main" id="{881CE703-E3E6-4BE9-8EC5-FE20A94B9A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9051750" y="2581948"/>
            <a:ext cx="2664000" cy="450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lIns="72009" tIns="36005" rIns="72009" bIns="36005" anchor="ctr" anchorCtr="0"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200" b="1" dirty="0">
                <a:solidFill>
                  <a:schemeClr val="bg1"/>
                </a:solidFill>
              </a:rPr>
              <a:t>Sub Module 4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200" dirty="0">
                <a:solidFill>
                  <a:schemeClr val="bg1"/>
                </a:solidFill>
              </a:rPr>
              <a:t>AI / Big Data - Proof of Concepts</a:t>
            </a:r>
          </a:p>
        </p:txBody>
      </p:sp>
      <p:sp>
        <p:nvSpPr>
          <p:cNvPr id="16" name="Rectangle 155">
            <a:extLst>
              <a:ext uri="{FF2B5EF4-FFF2-40B4-BE49-F238E27FC236}">
                <a16:creationId xmlns:a16="http://schemas.microsoft.com/office/drawing/2014/main" id="{F395C026-E440-42C6-B097-5FA76ADDD0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5292" y="1988760"/>
            <a:ext cx="5472229" cy="432000"/>
          </a:xfrm>
          <a:prstGeom prst="rect">
            <a:avLst/>
          </a:prstGeom>
          <a:solidFill>
            <a:srgbClr val="D7D7CD"/>
          </a:solidFill>
          <a:ln w="9525">
            <a:noFill/>
            <a:miter lim="800000"/>
            <a:headEnd/>
            <a:tailEnd/>
          </a:ln>
        </p:spPr>
        <p:txBody>
          <a:bodyPr lIns="72009" tIns="36005" rIns="72009" bIns="36005" anchor="t"/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96850" indent="-193675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126000" lvl="2" indent="-1260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1000" dirty="0"/>
              <a:t>Mr. Shaun Jia</a:t>
            </a:r>
          </a:p>
          <a:p>
            <a:pPr marL="126000" lvl="2" indent="-1260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1000" dirty="0"/>
              <a:t>Ms. Stephanie Zhang</a:t>
            </a:r>
          </a:p>
        </p:txBody>
      </p:sp>
      <p:sp>
        <p:nvSpPr>
          <p:cNvPr id="17" name="Rectangle 156">
            <a:extLst>
              <a:ext uri="{FF2B5EF4-FFF2-40B4-BE49-F238E27FC236}">
                <a16:creationId xmlns:a16="http://schemas.microsoft.com/office/drawing/2014/main" id="{ECF1FC54-AA0E-4E40-A5B1-D43FBA3955B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5292" y="1700760"/>
            <a:ext cx="5472229" cy="28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lIns="72009" tIns="36005" rIns="72009" bIns="36005" anchor="ctr"/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en-US" altLang="en-US" sz="1200" b="1" dirty="0">
                <a:solidFill>
                  <a:schemeClr val="bg1"/>
                </a:solidFill>
              </a:rPr>
              <a:t>Reshape B2B Offering Competency with digital Technologies</a:t>
            </a:r>
            <a:endParaRPr lang="en-US" altLang="en-US" sz="1200" dirty="0">
              <a:solidFill>
                <a:schemeClr val="bg1"/>
              </a:solidFill>
            </a:endParaRPr>
          </a:p>
        </p:txBody>
      </p:sp>
      <p:cxnSp>
        <p:nvCxnSpPr>
          <p:cNvPr id="18" name="Elbow Connector 30">
            <a:extLst>
              <a:ext uri="{FF2B5EF4-FFF2-40B4-BE49-F238E27FC236}">
                <a16:creationId xmlns:a16="http://schemas.microsoft.com/office/drawing/2014/main" id="{ED9DA504-09DE-4A22-AC51-F1881C8A1DE4}"/>
              </a:ext>
            </a:extLst>
          </p:cNvPr>
          <p:cNvCxnSpPr>
            <a:stCxn id="16" idx="2"/>
            <a:endCxn id="15" idx="0"/>
          </p:cNvCxnSpPr>
          <p:nvPr/>
        </p:nvCxnSpPr>
        <p:spPr bwMode="auto">
          <a:xfrm rot="16200000" flipH="1">
            <a:off x="8196984" y="395182"/>
            <a:ext cx="161188" cy="4212343"/>
          </a:xfrm>
          <a:prstGeom prst="bentConnector3">
            <a:avLst/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Elbow Connector 21550">
            <a:extLst>
              <a:ext uri="{FF2B5EF4-FFF2-40B4-BE49-F238E27FC236}">
                <a16:creationId xmlns:a16="http://schemas.microsoft.com/office/drawing/2014/main" id="{283B1AC2-2FCF-4412-BDB5-0248272E54A0}"/>
              </a:ext>
            </a:extLst>
          </p:cNvPr>
          <p:cNvCxnSpPr>
            <a:stCxn id="16" idx="2"/>
            <a:endCxn id="14" idx="0"/>
          </p:cNvCxnSpPr>
          <p:nvPr/>
        </p:nvCxnSpPr>
        <p:spPr bwMode="auto">
          <a:xfrm rot="16200000" flipH="1">
            <a:off x="6792870" y="1799297"/>
            <a:ext cx="161188" cy="1404114"/>
          </a:xfrm>
          <a:prstGeom prst="bentConnector3">
            <a:avLst>
              <a:gd name="adj1" fmla="val 50000"/>
            </a:avLst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Elbow Connector 21553">
            <a:extLst>
              <a:ext uri="{FF2B5EF4-FFF2-40B4-BE49-F238E27FC236}">
                <a16:creationId xmlns:a16="http://schemas.microsoft.com/office/drawing/2014/main" id="{2EF5DFB2-111F-4075-9E23-D4A3A254B573}"/>
              </a:ext>
            </a:extLst>
          </p:cNvPr>
          <p:cNvCxnSpPr>
            <a:stCxn id="16" idx="2"/>
            <a:endCxn id="13" idx="0"/>
          </p:cNvCxnSpPr>
          <p:nvPr/>
        </p:nvCxnSpPr>
        <p:spPr bwMode="auto">
          <a:xfrm rot="5400000">
            <a:off x="5388756" y="1799297"/>
            <a:ext cx="161188" cy="1404115"/>
          </a:xfrm>
          <a:prstGeom prst="bentConnector3">
            <a:avLst/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Elbow Connector 21555">
            <a:extLst>
              <a:ext uri="{FF2B5EF4-FFF2-40B4-BE49-F238E27FC236}">
                <a16:creationId xmlns:a16="http://schemas.microsoft.com/office/drawing/2014/main" id="{3F778C88-67B6-4BC0-A2EF-9AF9DC7B2925}"/>
              </a:ext>
            </a:extLst>
          </p:cNvPr>
          <p:cNvCxnSpPr>
            <a:stCxn id="16" idx="2"/>
            <a:endCxn id="12" idx="0"/>
          </p:cNvCxnSpPr>
          <p:nvPr/>
        </p:nvCxnSpPr>
        <p:spPr bwMode="auto">
          <a:xfrm rot="5400000">
            <a:off x="3984641" y="395182"/>
            <a:ext cx="161188" cy="4212344"/>
          </a:xfrm>
          <a:prstGeom prst="bentConnector3">
            <a:avLst/>
          </a:prstGeom>
          <a:solidFill>
            <a:schemeClr val="tx2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Rectangle 154">
            <a:extLst>
              <a:ext uri="{FF2B5EF4-FFF2-40B4-BE49-F238E27FC236}">
                <a16:creationId xmlns:a16="http://schemas.microsoft.com/office/drawing/2014/main" id="{7BFDE3E1-5BBE-40CC-AF43-B0431961B75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66294" y="1991906"/>
            <a:ext cx="2433131" cy="35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36005" rIns="0" bIns="0">
            <a:spAutoFit/>
          </a:bodyPr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42875" indent="-1397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126000" lvl="2" indent="-1260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1000" dirty="0"/>
              <a:t>Mr. Santiago Jove </a:t>
            </a:r>
          </a:p>
          <a:p>
            <a:pPr marL="126000" lvl="2" indent="-1260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1000" dirty="0"/>
              <a:t>Ms. Chen Bin </a:t>
            </a:r>
            <a:r>
              <a:rPr lang="en-US" altLang="en-US" sz="1000" dirty="0" err="1"/>
              <a:t>Bin</a:t>
            </a:r>
            <a:endParaRPr lang="en-US" altLang="en-US" sz="1000" dirty="0"/>
          </a:p>
        </p:txBody>
      </p:sp>
      <p:sp>
        <p:nvSpPr>
          <p:cNvPr id="23" name="Rectangle 154">
            <a:extLst>
              <a:ext uri="{FF2B5EF4-FFF2-40B4-BE49-F238E27FC236}">
                <a16:creationId xmlns:a16="http://schemas.microsoft.com/office/drawing/2014/main" id="{55A93D9E-D880-4C2B-B6E6-048AF23A1D2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39375" y="1991906"/>
            <a:ext cx="2433131" cy="35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36005" rIns="0" bIns="0">
            <a:spAutoFit/>
          </a:bodyPr>
          <a:lstStyle>
            <a:lvl1pPr marL="342900" indent="-3429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42875" indent="-1397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126000" lvl="2" indent="-1260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1000" dirty="0"/>
              <a:t>Mr. Benny Chew</a:t>
            </a:r>
          </a:p>
          <a:p>
            <a:pPr marL="126000" lvl="2" indent="-1260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en-US" sz="1000" dirty="0"/>
              <a:t>Mr. Shane Wu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1DE61-5A43-4C20-B7E0-FBE3549A3124}"/>
              </a:ext>
            </a:extLst>
          </p:cNvPr>
          <p:cNvSpPr txBox="1"/>
          <p:nvPr/>
        </p:nvSpPr>
        <p:spPr>
          <a:xfrm>
            <a:off x="10027337" y="1970759"/>
            <a:ext cx="2088290" cy="5488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2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200" b="1" dirty="0">
              <a:solidFill>
                <a:schemeClr val="tx1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126125-595E-4132-A0AD-BD0EF458C94E}"/>
              </a:ext>
            </a:extLst>
          </p:cNvPr>
          <p:cNvSpPr txBox="1"/>
          <p:nvPr/>
        </p:nvSpPr>
        <p:spPr>
          <a:xfrm>
            <a:off x="1388885" y="2202985"/>
            <a:ext cx="172824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200" b="1" dirty="0">
              <a:solidFill>
                <a:srgbClr val="FF0000"/>
              </a:solidFill>
              <a:latin typeface="+mn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14896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VERSION" val="4.1.2.0"/>
  <p:tag name="CDT_CREATORVERSION" val="4.1.2.0"/>
  <p:tag name="CDT_TEMPLATEVERSION" val="2.0.0"/>
  <p:tag name="CDT_FONTSET" val="Arial"/>
  <p:tag name="CDT_CUSTOMER" val="Siemens_2016_16x9"/>
  <p:tag name="CDT_CUSTOMER_NAME" val="Siemens AG (Corporate Design Update 2016)"/>
  <p:tag name="CDT_LANGUAGE" val="1033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DELETE_ONEVENT_NEWPRES" val="False"/>
  <p:tag name="CDT_PROT" val="2"/>
  <p:tag name="CDT_PROT_TOP" val="0"/>
  <p:tag name="CDT_PROT_LEFT" val="0"/>
  <p:tag name="CDT_PROT_WIDTH" val="960,5"/>
  <p:tag name="CDT_PROT_HEIGHT" val="99,8750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326,7-960,5"/>
  <p:tag name="CDT_MASTERSHAPE2" val="11:0-0-326,7-960,5"/>
  <p:tag name="CDT_MASTERSHAPE3" val="57350:326,7-26,62496-68,50504-933,8749"/>
  <p:tag name="CDT_MASTERSHAPE4" val="57351:295,7487-26,62496-30,95134-933,8749"/>
  <p:tag name="CDT_MASTERSHAPE5" val="12:0-480,25-0,1250394-0,1250394"/>
  <p:tag name="CDT_MASTERSHAPE6" val="13:0-49,37504-76,20732-136,063"/>
  <p:tag name="CDT_MASTERSHAPE7" val="14:485,5-0-34-960,5"/>
  <p:tag name="CDT_MASTERSHAPE8" val="10:485,5-695,75-34-264,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406,08-960,5"/>
  <p:tag name="CDT_MASTERSHAPE2" val="13:0-0-406,08-960,5"/>
  <p:tag name="CDT_MASTERSHAPE3" val="57350:337,575-26,62496-68,50504-933,8749"/>
  <p:tag name="CDT_MASTERSHAPE4" val="57351:406,08-26,62496-30,95134-933,8749"/>
  <p:tag name="CDT_MASTERSHAPE5" val="11:0-480,25-0,1250394-0,1250394"/>
  <p:tag name="CDT_MASTERSHAPE6" val="14:0-49,37504-76,20732-136,063"/>
  <p:tag name="CDT_MASTERSHAPE7" val="15:485,5-0-34-960,5"/>
  <p:tag name="CDT_MASTERSHAPE8" val="12:485,5-695,75-34-264,7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190,6199-26,62496-99,70441-933,8749"/>
  <p:tag name="CDT_MASTERSHAPE4" val="11:0-480,25-0,1250394-0,1250394"/>
  <p:tag name="CDT_MASTERSHAPE5" val="12:0-49,37504-76,20732-136,063"/>
  <p:tag name="CDT_MASTERSHAPE6" val="15:485,5-0-34-960,5"/>
  <p:tag name="CDT_MASTERSHAPE7" val="57351:190,62-26,62504-30,95134-933,8749"/>
  <p:tag name="CDT_MASTERSHAPE8" val="13:485,5-695,75-34-264,7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235,2668-26,62496-99,70441-933,8749"/>
  <p:tag name="CDT_MASTERSHAPE4" val="11:0-480,25-0,1250394-0,1250394"/>
  <p:tag name="CDT_MASTERSHAPE5" val="13:0-49,37504-76,20732-136,063"/>
  <p:tag name="CDT_MASTERSHAPE6" val="15:485,5-0-34-960,5"/>
  <p:tag name="CDT_MASTERSHAPE7" val="57351:304-26,62504-30,95134-933,8749"/>
  <p:tag name="CDT_MASTERSHAPE8" val="12:485,5-695,75-34-264,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326,75-960,5"/>
  <p:tag name="CDT_MASTERSHAPE2" val="57350:326,7-26,62504-68,50504-933,8749"/>
  <p:tag name="CDT_MASTERSHAPE3" val="57351:295,7487-26,62504-30,95134-933,8749"/>
  <p:tag name="CDT_MASTERSHAPE4" val="6:0-480,25-0,1250394-0,1250394"/>
  <p:tag name="CDT_MASTERSHAPE5" val="8:0-809,1249-63,37504-113,37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406,5005-960,5"/>
  <p:tag name="CDT_MASTERSHAPE2" val="57350:337,575-26,62504-68,50504-933,8749"/>
  <p:tag name="CDT_MASTERSHAPE3" val="57351:406,08-26,62504-30,95134-933,8749"/>
  <p:tag name="CDT_MASTERSHAPE4" val="6:0-480,25-0,1250394-0,1250394"/>
  <p:tag name="CDT_MASTERSHAPE5" val="9:0-809,1249-63,37504-113,3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5:111,25-366,85-374,25-593,65"/>
  <p:tag name="CDT_MASTERSHAPE2" val="13:111,25-366,8501-374,25-593,6499"/>
  <p:tag name="CDT_MASTERSHAPE3" val="2:0-0-99,87504-960,5"/>
  <p:tag name="CDT_MASTERSHAPE4" val="11:111,25-0-374,25-355,5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13:111,25-49,37504-374,25-306,1349"/>
  <p:tag name="CDT_MASTERSHAPE3" val="5:111,25-366,85-374,25-593,6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430,875"/>
  <p:tag name="CDT_MASTERSHAPE3" val="4:111,25-491,625-374,25-430,87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83,5"/>
  <p:tag name="CDT_MASTERSHAPE3" val="13:111,25-344,125-374,25-283,4646"/>
  <p:tag name="CDT_MASTERSHAPE4" val="12:111,25-639,0355-374,25-283,464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430,875"/>
  <p:tag name="CDT_MASTERSHAPE3" val="4:111,25-491,625-181,375-430,875"/>
  <p:tag name="CDT_MASTERSHAPE4" val="5:304-49,37504-181,5-430,875"/>
  <p:tag name="CDT_MASTERSHAPE5" val="6:304-491,625-181,5-430,87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5:111,25-820,4528-374,25-102,047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  <p:tag name="CDT_MASTERSHAPE3" val="5:111,25-820,4528-374,25-102,047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  <p:tag name="CDT_MASTERSHAPE3" val="6:111,25-820,4528-374,25-102,047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317,4803"/>
  <p:tag name="CDT_MASTERSHAPE3" val="13:111,25-378,2697-374,25-317,4803"/>
  <p:tag name="CDT_MASTERSHAPE4" val="6:111,25-820,4528-374,25-102,047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04,0945"/>
  <p:tag name="CDT_MASTERSHAPE3" val="13:111,25-264,7559-374,25-215,4941"/>
  <p:tag name="CDT_MASTERSHAPE4" val="12:111,25-491,625-374,25-204,125"/>
  <p:tag name="CDT_MASTERSHAPE5" val="7:111,25-820,4528-374,25-102,047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  <p:tag name="CDT_MASTERSHAPE4" val="6:111,25-820,4528-374,25-102,047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317,4803"/>
  <p:tag name="CDT_MASTERSHAPE3" val="13:111,25-378,2696-181,375-317,4803"/>
  <p:tag name="CDT_MASTERSHAPE4" val="12:304-49,37504-181,5-317,4803"/>
  <p:tag name="CDT_MASTERSHAPE5" val="15:304-378,2697-181,5-317,4803"/>
  <p:tag name="CDT_MASTERSHAPE6" val="10:111,25-820,4528-374,25-102,047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99,87504-960,5"/>
  <p:tag name="CDT_MASTERSHAPE2" val="3078:0-0-99,87504-960,5"/>
  <p:tag name="CDT_MASTERSHAPE3" val="3079:111,25-49,37504-374,25-646,3749"/>
  <p:tag name="CDT_MASTERSHAPE4" val="10:0-809,1142-63,50622-113,3858"/>
  <p:tag name="CDT_MASTERSHAPE5" val="16:485,5-0-34-960,5"/>
  <p:tag name="CDT_MASTERSHAPE6" val="17:519,5-0-20,5-309,6244"/>
  <p:tag name="CDT_MASTERSHAPE7" val="18:519,5-0-20,5-138,9988"/>
  <p:tag name="CDT_MASTERSHAPE8" val="19:519,5-298,2492-20,5-662,2507"/>
  <p:tag name="CDT_MASTERSHAPE9" val="20:0-480,25-0,1250394-0,1250394"/>
  <p:tag name="CDT_MASTERSHAPE10" val="3072:0-0-0-0"/>
  <p:tag name="CDT_MASTERSHAPE11" val="3073:0-0-0-0"/>
  <p:tag name="CDT_MASTERSHAPE12" val="3074:0-0-0-0"/>
  <p:tag name="CDT_MASTERSHAPE13" val="3075:0-0-0-0"/>
  <p:tag name="CDT_MASTERSHAPE14" val="3076:0-0-0-0"/>
  <p:tag name="CDT_MASTERSHAPE15" val="3077:0-0-0-0"/>
  <p:tag name="CDT_MASTERSHAPE16" val="3080:0-0-0-0"/>
  <p:tag name="CDT_MASTERSHAPE17" val="3081:0-0-0-0"/>
  <p:tag name="CDT_MASTERSHAPE18" val="3082:0-0-0-0"/>
  <p:tag name="CDT_MASTERSHAPE19" val="3083:0-0-0-0"/>
  <p:tag name="CDT_MASTERSHAPE20" val="3084:0-0-0-0"/>
  <p:tag name="CDT_MASTERSHAPE21" val="3085:0-0-0-0"/>
  <p:tag name="CDT_MASTERSHAPE22" val="3086:0-0-0-0"/>
  <p:tag name="CDT_MASTERSHAPE23" val="3087:0-0-0-0"/>
  <p:tag name="CDT_MASTERSHAPE24" val="3088:0-0-0-0"/>
  <p:tag name="CDT_MASTERSHAPE25" val="3089:0-0-0-0"/>
  <p:tag name="CDT_MASTERSHAPE26" val="3090:0-0-0-0"/>
  <p:tag name="CDT_MASTERSHAPE27" val="3091:0-0-0-0"/>
  <p:tag name="CDT_MASTERSHAPE28" val="3092:0-0-0-0"/>
  <p:tag name="CDT_MASTERSHAPE29" val="3093:0-0-0-0"/>
  <p:tag name="CDT_MASTERSHAPE30" val="3094:0-0-0-0"/>
  <p:tag name="CDT_MASTERSHAPE31" val="3095:0-0-0-0"/>
  <p:tag name="CDT_MASTERSHAPE32" val="3096:0-0-0-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8"/>
  <p:tag name="CDT_PROT" val="3"/>
  <p:tag name="CDT_PROT_TOP" val="519,5"/>
  <p:tag name="CDT_PROT_LEFT" val="0"/>
  <p:tag name="CDT_PROT_WIDTH" val="309,6244"/>
  <p:tag name="CDT_PROT_HEIGHT" val="20,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306,1349"/>
  <p:tag name="CDT_PROT_HEIGHT" val="374,2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DELETE_ONEVENT_NEWPRES" val="False"/>
  <p:tag name="CDT_PROT" val="2"/>
  <p:tag name="CDT_PROT_TOP" val="111,25"/>
  <p:tag name="CDT_PROT_LEFT" val="366,85"/>
  <p:tag name="CDT_PROT_WIDTH" val="593,65"/>
  <p:tag name="CDT_PROT_HEIGHT" val="374,2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532,9134"/>
  <p:tag name="CDT_PROT_HEIGHT" val="374,2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430,875"/>
  <p:tag name="CDT_PROT_HEIGHT" val="374,2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646,3749"/>
  <p:tag name="CDT_PROT_HEIGHT" val="181,37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646,3749"/>
  <p:tag name="CDT_PROT_HEIGHT" val="181,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283,5"/>
  <p:tag name="CDT_PROT_HEIGHT" val="374,2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44,125"/>
  <p:tag name="CDT_PROT_WIDTH" val="283,4646"/>
  <p:tag name="CDT_PROT_HEIGHT" val="374,2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639,0355"/>
  <p:tag name="CDT_PROT_WIDTH" val="283,4646"/>
  <p:tag name="CDT_PROT_HEIGHT" val="374,2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430,875"/>
  <p:tag name="CDT_PROT_HEIGHT" val="181,37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430,875"/>
  <p:tag name="CDT_PROT_HEIGHT" val="181,37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430,875"/>
  <p:tag name="CDT_PROT_HEIGHT" val="181,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1,625"/>
  <p:tag name="CDT_PROT_WIDTH" val="430,875"/>
  <p:tag name="CDT_PROT_HEIGHT" val="181,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532,9134"/>
  <p:tag name="CDT_PROT_HEIGHT" val="374,2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317,4803"/>
  <p:tag name="CDT_PROT_HEIGHT" val="374,2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78,2697"/>
  <p:tag name="CDT_PROT_WIDTH" val="317,4803"/>
  <p:tag name="CDT_PROT_HEIGHT" val="374,2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204,0945"/>
  <p:tag name="CDT_PROT_HEIGHT" val="374,2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264,7559"/>
  <p:tag name="CDT_PROT_WIDTH" val="215,4941"/>
  <p:tag name="CDT_PROT_HEIGHT" val="374,2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204,125"/>
  <p:tag name="CDT_PROT_HEIGHT" val="374,2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646,3749"/>
  <p:tag name="CDT_PROT_HEIGHT" val="181,37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646,3749"/>
  <p:tag name="CDT_PROT_HEIGHT" val="181,5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317,4803"/>
  <p:tag name="CDT_PROT_HEIGHT" val="181,37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78,2696"/>
  <p:tag name="CDT_PROT_WIDTH" val="317,4803"/>
  <p:tag name="CDT_PROT_HEIGHT" val="181,37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317,4803"/>
  <p:tag name="CDT_PROT_HEIGHT" val="181,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378,2697"/>
  <p:tag name="CDT_PROT_WIDTH" val="317,4803"/>
  <p:tag name="CDT_PROT_HEIGHT" val="181,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b4ea6bfc-a965-4e8f-8294-c816f2827ade"/>
  <p:tag name="MIO_EK" val="582917"/>
  <p:tag name="MIO_UPDATE" val="True"/>
  <p:tag name="MIO_VERSION" val="15.02.2016 18:24:03"/>
  <p:tag name="MIO_DBID" val="598A5C07-C27D-430B-A8FC-FA667BE665A4"/>
  <p:tag name="MIO_LASTDOWNLOADED" val="05.04.2016 08:42:27"/>
  <p:tag name="MIO_OBJECTNAME" val="Automotive_Digitalization_FS"/>
  <p:tag name="MIO_LASTEDITORNAME" val="(Dietmar Kluge)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DELETE_ONEVENT_NEWPRES" val="False"/>
  <p:tag name="CDT_PROT" val="2"/>
  <p:tag name="CDT_PROT_TOP" val="0"/>
  <p:tag name="CDT_PROT_LEFT" val="0"/>
  <p:tag name="CDT_PROT_WIDTH" val="960,5"/>
  <p:tag name="CDT_PROT_HEIGHT" val="99,8750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326,7-960,5"/>
  <p:tag name="CDT_MASTERSHAPE2" val="11:0-0-326,7-960,5"/>
  <p:tag name="CDT_MASTERSHAPE3" val="57350:326,7-26,62496-68,50504-933,8749"/>
  <p:tag name="CDT_MASTERSHAPE4" val="57351:295,7487-26,62496-30,95134-933,8749"/>
  <p:tag name="CDT_MASTERSHAPE5" val="12:0-480,25-0,1250394-0,1250394"/>
  <p:tag name="CDT_MASTERSHAPE6" val="13:0-49,37504-76,20732-136,063"/>
  <p:tag name="CDT_MASTERSHAPE7" val="14:485,5-0-34-960,5"/>
  <p:tag name="CDT_MASTERSHAPE8" val="10:485,5-695,75-34-264,75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406,08-960,5"/>
  <p:tag name="CDT_MASTERSHAPE2" val="13:0-0-406,08-960,5"/>
  <p:tag name="CDT_MASTERSHAPE3" val="57350:337,575-26,62496-68,50504-933,8749"/>
  <p:tag name="CDT_MASTERSHAPE4" val="57351:406,08-26,62496-30,95134-933,8749"/>
  <p:tag name="CDT_MASTERSHAPE5" val="11:0-480,25-0,1250394-0,1250394"/>
  <p:tag name="CDT_MASTERSHAPE6" val="14:0-49,37504-76,20732-136,063"/>
  <p:tag name="CDT_MASTERSHAPE7" val="15:485,5-0-34-960,5"/>
  <p:tag name="CDT_MASTERSHAPE8" val="12:485,5-695,75-34-264,7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190,6199-26,62496-99,70441-933,8749"/>
  <p:tag name="CDT_MASTERSHAPE4" val="11:0-480,25-0,1250394-0,1250394"/>
  <p:tag name="CDT_MASTERSHAPE5" val="12:0-49,37504-76,20732-136,063"/>
  <p:tag name="CDT_MASTERSHAPE6" val="15:485,5-0-34-960,5"/>
  <p:tag name="CDT_MASTERSHAPE7" val="57351:190,62-26,62504-30,95134-933,8749"/>
  <p:tag name="CDT_MASTERSHAPE8" val="13:485,5-695,75-34-264,7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235,2668-26,62496-99,70441-933,8749"/>
  <p:tag name="CDT_MASTERSHAPE4" val="11:0-480,25-0,1250394-0,1250394"/>
  <p:tag name="CDT_MASTERSHAPE5" val="13:0-49,37504-76,20732-136,063"/>
  <p:tag name="CDT_MASTERSHAPE6" val="15:485,5-0-34-960,5"/>
  <p:tag name="CDT_MASTERSHAPE7" val="57351:304-26,62504-30,95134-933,8749"/>
  <p:tag name="CDT_MASTERSHAPE8" val="12:485,5-695,75-34-264,75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326,75-960,5"/>
  <p:tag name="CDT_MASTERSHAPE2" val="57350:326,7-26,62504-68,50504-933,8749"/>
  <p:tag name="CDT_MASTERSHAPE3" val="57351:295,7487-26,62504-30,95134-933,8749"/>
  <p:tag name="CDT_MASTERSHAPE4" val="6:0-480,25-0,1250394-0,1250394"/>
  <p:tag name="CDT_MASTERSHAPE5" val="8:0-809,1249-63,37504-113,375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406,5005-960,5"/>
  <p:tag name="CDT_MASTERSHAPE2" val="57350:337,575-26,62504-68,50504-933,8749"/>
  <p:tag name="CDT_MASTERSHAPE3" val="57351:406,08-26,62504-30,95134-933,8749"/>
  <p:tag name="CDT_MASTERSHAPE4" val="6:0-480,25-0,1250394-0,1250394"/>
  <p:tag name="CDT_MASTERSHAPE5" val="9:0-809,1249-63,37504-113,375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5:111,25-366,85-374,25-593,65"/>
  <p:tag name="CDT_MASTERSHAPE2" val="13:111,25-366,8501-374,25-593,6499"/>
  <p:tag name="CDT_MASTERSHAPE3" val="2:0-0-99,87504-960,5"/>
  <p:tag name="CDT_MASTERSHAPE4" val="11:111,25-0-374,25-355,5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13:111,25-49,37504-374,25-306,1349"/>
  <p:tag name="CDT_MASTERSHAPE3" val="5:111,25-366,85-374,25-593,6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430,875"/>
  <p:tag name="CDT_MASTERSHAPE3" val="4:111,25-491,625-374,25-430,87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83,5"/>
  <p:tag name="CDT_MASTERSHAPE3" val="13:111,25-344,125-374,25-283,4646"/>
  <p:tag name="CDT_MASTERSHAPE4" val="12:111,25-639,0355-374,25-283,4646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430,875"/>
  <p:tag name="CDT_MASTERSHAPE3" val="4:111,25-491,625-181,375-430,875"/>
  <p:tag name="CDT_MASTERSHAPE4" val="5:304-49,37504-181,5-430,875"/>
  <p:tag name="CDT_MASTERSHAPE5" val="6:304-491,625-181,5-430,875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5:111,25-820,4528-374,25-102,047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  <p:tag name="CDT_MASTERSHAPE3" val="5:111,25-820,4528-374,25-102,047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  <p:tag name="CDT_MASTERSHAPE3" val="6:111,25-820,4528-374,25-102,047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317,4803"/>
  <p:tag name="CDT_MASTERSHAPE3" val="13:111,25-378,2697-374,25-317,4803"/>
  <p:tag name="CDT_MASTERSHAPE4" val="6:111,25-820,4528-374,25-102,047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04,0945"/>
  <p:tag name="CDT_MASTERSHAPE3" val="13:111,25-264,7559-374,25-215,4941"/>
  <p:tag name="CDT_MASTERSHAPE4" val="12:111,25-491,625-374,25-204,125"/>
  <p:tag name="CDT_MASTERSHAPE5" val="7:111,25-820,4528-374,25-102,047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  <p:tag name="CDT_MASTERSHAPE4" val="6:111,25-820,4528-374,25-102,047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317,4803"/>
  <p:tag name="CDT_MASTERSHAPE3" val="13:111,25-378,2696-181,375-317,4803"/>
  <p:tag name="CDT_MASTERSHAPE4" val="12:304-49,37504-181,5-317,4803"/>
  <p:tag name="CDT_MASTERSHAPE5" val="15:304-378,2697-181,5-317,4803"/>
  <p:tag name="CDT_MASTERSHAPE6" val="10:111,25-820,4528-374,25-102,047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99,87504-960,5"/>
  <p:tag name="CDT_MASTERSHAPE2" val="3078:0-0-99,87504-960,5"/>
  <p:tag name="CDT_MASTERSHAPE3" val="3079:111,25-49,37504-374,25-646,3749"/>
  <p:tag name="CDT_MASTERSHAPE4" val="10:0-809,1142-63,50622-113,3858"/>
  <p:tag name="CDT_MASTERSHAPE5" val="16:485,5-0-34-960,5"/>
  <p:tag name="CDT_MASTERSHAPE6" val="17:519,5-0-20,5-309,6244"/>
  <p:tag name="CDT_MASTERSHAPE7" val="18:519,5-0-20,5-138,9988"/>
  <p:tag name="CDT_MASTERSHAPE8" val="19:519,5-298,2492-20,5-662,2507"/>
  <p:tag name="CDT_MASTERSHAPE9" val="20:0-480,25-0,1250394-0,1250394"/>
  <p:tag name="CDT_MASTERSHAPE10" val="3072:0-0-0-0"/>
  <p:tag name="CDT_MASTERSHAPE11" val="3073:0-0-0-0"/>
  <p:tag name="CDT_MASTERSHAPE12" val="3074:0-0-0-0"/>
  <p:tag name="CDT_MASTERSHAPE13" val="3075:0-0-0-0"/>
  <p:tag name="CDT_MASTERSHAPE14" val="3076:0-0-0-0"/>
  <p:tag name="CDT_MASTERSHAPE15" val="3077:0-0-0-0"/>
  <p:tag name="CDT_MASTERSHAPE16" val="3080:0-0-0-0"/>
  <p:tag name="CDT_MASTERSHAPE17" val="3081:0-0-0-0"/>
  <p:tag name="CDT_MASTERSHAPE18" val="3082:0-0-0-0"/>
  <p:tag name="CDT_MASTERSHAPE19" val="3083:0-0-0-0"/>
  <p:tag name="CDT_MASTERSHAPE20" val="3084:0-0-0-0"/>
  <p:tag name="CDT_MASTERSHAPE21" val="3085:0-0-0-0"/>
  <p:tag name="CDT_MASTERSHAPE22" val="3086:0-0-0-0"/>
  <p:tag name="CDT_MASTERSHAPE23" val="3087:0-0-0-0"/>
  <p:tag name="CDT_MASTERSHAPE24" val="3088:0-0-0-0"/>
  <p:tag name="CDT_MASTERSHAPE25" val="3089:0-0-0-0"/>
  <p:tag name="CDT_MASTERSHAPE26" val="3090:0-0-0-0"/>
  <p:tag name="CDT_MASTERSHAPE27" val="3091:0-0-0-0"/>
  <p:tag name="CDT_MASTERSHAPE28" val="3092:0-0-0-0"/>
  <p:tag name="CDT_MASTERSHAPE29" val="3093:0-0-0-0"/>
  <p:tag name="CDT_MASTERSHAPE30" val="3094:0-0-0-0"/>
  <p:tag name="CDT_MASTERSHAPE31" val="3095:0-0-0-0"/>
  <p:tag name="CDT_MASTERSHAPE32" val="3096:0-0-0-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8"/>
  <p:tag name="CDT_PROT" val="3"/>
  <p:tag name="CDT_PROT_TOP" val="519,5"/>
  <p:tag name="CDT_PROT_LEFT" val="0"/>
  <p:tag name="CDT_PROT_WIDTH" val="309,6244"/>
  <p:tag name="CDT_PROT_HEIGHT" val="20,5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5"/>
  <p:tag name="CDT_TARGETSHAPE_NEW" val="7"/>
  <p:tag name="CDT_PROT" val="3"/>
  <p:tag name="CDT_PROT_TOP" val="519,5"/>
  <p:tag name="CDT_PROT_LEFT" val="0"/>
  <p:tag name="CDT_PROT_WIDTH" val="138,9988"/>
  <p:tag name="CDT_PROT_HEIGHT" val="20,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9"/>
  <p:tag name="CDT_PROT" val="3"/>
  <p:tag name="CDT_PROT_TOP" val="519,5"/>
  <p:tag name="CDT_PROT_LEFT" val="298,2492"/>
  <p:tag name="CDT_PROT_WIDTH" val="662,2507"/>
  <p:tag name="CDT_PROT_HEIGHT" val="20,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306,1349"/>
  <p:tag name="CDT_PROT_HEIGHT" val="374,25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DELETE_ONEVENT_NEWPRES" val="False"/>
  <p:tag name="CDT_PROT" val="2"/>
  <p:tag name="CDT_PROT_TOP" val="111,25"/>
  <p:tag name="CDT_PROT_LEFT" val="366,85"/>
  <p:tag name="CDT_PROT_WIDTH" val="593,65"/>
  <p:tag name="CDT_PROT_HEIGHT" val="374,2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532,9134"/>
  <p:tag name="CDT_PROT_HEIGHT" val="374,25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430,875"/>
  <p:tag name="CDT_PROT_HEIGHT" val="374,25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646,3749"/>
  <p:tag name="CDT_PROT_HEIGHT" val="181,375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646,3749"/>
  <p:tag name="CDT_PROT_HEIGHT" val="181,5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283,5"/>
  <p:tag name="CDT_PROT_HEIGHT" val="374,25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44,125"/>
  <p:tag name="CDT_PROT_WIDTH" val="283,4646"/>
  <p:tag name="CDT_PROT_HEIGHT" val="374,2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639,0355"/>
  <p:tag name="CDT_PROT_WIDTH" val="283,4646"/>
  <p:tag name="CDT_PROT_HEIGHT" val="374,2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430,875"/>
  <p:tag name="CDT_PROT_HEIGHT" val="181,375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430,875"/>
  <p:tag name="CDT_PROT_HEIGHT" val="181,375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430,875"/>
  <p:tag name="CDT_PROT_HEIGHT" val="181,5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1,625"/>
  <p:tag name="CDT_PROT_WIDTH" val="430,875"/>
  <p:tag name="CDT_PROT_HEIGHT" val="181,5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532,9134"/>
  <p:tag name="CDT_PROT_HEIGHT" val="374,25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317,4803"/>
  <p:tag name="CDT_PROT_HEIGHT" val="374,25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78,2697"/>
  <p:tag name="CDT_PROT_WIDTH" val="317,4803"/>
  <p:tag name="CDT_PROT_HEIGHT" val="374,25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204,0945"/>
  <p:tag name="CDT_PROT_HEIGHT" val="374,25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264,7559"/>
  <p:tag name="CDT_PROT_WIDTH" val="215,4941"/>
  <p:tag name="CDT_PROT_HEIGHT" val="374,25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204,125"/>
  <p:tag name="CDT_PROT_HEIGHT" val="374,2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646,3749"/>
  <p:tag name="CDT_PROT_HEIGHT" val="181,375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646,3749"/>
  <p:tag name="CDT_PROT_HEIGHT" val="181,5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317,4803"/>
  <p:tag name="CDT_PROT_HEIGHT" val="181,375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78,2696"/>
  <p:tag name="CDT_PROT_WIDTH" val="317,4803"/>
  <p:tag name="CDT_PROT_HEIGHT" val="181,375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317,4803"/>
  <p:tag name="CDT_PROT_HEIGHT" val="181,5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378,2697"/>
  <p:tag name="CDT_PROT_WIDTH" val="317,4803"/>
  <p:tag name="CDT_PROT_HEIGHT" val="181,5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DELETE_ONEVENT_NEWPRES" val="False"/>
  <p:tag name="CDT_PROT" val="2"/>
  <p:tag name="CDT_PROT_TOP" val="0"/>
  <p:tag name="CDT_PROT_LEFT" val="0"/>
  <p:tag name="CDT_PROT_WIDTH" val="960,5"/>
  <p:tag name="CDT_PROT_HEIGHT" val="99,8750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326,7-960,5"/>
  <p:tag name="CDT_MASTERSHAPE2" val="11:0-0-326,7-960,5"/>
  <p:tag name="CDT_MASTERSHAPE3" val="57350:326,7-26,62496-68,50504-933,8749"/>
  <p:tag name="CDT_MASTERSHAPE4" val="57351:295,7487-26,62496-30,95134-933,8749"/>
  <p:tag name="CDT_MASTERSHAPE5" val="12:0-480,25-0,1250394-0,1250394"/>
  <p:tag name="CDT_MASTERSHAPE6" val="13:0-49,37504-76,20732-136,063"/>
  <p:tag name="CDT_MASTERSHAPE7" val="14:485,5-0-34-960,5"/>
  <p:tag name="CDT_MASTERSHAPE8" val="10:485,5-695,75-34-264,75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406,08-960,5"/>
  <p:tag name="CDT_MASTERSHAPE2" val="13:0-0-406,08-960,5"/>
  <p:tag name="CDT_MASTERSHAPE3" val="57350:337,575-26,62496-68,50504-933,8749"/>
  <p:tag name="CDT_MASTERSHAPE4" val="57351:406,08-26,62496-30,95134-933,8749"/>
  <p:tag name="CDT_MASTERSHAPE5" val="11:0-480,25-0,1250394-0,1250394"/>
  <p:tag name="CDT_MASTERSHAPE6" val="14:0-49,37504-76,20732-136,063"/>
  <p:tag name="CDT_MASTERSHAPE7" val="15:485,5-0-34-960,5"/>
  <p:tag name="CDT_MASTERSHAPE8" val="12:485,5-695,75-34-264,75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190,6199-26,62496-99,70441-933,8749"/>
  <p:tag name="CDT_MASTERSHAPE4" val="11:0-480,25-0,1250394-0,1250394"/>
  <p:tag name="CDT_MASTERSHAPE5" val="12:0-49,37504-76,20732-136,063"/>
  <p:tag name="CDT_MASTERSHAPE6" val="15:485,5-0-34-960,5"/>
  <p:tag name="CDT_MASTERSHAPE7" val="57351:190,62-26,62504-30,95134-933,8749"/>
  <p:tag name="CDT_MASTERSHAPE8" val="13:485,5-695,75-34-264,75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6:0-0-540-960,5"/>
  <p:tag name="CDT_MASTERSHAPE2" val="14:0-0-540-960,5"/>
  <p:tag name="CDT_MASTERSHAPE3" val="57350:235,2668-26,62496-99,70441-933,8749"/>
  <p:tag name="CDT_MASTERSHAPE4" val="11:0-480,25-0,1250394-0,1250394"/>
  <p:tag name="CDT_MASTERSHAPE5" val="13:0-49,37504-76,20732-136,063"/>
  <p:tag name="CDT_MASTERSHAPE6" val="15:485,5-0-34-960,5"/>
  <p:tag name="CDT_MASTERSHAPE7" val="57351:304-26,62504-30,95134-933,8749"/>
  <p:tag name="CDT_MASTERSHAPE8" val="12:485,5-695,75-34-264,75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326,75-960,5"/>
  <p:tag name="CDT_MASTERSHAPE2" val="57350:326,7-26,62504-68,50504-933,8749"/>
  <p:tag name="CDT_MASTERSHAPE3" val="57351:295,7487-26,62504-30,95134-933,8749"/>
  <p:tag name="CDT_MASTERSHAPE4" val="6:0-480,25-0,1250394-0,1250394"/>
  <p:tag name="CDT_MASTERSHAPE5" val="8:0-809,1249-63,37504-113,375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7:0-0-406,5005-960,5"/>
  <p:tag name="CDT_MASTERSHAPE2" val="57350:337,575-26,62504-68,50504-933,8749"/>
  <p:tag name="CDT_MASTERSHAPE3" val="57351:406,08-26,62504-30,95134-933,8749"/>
  <p:tag name="CDT_MASTERSHAPE4" val="6:0-480,25-0,1250394-0,1250394"/>
  <p:tag name="CDT_MASTERSHAPE5" val="9:0-809,1249-63,37504-113,375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5:111,25-366,85-374,25-593,65"/>
  <p:tag name="CDT_MASTERSHAPE2" val="13:111,25-366,8501-374,25-593,6499"/>
  <p:tag name="CDT_MASTERSHAPE3" val="2:0-0-99,87504-960,5"/>
  <p:tag name="CDT_MASTERSHAPE4" val="11:111,25-0-374,25-355,5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13:111,25-49,37504-374,25-306,1349"/>
  <p:tag name="CDT_MASTERSHAPE3" val="5:111,25-366,85-374,25-593,65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430,875"/>
  <p:tag name="CDT_MASTERSHAPE3" val="4:111,25-491,625-374,25-430,875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83,5"/>
  <p:tag name="CDT_MASTERSHAPE3" val="13:111,25-344,125-374,25-283,4646"/>
  <p:tag name="CDT_MASTERSHAPE4" val="12:111,25-639,0355-374,25-283,4646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430,875"/>
  <p:tag name="CDT_MASTERSHAPE3" val="4:111,25-491,625-181,375-430,875"/>
  <p:tag name="CDT_MASTERSHAPE4" val="5:304-49,37504-181,5-430,875"/>
  <p:tag name="CDT_MASTERSHAPE5" val="6:304-491,625-181,5-430,875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5:111,25-820,4528-374,25-102,047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646,3749"/>
  <p:tag name="CDT_MASTERSHAPE3" val="5:111,25-820,4528-374,25-102,047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532,9134"/>
  <p:tag name="CDT_MASTERSHAPE3" val="6:111,25-820,4528-374,25-102,047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317,4803"/>
  <p:tag name="CDT_MASTERSHAPE3" val="13:111,25-378,2697-374,25-317,4803"/>
  <p:tag name="CDT_MASTERSHAPE4" val="6:111,25-820,4528-374,25-102,047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-49,37504-374,25-204,0945"/>
  <p:tag name="CDT_MASTERSHAPE3" val="13:111,25-264,7559-374,25-215,4941"/>
  <p:tag name="CDT_MASTERSHAPE4" val="12:111,25-491,625-374,25-204,125"/>
  <p:tag name="CDT_MASTERSHAPE5" val="7:111,25-820,4528-374,25-102,047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646,3749"/>
  <p:tag name="CDT_MASTERSHAPE3" val="13:304-49,37504-181,5-646,3749"/>
  <p:tag name="CDT_MASTERSHAPE4" val="6:111,25-820,4528-374,25-102,047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2:0-0-99,87504-960,5"/>
  <p:tag name="CDT_MASTERSHAPE2" val="3:111,2501-49,37504-181,375-317,4803"/>
  <p:tag name="CDT_MASTERSHAPE3" val="13:111,25-378,2696-181,375-317,4803"/>
  <p:tag name="CDT_MASTERSHAPE4" val="12:304-49,37504-181,5-317,4803"/>
  <p:tag name="CDT_MASTERSHAPE5" val="15:304-378,2697-181,5-317,4803"/>
  <p:tag name="CDT_MASTERSHAPE6" val="10:111,25-820,4528-374,25-102,047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3"/>
  <p:tag name="CDT_PROT_TOP" val="0"/>
  <p:tag name="CDT_PROT_LEFT" val="0"/>
  <p:tag name="CDT_PROT_WIDTH" val="0"/>
  <p:tag name="CDT_PROT_HEIGHT" val="0"/>
  <p:tag name="CDT_LINEUNVISIBLE" val="True"/>
  <p:tag name="CDT_LINEFIXED" val="True"/>
  <p:tag name="CDT_DESIGN_NAME" val="Siemens 2013 – 16:9"/>
  <p:tag name="CDT_MASTERSHAPE1" val="15:0-0-99,87504-960,5"/>
  <p:tag name="CDT_MASTERSHAPE2" val="3078:0-0-99,87504-960,5"/>
  <p:tag name="CDT_MASTERSHAPE3" val="3079:111,25-49,37504-374,25-646,3749"/>
  <p:tag name="CDT_MASTERSHAPE4" val="10:0-809,1142-63,50622-113,3858"/>
  <p:tag name="CDT_MASTERSHAPE5" val="16:485,5-0-34-960,5"/>
  <p:tag name="CDT_MASTERSHAPE6" val="17:519,5-0-20,5-309,6244"/>
  <p:tag name="CDT_MASTERSHAPE7" val="18:519,5-0-20,5-138,9988"/>
  <p:tag name="CDT_MASTERSHAPE8" val="19:519,5-298,2492-20,5-662,2507"/>
  <p:tag name="CDT_MASTERSHAPE9" val="20:0-480,25-0,1250394-0,1250394"/>
  <p:tag name="CDT_MASTERSHAPE10" val="3072:0-0-0-0"/>
  <p:tag name="CDT_MASTERSHAPE11" val="3073:0-0-0-0"/>
  <p:tag name="CDT_MASTERSHAPE12" val="3074:0-0-0-0"/>
  <p:tag name="CDT_MASTERSHAPE13" val="3075:0-0-0-0"/>
  <p:tag name="CDT_MASTERSHAPE14" val="3076:0-0-0-0"/>
  <p:tag name="CDT_MASTERSHAPE15" val="3077:0-0-0-0"/>
  <p:tag name="CDT_MASTERSHAPE16" val="3080:0-0-0-0"/>
  <p:tag name="CDT_MASTERSHAPE17" val="3081:0-0-0-0"/>
  <p:tag name="CDT_MASTERSHAPE18" val="3082:0-0-0-0"/>
  <p:tag name="CDT_MASTERSHAPE19" val="3083:0-0-0-0"/>
  <p:tag name="CDT_MASTERSHAPE20" val="3084:0-0-0-0"/>
  <p:tag name="CDT_MASTERSHAPE21" val="3085:0-0-0-0"/>
  <p:tag name="CDT_MASTERSHAPE22" val="3086:0-0-0-0"/>
  <p:tag name="CDT_MASTERSHAPE23" val="3087:0-0-0-0"/>
  <p:tag name="CDT_MASTERSHAPE24" val="3088:0-0-0-0"/>
  <p:tag name="CDT_MASTERSHAPE25" val="3089:0-0-0-0"/>
  <p:tag name="CDT_MASTERSHAPE26" val="3090:0-0-0-0"/>
  <p:tag name="CDT_MASTERSHAPE27" val="3091:0-0-0-0"/>
  <p:tag name="CDT_MASTERSHAPE28" val="3092:0-0-0-0"/>
  <p:tag name="CDT_MASTERSHAPE29" val="3093:0-0-0-0"/>
  <p:tag name="CDT_MASTERSHAPE30" val="3094:0-0-0-0"/>
  <p:tag name="CDT_MASTERSHAPE31" val="3095:0-0-0-0"/>
  <p:tag name="CDT_MASTERSHAPE32" val="3096:0-0-0-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4"/>
  <p:tag name="CDT_TARGETSHAPE_NEW" val="1"/>
  <p:tag name="CDT_PROT" val="3"/>
  <p:tag name="CDT_PROT_TOP" val="485,5"/>
  <p:tag name="CDT_PROT_LEFT" val="0"/>
  <p:tag name="CDT_PROT_WIDTH" val="960,5"/>
  <p:tag name="CDT_PROT_HEIGHT" val="34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8"/>
  <p:tag name="CDT_PROT" val="3"/>
  <p:tag name="CDT_PROT_TOP" val="519,5"/>
  <p:tag name="CDT_PROT_LEFT" val="0"/>
  <p:tag name="CDT_PROT_WIDTH" val="309,6244"/>
  <p:tag name="CDT_PROT_HEIGHT" val="20,5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5"/>
  <p:tag name="CDT_TARGETSHAPE_NEW" val="7"/>
  <p:tag name="CDT_PROT" val="3"/>
  <p:tag name="CDT_PROT_TOP" val="519,5"/>
  <p:tag name="CDT_PROT_LEFT" val="0"/>
  <p:tag name="CDT_PROT_WIDTH" val="138,9988"/>
  <p:tag name="CDT_PROT_HEIGHT" val="20,5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9"/>
  <p:tag name="CDT_PROT" val="3"/>
  <p:tag name="CDT_PROT_TOP" val="519,5"/>
  <p:tag name="CDT_PROT_LEFT" val="298,2492"/>
  <p:tag name="CDT_PROT_WIDTH" val="662,2507"/>
  <p:tag name="CDT_PROT_HEIGHT" val="20,5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8"/>
  <p:tag name="CDT_PROT" val="3"/>
  <p:tag name="CDT_PROT_TOP" val="519,5"/>
  <p:tag name="CDT_PROT_LEFT" val="0"/>
  <p:tag name="CDT_PROT_WIDTH" val="309,6244"/>
  <p:tag name="CDT_PROT_HEIGHT" val="20,5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5"/>
  <p:tag name="CDT_TARGETSHAPE_NEW" val="7"/>
  <p:tag name="CDT_PROT" val="3"/>
  <p:tag name="CDT_PROT_TOP" val="519,5"/>
  <p:tag name="CDT_PROT_LEFT" val="0"/>
  <p:tag name="CDT_PROT_WIDTH" val="138,9988"/>
  <p:tag name="CDT_PROT_HEIGHT" val="20,5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9"/>
  <p:tag name="CDT_PROT" val="3"/>
  <p:tag name="CDT_PROT_TOP" val="519,5"/>
  <p:tag name="CDT_PROT_LEFT" val="298,2492"/>
  <p:tag name="CDT_PROT_WIDTH" val="662,2507"/>
  <p:tag name="CDT_PROT_HEIGHT" val="20,5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8"/>
  <p:tag name="CDT_PROT" val="3"/>
  <p:tag name="CDT_PROT_TOP" val="519,5"/>
  <p:tag name="CDT_PROT_LEFT" val="0"/>
  <p:tag name="CDT_PROT_WIDTH" val="309,6244"/>
  <p:tag name="CDT_PROT_HEIGHT" val="20,5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5"/>
  <p:tag name="CDT_TARGETSHAPE_NEW" val="7"/>
  <p:tag name="CDT_PROT" val="3"/>
  <p:tag name="CDT_PROT_TOP" val="519,5"/>
  <p:tag name="CDT_PROT_LEFT" val="0"/>
  <p:tag name="CDT_PROT_WIDTH" val="138,9988"/>
  <p:tag name="CDT_PROT_HEIGHT" val="20,5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AUTODIALOG" val="1"/>
  <p:tag name="CDT_FILLFIXED" val="True"/>
  <p:tag name="CDT_LINEFIXED" val="True"/>
  <p:tag name="CDT_FILLUNVISIBLE" val="True"/>
  <p:tag name="CDT_LINEUNVISIBLE" val="True"/>
  <p:tag name="CDT_EXTCOL" val="True"/>
  <p:tag name="CDT_COLTX_NEW" val="25"/>
  <p:tag name="CDT_TARGETSHAPE_NEW" val="9"/>
  <p:tag name="CDT_PROT" val="3"/>
  <p:tag name="CDT_PROT_TOP" val="519,5"/>
  <p:tag name="CDT_PROT_LEFT" val="298,2492"/>
  <p:tag name="CDT_PROT_WIDTH" val="662,2507"/>
  <p:tag name="CDT_PROT_HEIGHT" val="20,5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306,1349"/>
  <p:tag name="CDT_PROT_HEIGHT" val="374,25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DELETE_ONEVENT_NEWPRES" val="False"/>
  <p:tag name="CDT_PROT" val="2"/>
  <p:tag name="CDT_PROT_TOP" val="111,25"/>
  <p:tag name="CDT_PROT_LEFT" val="366,85"/>
  <p:tag name="CDT_PROT_WIDTH" val="593,65"/>
  <p:tag name="CDT_PROT_HEIGHT" val="374,25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532,9134"/>
  <p:tag name="CDT_PROT_HEIGHT" val="374,25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430,875"/>
  <p:tag name="CDT_PROT_HEIGHT" val="374,25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430,875"/>
  <p:tag name="CDT_PROT_HEIGHT" val="374,2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646,3749"/>
  <p:tag name="CDT_PROT_HEIGHT" val="181,375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646,3749"/>
  <p:tag name="CDT_PROT_HEIGHT" val="181,5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283,5"/>
  <p:tag name="CDT_PROT_HEIGHT" val="374,25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44,125"/>
  <p:tag name="CDT_PROT_WIDTH" val="283,4646"/>
  <p:tag name="CDT_PROT_HEIGHT" val="374,25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639,0355"/>
  <p:tag name="CDT_PROT_WIDTH" val="283,4646"/>
  <p:tag name="CDT_PROT_HEIGHT" val="374,25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430,875"/>
  <p:tag name="CDT_PROT_HEIGHT" val="181,37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430,875"/>
  <p:tag name="CDT_PROT_HEIGHT" val="181,37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430,875"/>
  <p:tag name="CDT_PROT_HEIGHT" val="181,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1,625"/>
  <p:tag name="CDT_PROT_WIDTH" val="430,875"/>
  <p:tag name="CDT_PROT_HEIGHT" val="181,5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646,3749"/>
  <p:tag name="CDT_PROT_HEIGHT" val="374,25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532,9134"/>
  <p:tag name="CDT_PROT_HEIGHT" val="374,2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317,4803"/>
  <p:tag name="CDT_PROT_HEIGHT" val="374,25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78,2697"/>
  <p:tag name="CDT_PROT_WIDTH" val="317,4803"/>
  <p:tag name="CDT_PROT_HEIGHT" val="374,2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,37504"/>
  <p:tag name="CDT_PROT_WIDTH" val="204,0945"/>
  <p:tag name="CDT_PROT_HEIGHT" val="374,25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264,7559"/>
  <p:tag name="CDT_PROT_WIDTH" val="215,4941"/>
  <p:tag name="CDT_PROT_HEIGHT" val="374,2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491,625"/>
  <p:tag name="CDT_PROT_WIDTH" val="204,125"/>
  <p:tag name="CDT_PROT_HEIGHT" val="374,2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646,3749"/>
  <p:tag name="CDT_PROT_HEIGHT" val="181,375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646,3749"/>
  <p:tag name="CDT_PROT_HEIGHT" val="181,5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0"/>
  <p:tag name="CDT_PROT_LEFT" val="0"/>
  <p:tag name="CDT_PROT_WIDTH" val="960,5"/>
  <p:tag name="CDT_PROT_HEIGHT" val="99,87504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01"/>
  <p:tag name="CDT_PROT_LEFT" val="49,37504"/>
  <p:tag name="CDT_PROT_WIDTH" val="317,4803"/>
  <p:tag name="CDT_PROT_HEIGHT" val="181,375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111,25"/>
  <p:tag name="CDT_PROT_LEFT" val="378,2696"/>
  <p:tag name="CDT_PROT_WIDTH" val="317,4803"/>
  <p:tag name="CDT_PROT_HEIGHT" val="181,375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49,37504"/>
  <p:tag name="CDT_PROT_WIDTH" val="317,4803"/>
  <p:tag name="CDT_PROT_HEIGHT" val="181,5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PROT" val="2"/>
  <p:tag name="CDT_PROT_TOP" val="304"/>
  <p:tag name="CDT_PROT_LEFT" val="378,2697"/>
  <p:tag name="CDT_PROT_WIDTH" val="317,4803"/>
  <p:tag name="CDT_PROT_HEIGHT" val="181,5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3"/>
  <p:tag name="CDT_TARGETSHAPE_NEW" val="6"/>
  <p:tag name="CDT_PROT" val="2"/>
  <p:tag name="CDT_PROT_TOP" val="111,25"/>
  <p:tag name="CDT_PROT_LEFT" val="820,4528"/>
  <p:tag name="CDT_PROT_WIDTH" val="102,0472"/>
  <p:tag name="CDT_PROT_HEIGHT" val="374,25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GV7JbKU5LctGe_.hSIw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GV7JbKU5LctGe_.hSIw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GV7JbKU5LctGe_.hSIw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ZGV7JbKU5LctGe_.hSIw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T7Aq7rQsGUqtx.f4cglQ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NAVBARONTHISSLIDE" val="True"/>
  <p:tag name="CDT_INTERSECT_SLIDE" val="False"/>
  <p:tag name="CDT_DESIGNS_NAME" val="Siemens 2013 – 16:9"/>
  <p:tag name="CDT_MASTERS_NAME" val="One object (small) + Navigation"/>
  <p:tag name="CDT_LAYOUT_TYPE" val="32"/>
  <p:tag name="CDT_ORIGINAL_DESIGNS_NAME" val="Siemens 2013 – 16:9"/>
  <p:tag name="CDT_ORIGINAL_MASTERS_NAME" val="One object (small) + Navigation"/>
  <p:tag name="CDT_ORIGINAL_LAYOUT_TYPE" val="32"/>
  <p:tag name="MIO_GUID" val="22f5d372-88fb-453f-9528-762a108e2ddd"/>
  <p:tag name="MIO_SLIDE_HAS_HYPERLINK" val="False"/>
  <p:tag name="MIO_EK" val="583473"/>
  <p:tag name="MIO_UPDATE" val="True"/>
  <p:tag name="MIO_VERSION" val="17.02.2016 14:14:37"/>
  <p:tag name="MIO_DBID" val="598A5C07-C27D-430B-A8FC-FA667BE665A4"/>
  <p:tag name="MIO_LASTDOWNLOADED" val="16.03.2016 13:55:05"/>
  <p:tag name="MIO_OBJECTNAME" val="Headline, Arial Bold 20 pt, lorem ipsum dolor  (2)"/>
  <p:tag name="MIO_LASTEDITORNAME" val="Dietmar Kluge"/>
  <p:tag name="MIO_EK_DESIGN" val="579031"/>
  <p:tag name="MIO_VERSION_DESIGN" val="27.01.2016 18:31:06"/>
  <p:tag name="MIO_DBID_DESIGN" val="598A5C07-C27D-430B-A8FC-FA667BE665A4"/>
  <p:tag name="ARTICULATE_SLIDE_THUMBNAIL_REFRESH" val="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NHYL_1RbiF5VNL.nuoSQ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NAVBARONTHISSLIDE" val="True"/>
  <p:tag name="CDT_INTERSECT_SLIDE" val="False"/>
  <p:tag name="CDT_DESIGNS_NAME" val="Siemens 2013 – 16:9"/>
  <p:tag name="CDT_MASTERS_NAME" val="One object (small) + Navigation"/>
  <p:tag name="CDT_LAYOUT_TYPE" val="32"/>
  <p:tag name="CDT_ORIGINAL_DESIGNS_NAME" val="Siemens 2013 – 16:9"/>
  <p:tag name="CDT_ORIGINAL_MASTERS_NAME" val="One object (small) + Navigation"/>
  <p:tag name="CDT_ORIGINAL_LAYOUT_TYPE" val="32"/>
  <p:tag name="MIO_GUID" val="22f5d372-88fb-453f-9528-762a108e2ddd"/>
  <p:tag name="MIO_SLIDE_HAS_HYPERLINK" val="False"/>
  <p:tag name="MIO_EK" val="583473"/>
  <p:tag name="MIO_UPDATE" val="True"/>
  <p:tag name="MIO_VERSION" val="17.02.2016 14:14:37"/>
  <p:tag name="MIO_DBID" val="598A5C07-C27D-430B-A8FC-FA667BE665A4"/>
  <p:tag name="MIO_LASTDOWNLOADED" val="16.03.2016 13:55:05"/>
  <p:tag name="MIO_OBJECTNAME" val="Headline, Arial Bold 20 pt, lorem ipsum dolor  (2)"/>
  <p:tag name="MIO_LASTEDITORNAME" val="Dietmar Kluge"/>
  <p:tag name="MIO_EK_DESIGN" val="579031"/>
  <p:tag name="MIO_VERSION_DESIGN" val="27.01.2016 18:31:06"/>
  <p:tag name="MIO_DBID_DESIGN" val="598A5C07-C27D-430B-A8FC-FA667BE665A4"/>
  <p:tag name="ARTICULATE_SLIDE_THUMBNAIL_REFRESH" val="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NHYL_1RbiF5VNL.nuoSQ"/>
</p:tagLst>
</file>

<file path=ppt/theme/theme1.xml><?xml version="1.0" encoding="utf-8"?>
<a:theme xmlns:a="http://schemas.openxmlformats.org/drawingml/2006/main" name="Siemens 2017 – 16:9">
  <a:themeElements>
    <a:clrScheme name="Siemens">
      <a:dk1>
        <a:srgbClr val="000000"/>
      </a:dk1>
      <a:lt1>
        <a:srgbClr val="FFFFFF"/>
      </a:lt1>
      <a:dk2>
        <a:srgbClr val="000000"/>
      </a:dk2>
      <a:lt2>
        <a:srgbClr val="ADBECB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EB780A"/>
      </a:hlink>
      <a:folHlink>
        <a:srgbClr val="641946"/>
      </a:folHlink>
    </a:clrScheme>
    <a:fontScheme name="Sieme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A5E1E1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 dirty="0">
            <a:ea typeface="Arial Unicode M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ヒラギノ角ゴ Pro W3" charset="0"/>
          </a:defRPr>
        </a:defPPr>
      </a:lst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0"/>
          </a:spcBef>
          <a:defRPr sz="12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txDef>
  </a:objectDefaults>
  <a:extraClrSchemeLst/>
  <a:custClrLst>
    <a:custClr name="Siemens Snow | 255 255 255">
      <a:srgbClr val="FFFFFF"/>
    </a:custClr>
    <a:custClr name="Siemens Accent Yellow dark | 235 120 10">
      <a:srgbClr val="EB780A"/>
    </a:custClr>
    <a:custClr name="Siemens Accent Yellow light | 255 185 0">
      <a:srgbClr val="FFB900"/>
    </a:custClr>
    <a:custClr name="Siemens Stone dark | 60 70 75">
      <a:srgbClr val="3C464B"/>
    </a:custClr>
    <a:custClr name="Siemens Sand dark | 115 100 90">
      <a:srgbClr val="73645A"/>
    </a:custClr>
    <a:custClr name="Siemens Accent Teal dark | 0 100 110">
      <a:srgbClr val="00646E"/>
    </a:custClr>
    <a:custClr name="Siemens Accent Yellow | 125 45 30">
      <a:srgbClr val="7D2D1E"/>
    </a:custClr>
    <a:custClr name="Siemens Accent Red | 65 20 50">
      <a:srgbClr val="411432"/>
    </a:custClr>
    <a:custClr name="Siemens Accent Blue | 0 70 105">
      <a:srgbClr val="004669"/>
    </a:custClr>
    <a:custClr name="Siemens Accent Green | 70 95 25">
      <a:srgbClr val="465F19"/>
    </a:custClr>
    <a:custClr name="Black">
      <a:srgbClr val="000000"/>
    </a:custClr>
    <a:custClr name="Siemens Accent Red dark | 100 25 70">
      <a:srgbClr val="641946"/>
    </a:custClr>
    <a:custClr name="Siemens Accent Red light | 175 35 95">
      <a:srgbClr val="AF235F"/>
    </a:custClr>
    <a:custClr name="Siemens Stone | 120 135 145">
      <a:srgbClr val="788791"/>
    </a:custClr>
    <a:custClr name="Siemens Sand | 155 150 130">
      <a:srgbClr val="9B9682"/>
    </a:custClr>
    <a:custClr name="Siemens Accent Teal | 15 130 135">
      <a:srgbClr val="0F8287"/>
    </a:custClr>
    <a:custClr name="Siemens Accent Yellow | 200 90 30">
      <a:srgbClr val="C85A1E"/>
    </a:custClr>
    <a:custClr name="Siemens Accent Red dark | 100 25 70">
      <a:srgbClr val="641946"/>
    </a:custClr>
    <a:custClr name="Siemens Accent Blue dark | 0 95 135">
      <a:srgbClr val="005F87"/>
    </a:custClr>
    <a:custClr name="Siemens Accent Green dark | 100 125 45">
      <a:srgbClr val="647D2D"/>
    </a:custClr>
    <a:custClr name="Siemens Stone light | 135 155 170">
      <a:srgbClr val="879BAA"/>
    </a:custClr>
    <a:custClr name="Siemens Accent Blue dark | 0 95 135">
      <a:srgbClr val="005F87"/>
    </a:custClr>
    <a:custClr name="Siemens Accent Blue light | 80 190 215">
      <a:srgbClr val="50BED7"/>
    </a:custClr>
    <a:custClr name="Siemens Stone | 155 175 190">
      <a:srgbClr val="9BAFBE"/>
    </a:custClr>
    <a:custClr name="Siemens Sand | 185 185 165">
      <a:srgbClr val="B9B9A5"/>
    </a:custClr>
    <a:custClr name="Siemens Accent Teal | 50 160 160">
      <a:srgbClr val="32A0A0"/>
    </a:custClr>
    <a:custClr name="Siemens Accent Yellow dark | 235 120 10">
      <a:srgbClr val="EB780A"/>
    </a:custClr>
    <a:custClr name="Siemens Accent Red | 135 30 80">
      <a:srgbClr val="871E50"/>
    </a:custClr>
    <a:custClr name="Siemens Accent Blue | 35 135 170">
      <a:srgbClr val="2387AA"/>
    </a:custClr>
    <a:custClr name="Siemens Accent Green | 135 150 40">
      <a:srgbClr val="879628"/>
    </a:custClr>
    <a:custClr name="Siemens Stone light 35% | 190 205 215">
      <a:srgbClr val="BECDD7"/>
    </a:custClr>
    <a:custClr name="Siemens Accent Green dark | 100 125 45">
      <a:srgbClr val="647D2D"/>
    </a:custClr>
    <a:custClr name="Siemens Accent Green light | 170 180 20">
      <a:srgbClr val="AAB414"/>
    </a:custClr>
    <a:custClr name="Siemens Stone light 35% | 190 205 215">
      <a:srgbClr val="BECDD7"/>
    </a:custClr>
    <a:custClr name="Siemens Sand light 35% | 215 215 205">
      <a:srgbClr val="D7D7CD"/>
    </a:custClr>
    <a:custClr name="Siemens Accent Teal | 75 185 185">
      <a:srgbClr val="4BB9B9"/>
    </a:custClr>
    <a:custClr name="Siemens Accent Yellow light | 255 185 0">
      <a:srgbClr val="FFB900"/>
    </a:custClr>
    <a:custClr name="Siemens Accent Red light | 175 35 95">
      <a:srgbClr val="AF235F"/>
    </a:custClr>
    <a:custClr name="Siemens Accent Blue | 65 170 200">
      <a:srgbClr val="41AAC8"/>
    </a:custClr>
    <a:custClr name="Siemens Accent Green light | 170 180 20">
      <a:srgbClr val="AAB414"/>
    </a:custClr>
    <a:custClr name="Siemens Sand light 35% | 215 215 205">
      <a:srgbClr val="D7D7CD"/>
    </a:custClr>
    <a:custClr name="Siemens Accent Teal dark | 0 100 110">
      <a:srgbClr val="00646E"/>
    </a:custClr>
    <a:custClr name="Siemens Accent Teal light | 65 170 170">
      <a:srgbClr val="41AAAA"/>
    </a:custClr>
    <a:custClr name="Siemens Stone | 205 217 225">
      <a:srgbClr val="CDD9E1"/>
    </a:custClr>
    <a:custClr name="Siemens Sand | 225 225 215">
      <a:srgbClr val="E1E1D7"/>
    </a:custClr>
    <a:custClr name="Siemens Accent Teal | 165 225 225">
      <a:srgbClr val="A5E1E1"/>
    </a:custClr>
    <a:custClr name="Siemens Accent Yellow | 255 225 120">
      <a:srgbClr val="FFE178"/>
    </a:custClr>
    <a:custClr name="Siemens Accent Red | 215 105 140">
      <a:srgbClr val="D7698C"/>
    </a:custClr>
    <a:custClr name="Siemens Accent Blue | 125 210 230">
      <a:srgbClr val="7DD2E6"/>
    </a:custClr>
    <a:custClr name="Siemens Accent Green | 210 215 65">
      <a:srgbClr val="D2D741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iemens 2017 – 16:9">
  <a:themeElements>
    <a:clrScheme name="Siemens">
      <a:dk1>
        <a:srgbClr val="000000"/>
      </a:dk1>
      <a:lt1>
        <a:srgbClr val="FFFFFF"/>
      </a:lt1>
      <a:dk2>
        <a:srgbClr val="000000"/>
      </a:dk2>
      <a:lt2>
        <a:srgbClr val="ADBECB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EB780A"/>
      </a:hlink>
      <a:folHlink>
        <a:srgbClr val="641946"/>
      </a:folHlink>
    </a:clrScheme>
    <a:fontScheme name="Sieme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>
          <a:noFill/>
        </a:ln>
      </a:spPr>
      <a:bodyPr wrap="square" lIns="108000" tIns="54000" rIns="108000" bIns="54000" numCol="1" spcCol="72000" rtlCol="0" anchor="ctr">
        <a:noAutofit/>
      </a:bodyPr>
      <a:lstStyle>
        <a:defPPr algn="ctr">
          <a:lnSpc>
            <a:spcPct val="110000"/>
          </a:lnSpc>
          <a:spcBef>
            <a:spcPct val="0"/>
          </a:spcBef>
          <a:buFont typeface="Wingdings" panose="05000000000000000000" charset="0"/>
          <a:buNone/>
          <a:defRPr sz="18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ヒラギノ角ゴ Pro W3" charset="0"/>
          </a:defRPr>
        </a:defPPr>
      </a:lst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0"/>
          </a:spcBef>
          <a:defRPr sz="12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txDef>
  </a:objectDefaults>
  <a:extraClrSchemeLst/>
  <a:custClrLst>
    <a:custClr name="Siemens Snow | 255 255 255">
      <a:srgbClr val="FFFFFF"/>
    </a:custClr>
    <a:custClr name="Siemens Accent Yellow dark | 235 120 10">
      <a:srgbClr val="EB780A"/>
    </a:custClr>
    <a:custClr name="Siemens Accent Yellow light | 255 185 0">
      <a:srgbClr val="FFB900"/>
    </a:custClr>
    <a:custClr name="Siemens Stone dark | 60 70 75">
      <a:srgbClr val="3C464B"/>
    </a:custClr>
    <a:custClr name="Siemens Sand dark | 115 100 90">
      <a:srgbClr val="73645A"/>
    </a:custClr>
    <a:custClr name="Siemens Accent Teal dark | 0 100 110">
      <a:srgbClr val="00646E"/>
    </a:custClr>
    <a:custClr name="Siemens Accent Yellow | 125 45 30">
      <a:srgbClr val="7D2D1E"/>
    </a:custClr>
    <a:custClr name="Siemens Accent Red | 65 20 50">
      <a:srgbClr val="411432"/>
    </a:custClr>
    <a:custClr name="Siemens Accent Blue | 0 70 105">
      <a:srgbClr val="004669"/>
    </a:custClr>
    <a:custClr name="Siemens Accent Green | 70 95 25">
      <a:srgbClr val="465F19"/>
    </a:custClr>
    <a:custClr name="Black">
      <a:srgbClr val="000000"/>
    </a:custClr>
    <a:custClr name="Siemens Accent Red dark | 100 25 70">
      <a:srgbClr val="641946"/>
    </a:custClr>
    <a:custClr name="Siemens Accent Red light | 175 35 95">
      <a:srgbClr val="AF235F"/>
    </a:custClr>
    <a:custClr name="Siemens Stone | 120 135 145">
      <a:srgbClr val="788791"/>
    </a:custClr>
    <a:custClr name="Siemens Sand | 155 150 130">
      <a:srgbClr val="9B9682"/>
    </a:custClr>
    <a:custClr name="Siemens Accent Teal | 15 130 135">
      <a:srgbClr val="0F8287"/>
    </a:custClr>
    <a:custClr name="Siemens Accent Yellow | 200 90 30">
      <a:srgbClr val="C85A1E"/>
    </a:custClr>
    <a:custClr name="Siemens Accent Red dark | 100 25 70">
      <a:srgbClr val="641946"/>
    </a:custClr>
    <a:custClr name="Siemens Accent Blue dark | 0 95 135">
      <a:srgbClr val="005F87"/>
    </a:custClr>
    <a:custClr name="Siemens Accent Green dark | 100 125 45">
      <a:srgbClr val="647D2D"/>
    </a:custClr>
    <a:custClr name="Siemens Stone light | 135 155 170">
      <a:srgbClr val="879BAA"/>
    </a:custClr>
    <a:custClr name="Siemens Accent Blue dark | 0 95 135">
      <a:srgbClr val="005F87"/>
    </a:custClr>
    <a:custClr name="Siemens Accent Blue light | 80 190 215">
      <a:srgbClr val="50BED7"/>
    </a:custClr>
    <a:custClr name="Siemens Stone | 155 175 190">
      <a:srgbClr val="9BAFBE"/>
    </a:custClr>
    <a:custClr name="Siemens Sand | 185 185 165">
      <a:srgbClr val="B9B9A5"/>
    </a:custClr>
    <a:custClr name="Siemens Accent Teal | 50 160 160">
      <a:srgbClr val="32A0A0"/>
    </a:custClr>
    <a:custClr name="Siemens Accent Yellow dark | 235 120 10">
      <a:srgbClr val="EB780A"/>
    </a:custClr>
    <a:custClr name="Siemens Accent Red | 135 30 80">
      <a:srgbClr val="871E50"/>
    </a:custClr>
    <a:custClr name="Siemens Accent Blue | 35 135 170">
      <a:srgbClr val="2387AA"/>
    </a:custClr>
    <a:custClr name="Siemens Accent Green | 135 150 40">
      <a:srgbClr val="879628"/>
    </a:custClr>
    <a:custClr name="Siemens Stone light 35% | 190 205 215">
      <a:srgbClr val="BECDD7"/>
    </a:custClr>
    <a:custClr name="Siemens Accent Green dark | 100 125 45">
      <a:srgbClr val="647D2D"/>
    </a:custClr>
    <a:custClr name="Siemens Accent Green light | 170 180 20">
      <a:srgbClr val="AAB414"/>
    </a:custClr>
    <a:custClr name="Siemens Stone light 35% | 190 205 215">
      <a:srgbClr val="BECDD7"/>
    </a:custClr>
    <a:custClr name="Siemens Sand light 35% | 215 215 205">
      <a:srgbClr val="D7D7CD"/>
    </a:custClr>
    <a:custClr name="Siemens Accent Teal | 75 185 185">
      <a:srgbClr val="4BB9B9"/>
    </a:custClr>
    <a:custClr name="Siemens Accent Yellow light | 255 185 0">
      <a:srgbClr val="FFB900"/>
    </a:custClr>
    <a:custClr name="Siemens Accent Red light | 175 35 95">
      <a:srgbClr val="AF235F"/>
    </a:custClr>
    <a:custClr name="Siemens Accent Blue | 65 170 200">
      <a:srgbClr val="41AAC8"/>
    </a:custClr>
    <a:custClr name="Siemens Accent Green light | 170 180 20">
      <a:srgbClr val="AAB414"/>
    </a:custClr>
    <a:custClr name="Siemens Sand light 35% | 215 215 205">
      <a:srgbClr val="D7D7CD"/>
    </a:custClr>
    <a:custClr name="Siemens Accent Teal dark | 0 100 110">
      <a:srgbClr val="00646E"/>
    </a:custClr>
    <a:custClr name="Siemens Accent Teal light | 65 170 170">
      <a:srgbClr val="41AAAA"/>
    </a:custClr>
    <a:custClr name="Siemens Stone | 205 217 225">
      <a:srgbClr val="CDD9E1"/>
    </a:custClr>
    <a:custClr name="Siemens Sand | 225 225 215">
      <a:srgbClr val="E1E1D7"/>
    </a:custClr>
    <a:custClr name="Siemens Accent Teal | 165 225 225">
      <a:srgbClr val="A5E1E1"/>
    </a:custClr>
    <a:custClr name="Siemens Accent Yellow | 255 225 120">
      <a:srgbClr val="FFE178"/>
    </a:custClr>
    <a:custClr name="Siemens Accent Red | 215 105 140">
      <a:srgbClr val="D7698C"/>
    </a:custClr>
    <a:custClr name="Siemens Accent Blue | 125 210 230">
      <a:srgbClr val="7DD2E6"/>
    </a:custClr>
    <a:custClr name="Siemens Accent Green | 210 215 65">
      <a:srgbClr val="D2D741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emens 2019">
  <a:themeElements>
    <a:clrScheme name="Siemens">
      <a:dk1>
        <a:srgbClr val="000000"/>
      </a:dk1>
      <a:lt1>
        <a:srgbClr val="FFFFFF"/>
      </a:lt1>
      <a:dk2>
        <a:srgbClr val="000000"/>
      </a:dk2>
      <a:lt2>
        <a:srgbClr val="ADBECB"/>
      </a:lt2>
      <a:accent1>
        <a:srgbClr val="879BAA"/>
      </a:accent1>
      <a:accent2>
        <a:srgbClr val="BECDD7"/>
      </a:accent2>
      <a:accent3>
        <a:srgbClr val="EB780A"/>
      </a:accent3>
      <a:accent4>
        <a:srgbClr val="641946"/>
      </a:accent4>
      <a:accent5>
        <a:srgbClr val="005F87"/>
      </a:accent5>
      <a:accent6>
        <a:srgbClr val="647D2D"/>
      </a:accent6>
      <a:hlink>
        <a:srgbClr val="EB780A"/>
      </a:hlink>
      <a:folHlink>
        <a:srgbClr val="641946"/>
      </a:folHlink>
    </a:clrScheme>
    <a:fontScheme name="Sieme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wrap="square" lIns="108000" tIns="54000" rIns="108000" bIns="54000" numCol="1" spcCol="72000" rtlCol="0" anchor="ctr">
        <a:noAutofit/>
      </a:bodyPr>
      <a:lstStyle>
        <a:defPPr algn="ctr">
          <a:lnSpc>
            <a:spcPct val="110000"/>
          </a:lnSpc>
          <a:spcBef>
            <a:spcPct val="0"/>
          </a:spcBef>
          <a:buFont typeface="Wingdings" charset="0"/>
          <a:buNone/>
          <a:defRPr sz="18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ヒラギノ角ゴ Pro W3" charset="0"/>
          </a:defRPr>
        </a:defPPr>
      </a:lstStyle>
    </a:lnDef>
    <a:txDef>
      <a:spPr>
        <a:noFill/>
      </a:spPr>
      <a:bodyPr wrap="square" lIns="108000" tIns="54000" rIns="108000" bIns="54000" rtlCol="0">
        <a:spAutoFit/>
      </a:bodyPr>
      <a:lstStyle>
        <a:defPPr algn="l">
          <a:lnSpc>
            <a:spcPct val="110000"/>
          </a:lnSpc>
          <a:spcBef>
            <a:spcPts val="0"/>
          </a:spcBef>
          <a:defRPr sz="1400" dirty="0" smtClean="0">
            <a:solidFill>
              <a:schemeClr val="tx1"/>
            </a:solidFill>
            <a:latin typeface="+mn-lt"/>
            <a:ea typeface="Arial Unicode MS" panose="020B0604020202020204" pitchFamily="34" charset="-128"/>
            <a:cs typeface="Arial Unicode MS" panose="020B0604020202020204" pitchFamily="34" charset="-128"/>
          </a:defRPr>
        </a:defPPr>
      </a:lstStyle>
    </a:txDef>
  </a:objectDefaults>
  <a:extraClrSchemeLst/>
  <a:custClrLst>
    <a:custClr name="Siemens Snow | 255 255 255">
      <a:srgbClr val="FFFFFF"/>
    </a:custClr>
    <a:custClr name="Siemens Accent Yellow dark | 235 120 10">
      <a:srgbClr val="EB780A"/>
    </a:custClr>
    <a:custClr name="Siemens Accent Yellow light | 255 185 0">
      <a:srgbClr val="FFB900"/>
    </a:custClr>
    <a:custClr name="Siemens Stone dark | 60 70 75">
      <a:srgbClr val="3C464B"/>
    </a:custClr>
    <a:custClr name="Siemens Sand dark | 115 100 90">
      <a:srgbClr val="73645A"/>
    </a:custClr>
    <a:custClr name="Siemens Accent Teal dark | 0 100 110">
      <a:srgbClr val="00646E"/>
    </a:custClr>
    <a:custClr name="Siemens Accent Yellow | 125 45 30">
      <a:srgbClr val="7D2D1E"/>
    </a:custClr>
    <a:custClr name="Siemens Accent Red | 65 20 50">
      <a:srgbClr val="411432"/>
    </a:custClr>
    <a:custClr name="Siemens Accent Blue | 0 70 105">
      <a:srgbClr val="004669"/>
    </a:custClr>
    <a:custClr name="Siemens Accent Green | 70 95 25">
      <a:srgbClr val="465F19"/>
    </a:custClr>
    <a:custClr name="Black">
      <a:srgbClr val="000000"/>
    </a:custClr>
    <a:custClr name="Siemens Accent Red dark | 100 25 70">
      <a:srgbClr val="641946"/>
    </a:custClr>
    <a:custClr name="Siemens Accent Red light | 175 35 95">
      <a:srgbClr val="AF235F"/>
    </a:custClr>
    <a:custClr name="Siemens Stone | 120 135 145">
      <a:srgbClr val="788791"/>
    </a:custClr>
    <a:custClr name="Siemens Sand | 155 150 130">
      <a:srgbClr val="9B9682"/>
    </a:custClr>
    <a:custClr name="Siemens Accent Teal | 15 130 135">
      <a:srgbClr val="0F8287"/>
    </a:custClr>
    <a:custClr name="Siemens Accent Yellow | 200 90 30">
      <a:srgbClr val="C85A1E"/>
    </a:custClr>
    <a:custClr name="Siemens Accent Red dark | 100 25 70">
      <a:srgbClr val="641946"/>
    </a:custClr>
    <a:custClr name="Siemens Accent Blue dark | 0 95 135">
      <a:srgbClr val="005F87"/>
    </a:custClr>
    <a:custClr name="Siemens Accent Green dark | 100 125 45">
      <a:srgbClr val="647D2D"/>
    </a:custClr>
    <a:custClr name="Siemens Stone light | 135 155 170">
      <a:srgbClr val="879BAA"/>
    </a:custClr>
    <a:custClr name="Siemens Accent Blue dark | 0 95 135">
      <a:srgbClr val="005F87"/>
    </a:custClr>
    <a:custClr name="Siemens Accent Blue light | 80 190 215">
      <a:srgbClr val="50BED7"/>
    </a:custClr>
    <a:custClr name="Siemens Stone | 155 175 190">
      <a:srgbClr val="9BAFBE"/>
    </a:custClr>
    <a:custClr name="Siemens Sand | 185 185 165">
      <a:srgbClr val="B9B9A5"/>
    </a:custClr>
    <a:custClr name="Siemens Accent Teal | 50 160 160">
      <a:srgbClr val="32A0A0"/>
    </a:custClr>
    <a:custClr name="Siemens Accent Yellow dark | 235 120 10">
      <a:srgbClr val="EB780A"/>
    </a:custClr>
    <a:custClr name="Siemens Accent Red | 135 30 80">
      <a:srgbClr val="871E50"/>
    </a:custClr>
    <a:custClr name="Siemens Accent Blue | 35 135 170">
      <a:srgbClr val="2387AA"/>
    </a:custClr>
    <a:custClr name="Siemens Accent Green | 135 150 40">
      <a:srgbClr val="879628"/>
    </a:custClr>
    <a:custClr name="Siemens Stone light 35% | 190 205 215">
      <a:srgbClr val="BECDD7"/>
    </a:custClr>
    <a:custClr name="Siemens Accent Green dark | 100 125 45">
      <a:srgbClr val="647D2D"/>
    </a:custClr>
    <a:custClr name="Siemens Accent Green light | 170 180 20">
      <a:srgbClr val="AAB414"/>
    </a:custClr>
    <a:custClr name="Siemens Stone light 35% | 190 205 215">
      <a:srgbClr val="BECDD7"/>
    </a:custClr>
    <a:custClr name="Siemens Sand light 35% | 215 215 205">
      <a:srgbClr val="D7D7CD"/>
    </a:custClr>
    <a:custClr name="Siemens Accent Teal | 75 185 185">
      <a:srgbClr val="4BB9B9"/>
    </a:custClr>
    <a:custClr name="Siemens Accent Yellow light | 255 185 0">
      <a:srgbClr val="FFB900"/>
    </a:custClr>
    <a:custClr name="Siemens Accent Red light | 175 35 95">
      <a:srgbClr val="AF235F"/>
    </a:custClr>
    <a:custClr name="Siemens Accent Blue | 65 170 200">
      <a:srgbClr val="41AAC8"/>
    </a:custClr>
    <a:custClr name="Siemens Accent Green light | 170 180 20">
      <a:srgbClr val="AAB414"/>
    </a:custClr>
    <a:custClr name="Siemens Sand light 35% | 215 215 205">
      <a:srgbClr val="D7D7CD"/>
    </a:custClr>
    <a:custClr name="Siemens Accent Teal dark | 0 100 110">
      <a:srgbClr val="00646E"/>
    </a:custClr>
    <a:custClr name="Siemens Accent Teal light | 65 170 170">
      <a:srgbClr val="41AAAA"/>
    </a:custClr>
    <a:custClr name="Siemens Stone | 205 217 225">
      <a:srgbClr val="CDD9E1"/>
    </a:custClr>
    <a:custClr name="Siemens Sand | 225 225 215">
      <a:srgbClr val="E1E1D7"/>
    </a:custClr>
    <a:custClr name="Siemens Accent Teal | 165 225 225">
      <a:srgbClr val="A5E1E1"/>
    </a:custClr>
    <a:custClr name="Siemens Accent Yellow | 255 225 120">
      <a:srgbClr val="FFE178"/>
    </a:custClr>
    <a:custClr name="Siemens Accent Red | 215 105 140">
      <a:srgbClr val="D7698C"/>
    </a:custClr>
    <a:custClr name="Siemens Accent Blue | 125 210 230">
      <a:srgbClr val="7DD2E6"/>
    </a:custClr>
    <a:custClr name="Siemens Accent Green | 210 215 65">
      <a:srgbClr val="D2D741"/>
    </a:custClr>
  </a:custClrLst>
  <a:extLst>
    <a:ext uri="{05A4C25C-085E-4340-85A3-A5531E510DB2}">
      <thm15:themeFamily xmlns:thm15="http://schemas.microsoft.com/office/thememl/2012/main" name="sie-ppt-O365-16x9-standard-deu-v2-3.pptx" id="{ACDA1157-4992-4250-B525-47D3F90FB964}" vid="{E4366EFA-0B9B-4538-A889-BAFDBA53918B}"/>
    </a:ext>
  </a:extLst>
</a:theme>
</file>

<file path=ppt/theme/theme4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Siemens Snow">
      <a:srgbClr val="FFFFFF"/>
    </a:custClr>
    <a:custClr name="Siemens Accent Yellow dark">
      <a:srgbClr val="EB780A"/>
    </a:custClr>
    <a:custClr name="Siemens Yellow light">
      <a:srgbClr val="FFB900"/>
    </a:custClr>
    <a:custClr name="Siemens Stone (1)">
      <a:srgbClr val="3C464B"/>
    </a:custClr>
    <a:custClr name="Siemens Sand (1)">
      <a:srgbClr val="73645A"/>
    </a:custClr>
    <a:custClr name="Siemens Accent Teal (1)">
      <a:srgbClr val="00646E"/>
    </a:custClr>
    <a:custClr name="Siemens Accent Yellow (1)">
      <a:srgbClr val="7D2D1E"/>
    </a:custClr>
    <a:custClr name="Siemens Accent Red (1)">
      <a:srgbClr val="411432"/>
    </a:custClr>
    <a:custClr name="Siemens Accent Blue (1)">
      <a:srgbClr val="004669"/>
    </a:custClr>
    <a:custClr name="Siemens Accent Green (1)">
      <a:srgbClr val="465F19"/>
    </a:custClr>
    <a:custClr name="True Black">
      <a:srgbClr val="000000"/>
    </a:custClr>
    <a:custClr name="Siemens Accent Red dark">
      <a:srgbClr val="641946"/>
    </a:custClr>
    <a:custClr name="Siemens Red light">
      <a:srgbClr val="AF235F"/>
    </a:custClr>
    <a:custClr name="Siemens Stone (2)">
      <a:srgbClr val="788791"/>
    </a:custClr>
    <a:custClr name="Siemens Sand (2)">
      <a:srgbClr val="9B9682"/>
    </a:custClr>
    <a:custClr name="Siemens Accent Teal (2)">
      <a:srgbClr val="0F8287"/>
    </a:custClr>
    <a:custClr name="Siemens Accent Yellow (2)">
      <a:srgbClr val="C85A1E"/>
    </a:custClr>
    <a:custClr name="Siemens Accent Red (2)">
      <a:srgbClr val="641946"/>
    </a:custClr>
    <a:custClr name="Siemens Accent Blue (2)">
      <a:srgbClr val="005F87"/>
    </a:custClr>
    <a:custClr name="Siemens Accent Green (2)">
      <a:srgbClr val="647D2D"/>
    </a:custClr>
    <a:custClr name="Siemens Stone light">
      <a:srgbClr val="879BAA"/>
    </a:custClr>
    <a:custClr name="Siemens Accent Blue dark">
      <a:srgbClr val="005F87"/>
    </a:custClr>
    <a:custClr name="Siemens Accent Blue light">
      <a:srgbClr val="50BED7"/>
    </a:custClr>
    <a:custClr name="Siemens Stone (3)">
      <a:srgbClr val="9BAFBE"/>
    </a:custClr>
    <a:custClr name="Siemens Sand (3)">
      <a:srgbClr val="B9B9A5"/>
    </a:custClr>
    <a:custClr name="Siemens Accent Teal (3)">
      <a:srgbClr val="32A0A0"/>
    </a:custClr>
    <a:custClr name="Siemens Accent Yellow (3)">
      <a:srgbClr val="EB780A"/>
    </a:custClr>
    <a:custClr name="Siemens Accent Red (3)">
      <a:srgbClr val="871E50"/>
    </a:custClr>
    <a:custClr name="Siemens Accent Blue (3)">
      <a:srgbClr val="2387AA"/>
    </a:custClr>
    <a:custClr name="Siemens Accent Green (3)">
      <a:srgbClr val="879628"/>
    </a:custClr>
    <a:custClr name="Siemens Stone light 35%">
      <a:srgbClr val="BECDD7"/>
    </a:custClr>
    <a:custClr name="Siemens Accent Green">
      <a:srgbClr val="647D2D"/>
    </a:custClr>
    <a:custClr name="Siemens Accent Green light">
      <a:srgbClr val="AAB414"/>
    </a:custClr>
    <a:custClr name="Siemens Stone (4)">
      <a:srgbClr val="BECDD7"/>
    </a:custClr>
    <a:custClr name="Siemens Sand (4)">
      <a:srgbClr val="D7D7CD"/>
    </a:custClr>
    <a:custClr name="Siemens Accent Teal (4)">
      <a:srgbClr val="4BB9B9"/>
    </a:custClr>
    <a:custClr name="Siemens Accent Yellow (4)">
      <a:srgbClr val="FFB900"/>
    </a:custClr>
    <a:custClr name="Siemens Accent Red (4)">
      <a:srgbClr val="AF235F"/>
    </a:custClr>
    <a:custClr name="Siemens Accent Blue (4)">
      <a:srgbClr val="41AAC8"/>
    </a:custClr>
    <a:custClr name="Siemens Accent Green (4)">
      <a:srgbClr val="AAB414"/>
    </a:custClr>
    <a:custClr name="Siemens Sand 35%">
      <a:srgbClr val="D7D7CD"/>
    </a:custClr>
    <a:custClr name="Siemens Accent Teal dark">
      <a:srgbClr val="00646E"/>
    </a:custClr>
    <a:custClr name="Siemens Accent Teal light">
      <a:srgbClr val="41AAAA"/>
    </a:custClr>
    <a:custClr name="Siemens Stone (5)">
      <a:srgbClr val="CDD9E1"/>
    </a:custClr>
    <a:custClr name="Siemens Sand (5)">
      <a:srgbClr val="E1E1D7"/>
    </a:custClr>
    <a:custClr name="Siemens Accent Teal (5)">
      <a:srgbClr val="A5E1E1"/>
    </a:custClr>
    <a:custClr name="Siemens Accent Yellow (5)">
      <a:srgbClr val="FFE178"/>
    </a:custClr>
    <a:custClr name="Siemens Accent Red (5)">
      <a:srgbClr val="D7698C"/>
    </a:custClr>
    <a:custClr name="Siemens Accent Blue(5)">
      <a:srgbClr val="7DD2E6"/>
    </a:custClr>
    <a:custClr name="Siemens Accent Green (5)">
      <a:srgbClr val="D2D741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Siemens Snow">
      <a:srgbClr val="FFFFFF"/>
    </a:custClr>
    <a:custClr name="Siemens Accent Yellow dark">
      <a:srgbClr val="EB780A"/>
    </a:custClr>
    <a:custClr name="Siemens Yellow light">
      <a:srgbClr val="FFB900"/>
    </a:custClr>
    <a:custClr name="Siemens Stone (1)">
      <a:srgbClr val="3C464B"/>
    </a:custClr>
    <a:custClr name="Siemens Sand (1)">
      <a:srgbClr val="73645A"/>
    </a:custClr>
    <a:custClr name="Siemens Accent Teal (1)">
      <a:srgbClr val="00646E"/>
    </a:custClr>
    <a:custClr name="Siemens Accent Yellow (1)">
      <a:srgbClr val="7D2D1E"/>
    </a:custClr>
    <a:custClr name="Siemens Accent Red (1)">
      <a:srgbClr val="411432"/>
    </a:custClr>
    <a:custClr name="Siemens Accent Blue (1)">
      <a:srgbClr val="004669"/>
    </a:custClr>
    <a:custClr name="Siemens Accent Green (1)">
      <a:srgbClr val="465F19"/>
    </a:custClr>
    <a:custClr name="True Black">
      <a:srgbClr val="000000"/>
    </a:custClr>
    <a:custClr name="Siemens Accent Red dark">
      <a:srgbClr val="641946"/>
    </a:custClr>
    <a:custClr name="Siemens Red light">
      <a:srgbClr val="AF235F"/>
    </a:custClr>
    <a:custClr name="Siemens Stone (2)">
      <a:srgbClr val="788791"/>
    </a:custClr>
    <a:custClr name="Siemens Sand (2)">
      <a:srgbClr val="9B9682"/>
    </a:custClr>
    <a:custClr name="Siemens Accent Teal (2)">
      <a:srgbClr val="0F8287"/>
    </a:custClr>
    <a:custClr name="Siemens Accent Yellow (2)">
      <a:srgbClr val="C85A1E"/>
    </a:custClr>
    <a:custClr name="Siemens Accent Red (2)">
      <a:srgbClr val="641946"/>
    </a:custClr>
    <a:custClr name="Siemens Accent Blue (2)">
      <a:srgbClr val="005F87"/>
    </a:custClr>
    <a:custClr name="Siemens Accent Green (2)">
      <a:srgbClr val="647D2D"/>
    </a:custClr>
    <a:custClr name="Siemens Stone light">
      <a:srgbClr val="879BAA"/>
    </a:custClr>
    <a:custClr name="Siemens Accent Blue dark">
      <a:srgbClr val="005F87"/>
    </a:custClr>
    <a:custClr name="Siemens Accent Blue light">
      <a:srgbClr val="50BED7"/>
    </a:custClr>
    <a:custClr name="Siemens Stone (3)">
      <a:srgbClr val="9BAFBE"/>
    </a:custClr>
    <a:custClr name="Siemens Sand (3)">
      <a:srgbClr val="B9B9A5"/>
    </a:custClr>
    <a:custClr name="Siemens Accent Teal (3)">
      <a:srgbClr val="32A0A0"/>
    </a:custClr>
    <a:custClr name="Siemens Accent Yellow (3)">
      <a:srgbClr val="EB780A"/>
    </a:custClr>
    <a:custClr name="Siemens Accent Red (3)">
      <a:srgbClr val="871E50"/>
    </a:custClr>
    <a:custClr name="Siemens Accent Blue (3)">
      <a:srgbClr val="2387AA"/>
    </a:custClr>
    <a:custClr name="Siemens Accent Green (3)">
      <a:srgbClr val="879628"/>
    </a:custClr>
    <a:custClr name="Siemens Stone light 35%">
      <a:srgbClr val="BECDD7"/>
    </a:custClr>
    <a:custClr name="Siemens Accent Green">
      <a:srgbClr val="647D2D"/>
    </a:custClr>
    <a:custClr name="Siemens Accent Green light">
      <a:srgbClr val="AAB414"/>
    </a:custClr>
    <a:custClr name="Siemens Stone (4)">
      <a:srgbClr val="BECDD7"/>
    </a:custClr>
    <a:custClr name="Siemens Sand (4)">
      <a:srgbClr val="D7D7CD"/>
    </a:custClr>
    <a:custClr name="Siemens Accent Teal (4)">
      <a:srgbClr val="4BB9B9"/>
    </a:custClr>
    <a:custClr name="Siemens Accent Yellow (4)">
      <a:srgbClr val="FFB900"/>
    </a:custClr>
    <a:custClr name="Siemens Accent Red (4)">
      <a:srgbClr val="AF235F"/>
    </a:custClr>
    <a:custClr name="Siemens Accent Blue (4)">
      <a:srgbClr val="41AAC8"/>
    </a:custClr>
    <a:custClr name="Siemens Accent Green (4)">
      <a:srgbClr val="AAB414"/>
    </a:custClr>
    <a:custClr name="Siemens Sand 35%">
      <a:srgbClr val="D7D7CD"/>
    </a:custClr>
    <a:custClr name="Siemens Accent Teal dark">
      <a:srgbClr val="00646E"/>
    </a:custClr>
    <a:custClr name="Siemens Accent Teal light">
      <a:srgbClr val="41AAAA"/>
    </a:custClr>
    <a:custClr name="Siemens Stone (5)">
      <a:srgbClr val="CDD9E1"/>
    </a:custClr>
    <a:custClr name="Siemens Sand (5)">
      <a:srgbClr val="E1E1D7"/>
    </a:custClr>
    <a:custClr name="Siemens Accent Teal (5)">
      <a:srgbClr val="A5E1E1"/>
    </a:custClr>
    <a:custClr name="Siemens Accent Yellow (5)">
      <a:srgbClr val="FFE178"/>
    </a:custClr>
    <a:custClr name="Siemens Accent Red (5)">
      <a:srgbClr val="D7698C"/>
    </a:custClr>
    <a:custClr name="Siemens Accent Blue(5)">
      <a:srgbClr val="7DD2E6"/>
    </a:custClr>
    <a:custClr name="Siemens Accent Green (5)">
      <a:srgbClr val="D2D741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sie-ppt-2010-16x9-standard-eng-v2-1</Template>
  <TotalTime>10661</TotalTime>
  <Words>326</Words>
  <Application>Microsoft Office PowerPoint</Application>
  <PresentationFormat>Custom</PresentationFormat>
  <Paragraphs>58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Wingdings</vt:lpstr>
      <vt:lpstr>Siemens 2017 – 16:9</vt:lpstr>
      <vt:lpstr>1_Siemens 2017 – 16:9</vt:lpstr>
      <vt:lpstr>Siemens 2019</vt:lpstr>
      <vt:lpstr>Siemens 2020</vt:lpstr>
      <vt:lpstr>1_Siemens 2020</vt:lpstr>
      <vt:lpstr>3_Siemens 2020</vt:lpstr>
      <vt:lpstr>2_Siemens 2020</vt:lpstr>
      <vt:lpstr>think-cell Slide</vt:lpstr>
      <vt:lpstr>Team Automatas 4.0 Capstone Project Reshape B2B Offering Competency with digital Technologies July 2021</vt:lpstr>
      <vt:lpstr>Capstone Company: Siemens Digital Industries</vt:lpstr>
      <vt:lpstr>Capstone Company: Project Structure (with Key Deliverables)</vt:lpstr>
    </vt:vector>
  </TitlesOfParts>
  <Company>SIEMENS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Siemens On-stage PowerPoint-Template</dc:title>
  <dc:creator>Hu, Yue (CC AP RC-CN EI CNT)</dc:creator>
  <cp:keywords>C_Unrestricted</cp:keywords>
  <cp:lastModifiedBy>Yu, He (T RDA IOT INW-CN)</cp:lastModifiedBy>
  <cp:revision>1460</cp:revision>
  <cp:lastPrinted>2021-07-01T07:31:18Z</cp:lastPrinted>
  <dcterms:created xsi:type="dcterms:W3CDTF">2017-05-16T13:00:00Z</dcterms:created>
  <dcterms:modified xsi:type="dcterms:W3CDTF">2021-08-23T04:43:34Z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Release date">
    <vt:lpwstr>November 2017</vt:lpwstr>
  </property>
  <property fmtid="{D5CDD505-2E9C-101B-9397-08002B2CF9AE}" pid="4" name="Office version">
    <vt:lpwstr>2007 and higher</vt:lpwstr>
  </property>
  <property fmtid="{D5CDD505-2E9C-101B-9397-08002B2CF9AE}" pid="5" name="Release version">
    <vt:lpwstr>2.1</vt:lpwstr>
  </property>
  <property fmtid="{D5CDD505-2E9C-101B-9397-08002B2CF9AE}" pid="6" name="Document Confidentiality">
    <vt:lpwstr>Unrestricted</vt:lpwstr>
  </property>
  <property fmtid="{D5CDD505-2E9C-101B-9397-08002B2CF9AE}" pid="7" name="KSOProductBuildVer">
    <vt:lpwstr>2052-11.1.0.9175</vt:lpwstr>
  </property>
  <property fmtid="{D5CDD505-2E9C-101B-9397-08002B2CF9AE}" pid="8" name="MSIP_Label_6f75f480-7803-4ee9-bb54-84d0635fdbe7_Enabled">
    <vt:lpwstr>true</vt:lpwstr>
  </property>
  <property fmtid="{D5CDD505-2E9C-101B-9397-08002B2CF9AE}" pid="9" name="MSIP_Label_6f75f480-7803-4ee9-bb54-84d0635fdbe7_SetDate">
    <vt:lpwstr>2021-08-23T04:43:34Z</vt:lpwstr>
  </property>
  <property fmtid="{D5CDD505-2E9C-101B-9397-08002B2CF9AE}" pid="10" name="MSIP_Label_6f75f480-7803-4ee9-bb54-84d0635fdbe7_Method">
    <vt:lpwstr>Standard</vt:lpwstr>
  </property>
  <property fmtid="{D5CDD505-2E9C-101B-9397-08002B2CF9AE}" pid="11" name="MSIP_Label_6f75f480-7803-4ee9-bb54-84d0635fdbe7_Name">
    <vt:lpwstr>unrestricted</vt:lpwstr>
  </property>
  <property fmtid="{D5CDD505-2E9C-101B-9397-08002B2CF9AE}" pid="12" name="MSIP_Label_6f75f480-7803-4ee9-bb54-84d0635fdbe7_SiteId">
    <vt:lpwstr>38ae3bcd-9579-4fd4-adda-b42e1495d55a</vt:lpwstr>
  </property>
  <property fmtid="{D5CDD505-2E9C-101B-9397-08002B2CF9AE}" pid="13" name="MSIP_Label_6f75f480-7803-4ee9-bb54-84d0635fdbe7_ActionId">
    <vt:lpwstr>4894ff7f-ac48-465b-a536-95c7832eef7f</vt:lpwstr>
  </property>
  <property fmtid="{D5CDD505-2E9C-101B-9397-08002B2CF9AE}" pid="14" name="MSIP_Label_6f75f480-7803-4ee9-bb54-84d0635fdbe7_ContentBits">
    <vt:lpwstr>0</vt:lpwstr>
  </property>
  <property fmtid="{D5CDD505-2E9C-101B-9397-08002B2CF9AE}" pid="15" name="Document_Confidentiality">
    <vt:lpwstr>Unrestricted</vt:lpwstr>
  </property>
</Properties>
</file>